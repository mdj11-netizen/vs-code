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B67D0F-D814-4407-9EEA-E6BF5075143E}" v="9" dt="2026-08-07T08:08:25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4" autoAdjust="0"/>
    <p:restoredTop sz="94660"/>
  </p:normalViewPr>
  <p:slideViewPr>
    <p:cSldViewPr snapToGrid="0">
      <p:cViewPr>
        <p:scale>
          <a:sx n="75" d="100"/>
          <a:sy n="75" d="100"/>
        </p:scale>
        <p:origin x="132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동진(KSTD)" userId="3d26c5c2-5d13-41b2-b4a9-bebd91ca5bef" providerId="ADAL" clId="{AC91C77A-115B-4066-B24C-58E72D5C40B6}"/>
    <pc:docChg chg="modSld">
      <pc:chgData name="문 동진(KSTD)" userId="3d26c5c2-5d13-41b2-b4a9-bebd91ca5bef" providerId="ADAL" clId="{AC91C77A-115B-4066-B24C-58E72D5C40B6}" dt="2026-08-07T08:08:25.211" v="10" actId="164"/>
      <pc:docMkLst>
        <pc:docMk/>
      </pc:docMkLst>
      <pc:sldChg chg="addSp modSp">
        <pc:chgData name="문 동진(KSTD)" userId="3d26c5c2-5d13-41b2-b4a9-bebd91ca5bef" providerId="ADAL" clId="{AC91C77A-115B-4066-B24C-58E72D5C40B6}" dt="2026-08-07T08:06:39.780" v="7" actId="164"/>
        <pc:sldMkLst>
          <pc:docMk/>
          <pc:sldMk cId="1006369534" sldId="258"/>
        </pc:sldMkLst>
        <pc:spChg chg="mod">
          <ac:chgData name="문 동진(KSTD)" userId="3d26c5c2-5d13-41b2-b4a9-bebd91ca5bef" providerId="ADAL" clId="{AC91C77A-115B-4066-B24C-58E72D5C40B6}" dt="2026-08-07T08:06:39.780" v="7" actId="164"/>
          <ac:spMkLst>
            <pc:docMk/>
            <pc:sldMk cId="1006369534" sldId="258"/>
            <ac:spMk id="7" creationId="{4870B6DC-0F0C-4906-A44F-FC03B182995F}"/>
          </ac:spMkLst>
        </pc:spChg>
        <pc:spChg chg="add mod">
          <ac:chgData name="문 동진(KSTD)" userId="3d26c5c2-5d13-41b2-b4a9-bebd91ca5bef" providerId="ADAL" clId="{AC91C77A-115B-4066-B24C-58E72D5C40B6}" dt="2026-08-07T08:06:39.780" v="7" actId="164"/>
          <ac:spMkLst>
            <pc:docMk/>
            <pc:sldMk cId="1006369534" sldId="258"/>
            <ac:spMk id="8" creationId="{F9D91E40-43BF-54D1-FD34-0960F51F6733}"/>
          </ac:spMkLst>
        </pc:spChg>
        <pc:spChg chg="add mod">
          <ac:chgData name="문 동진(KSTD)" userId="3d26c5c2-5d13-41b2-b4a9-bebd91ca5bef" providerId="ADAL" clId="{AC91C77A-115B-4066-B24C-58E72D5C40B6}" dt="2026-08-07T08:06:39.780" v="7" actId="164"/>
          <ac:spMkLst>
            <pc:docMk/>
            <pc:sldMk cId="1006369534" sldId="258"/>
            <ac:spMk id="9" creationId="{7DEE8B7B-806E-8E32-1A2C-239A411843C1}"/>
          </ac:spMkLst>
        </pc:spChg>
        <pc:grpChg chg="add mod">
          <ac:chgData name="문 동진(KSTD)" userId="3d26c5c2-5d13-41b2-b4a9-bebd91ca5bef" providerId="ADAL" clId="{AC91C77A-115B-4066-B24C-58E72D5C40B6}" dt="2026-08-07T08:06:39.780" v="7" actId="164"/>
          <ac:grpSpMkLst>
            <pc:docMk/>
            <pc:sldMk cId="1006369534" sldId="258"/>
            <ac:grpSpMk id="12" creationId="{FD75B28F-F5DD-AA27-9918-D6576F8F2355}"/>
          </ac:grpSpMkLst>
        </pc:grpChg>
        <pc:picChg chg="add">
          <ac:chgData name="문 동진(KSTD)" userId="3d26c5c2-5d13-41b2-b4a9-bebd91ca5bef" providerId="ADAL" clId="{AC91C77A-115B-4066-B24C-58E72D5C40B6}" dt="2026-08-07T08:01:16.956" v="0"/>
          <ac:picMkLst>
            <pc:docMk/>
            <pc:sldMk cId="1006369534" sldId="258"/>
            <ac:picMk id="5" creationId="{689BFF7D-4214-2A6B-7E1E-A130E9125494}"/>
          </ac:picMkLst>
        </pc:picChg>
        <pc:picChg chg="mod">
          <ac:chgData name="문 동진(KSTD)" userId="3d26c5c2-5d13-41b2-b4a9-bebd91ca5bef" providerId="ADAL" clId="{AC91C77A-115B-4066-B24C-58E72D5C40B6}" dt="2026-08-07T08:06:39.780" v="7" actId="164"/>
          <ac:picMkLst>
            <pc:docMk/>
            <pc:sldMk cId="1006369534" sldId="258"/>
            <ac:picMk id="11" creationId="{7D06B3A5-46C7-F4A3-BF75-C32ACE17D61D}"/>
          </ac:picMkLst>
        </pc:picChg>
      </pc:sldChg>
      <pc:sldChg chg="addSp modSp">
        <pc:chgData name="문 동진(KSTD)" userId="3d26c5c2-5d13-41b2-b4a9-bebd91ca5bef" providerId="ADAL" clId="{AC91C77A-115B-4066-B24C-58E72D5C40B6}" dt="2026-08-07T08:01:53.705" v="4" actId="164"/>
        <pc:sldMkLst>
          <pc:docMk/>
          <pc:sldMk cId="3867609284" sldId="259"/>
        </pc:sldMkLst>
        <pc:spChg chg="mod">
          <ac:chgData name="문 동진(KSTD)" userId="3d26c5c2-5d13-41b2-b4a9-bebd91ca5bef" providerId="ADAL" clId="{AC91C77A-115B-4066-B24C-58E72D5C40B6}" dt="2026-08-07T08:01:53.705" v="4" actId="164"/>
          <ac:spMkLst>
            <pc:docMk/>
            <pc:sldMk cId="3867609284" sldId="259"/>
            <ac:spMk id="5" creationId="{6C0CA252-4811-2B20-82FB-58EDA63A1DA7}"/>
          </ac:spMkLst>
        </pc:spChg>
        <pc:spChg chg="add mod">
          <ac:chgData name="문 동진(KSTD)" userId="3d26c5c2-5d13-41b2-b4a9-bebd91ca5bef" providerId="ADAL" clId="{AC91C77A-115B-4066-B24C-58E72D5C40B6}" dt="2026-08-07T08:01:53.705" v="4" actId="164"/>
          <ac:spMkLst>
            <pc:docMk/>
            <pc:sldMk cId="3867609284" sldId="259"/>
            <ac:spMk id="6" creationId="{DD6F8C71-4355-DD9C-D911-A3B0A3481B19}"/>
          </ac:spMkLst>
        </pc:spChg>
        <pc:spChg chg="add mod">
          <ac:chgData name="문 동진(KSTD)" userId="3d26c5c2-5d13-41b2-b4a9-bebd91ca5bef" providerId="ADAL" clId="{AC91C77A-115B-4066-B24C-58E72D5C40B6}" dt="2026-08-07T08:01:53.705" v="4" actId="164"/>
          <ac:spMkLst>
            <pc:docMk/>
            <pc:sldMk cId="3867609284" sldId="259"/>
            <ac:spMk id="7" creationId="{447C427D-A61E-3598-4A04-C9FD6975DA26}"/>
          </ac:spMkLst>
        </pc:spChg>
        <pc:grpChg chg="add mod">
          <ac:chgData name="문 동진(KSTD)" userId="3d26c5c2-5d13-41b2-b4a9-bebd91ca5bef" providerId="ADAL" clId="{AC91C77A-115B-4066-B24C-58E72D5C40B6}" dt="2026-08-07T08:01:53.705" v="4" actId="164"/>
          <ac:grpSpMkLst>
            <pc:docMk/>
            <pc:sldMk cId="3867609284" sldId="259"/>
            <ac:grpSpMk id="8" creationId="{5F8920F4-E453-7261-19C3-FE86DEAEA204}"/>
          </ac:grpSpMkLst>
        </pc:grpChg>
        <pc:picChg chg="add mod">
          <ac:chgData name="문 동진(KSTD)" userId="3d26c5c2-5d13-41b2-b4a9-bebd91ca5bef" providerId="ADAL" clId="{AC91C77A-115B-4066-B24C-58E72D5C40B6}" dt="2026-08-07T08:01:53.705" v="4" actId="164"/>
          <ac:picMkLst>
            <pc:docMk/>
            <pc:sldMk cId="3867609284" sldId="259"/>
            <ac:picMk id="3" creationId="{C6EB0A45-69B2-6DC9-DC9E-CFBBB97916F5}"/>
          </ac:picMkLst>
        </pc:picChg>
      </pc:sldChg>
      <pc:sldChg chg="addSp modSp">
        <pc:chgData name="문 동진(KSTD)" userId="3d26c5c2-5d13-41b2-b4a9-bebd91ca5bef" providerId="ADAL" clId="{AC91C77A-115B-4066-B24C-58E72D5C40B6}" dt="2026-08-07T08:08:25.211" v="10" actId="164"/>
        <pc:sldMkLst>
          <pc:docMk/>
          <pc:sldMk cId="722934283" sldId="260"/>
        </pc:sldMkLst>
        <pc:spChg chg="mod">
          <ac:chgData name="문 동진(KSTD)" userId="3d26c5c2-5d13-41b2-b4a9-bebd91ca5bef" providerId="ADAL" clId="{AC91C77A-115B-4066-B24C-58E72D5C40B6}" dt="2026-08-07T08:08:25.211" v="10" actId="164"/>
          <ac:spMkLst>
            <pc:docMk/>
            <pc:sldMk cId="722934283" sldId="260"/>
            <ac:spMk id="7" creationId="{E8C169E6-043F-8199-78D9-AF0D85852899}"/>
          </ac:spMkLst>
        </pc:spChg>
        <pc:spChg chg="add mod">
          <ac:chgData name="문 동진(KSTD)" userId="3d26c5c2-5d13-41b2-b4a9-bebd91ca5bef" providerId="ADAL" clId="{AC91C77A-115B-4066-B24C-58E72D5C40B6}" dt="2026-08-07T08:08:25.211" v="10" actId="164"/>
          <ac:spMkLst>
            <pc:docMk/>
            <pc:sldMk cId="722934283" sldId="260"/>
            <ac:spMk id="8" creationId="{D7DA9ADA-EBCD-6944-312F-AAC387582575}"/>
          </ac:spMkLst>
        </pc:spChg>
        <pc:spChg chg="add mod">
          <ac:chgData name="문 동진(KSTD)" userId="3d26c5c2-5d13-41b2-b4a9-bebd91ca5bef" providerId="ADAL" clId="{AC91C77A-115B-4066-B24C-58E72D5C40B6}" dt="2026-08-07T08:08:25.211" v="10" actId="164"/>
          <ac:spMkLst>
            <pc:docMk/>
            <pc:sldMk cId="722934283" sldId="260"/>
            <ac:spMk id="9" creationId="{18EFEC1E-E14A-5361-FA45-0B9D8F1C9179}"/>
          </ac:spMkLst>
        </pc:spChg>
        <pc:grpChg chg="add mod">
          <ac:chgData name="문 동진(KSTD)" userId="3d26c5c2-5d13-41b2-b4a9-bebd91ca5bef" providerId="ADAL" clId="{AC91C77A-115B-4066-B24C-58E72D5C40B6}" dt="2026-08-07T08:08:25.211" v="10" actId="164"/>
          <ac:grpSpMkLst>
            <pc:docMk/>
            <pc:sldMk cId="722934283" sldId="260"/>
            <ac:grpSpMk id="10" creationId="{81ECE12F-B79D-0D8D-D04A-A7E704A80374}"/>
          </ac:grpSpMkLst>
        </pc:grpChg>
        <pc:picChg chg="mod">
          <ac:chgData name="문 동진(KSTD)" userId="3d26c5c2-5d13-41b2-b4a9-bebd91ca5bef" providerId="ADAL" clId="{AC91C77A-115B-4066-B24C-58E72D5C40B6}" dt="2026-08-07T08:08:25.211" v="10" actId="164"/>
          <ac:picMkLst>
            <pc:docMk/>
            <pc:sldMk cId="722934283" sldId="260"/>
            <ac:picMk id="3" creationId="{DF6832EA-2C4F-16F6-39E1-F831421754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80B68-A634-38CB-2BE3-2BA77BEAD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5D65B52-B578-83AD-9921-FF20C0DED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C40B68-D153-32D9-DE28-9392ABE8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F47C50-700F-3B15-EADC-48321BE8A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CECA6F-787B-901C-BCD4-4099414F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70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8596A-1731-FE7C-A96A-01B9B56D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81FF1A-CF6A-6F98-1984-D6FC01529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904E50-DC40-38F6-B639-E5AEE2489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46C89-5BA4-3245-EDB4-4BEC800F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1D874C-CAF7-C22E-BA8A-5A6A0FAC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61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A9B5C-6F60-DD0F-2369-0E1B0170D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CF9C8F-885A-0290-F649-94A33D7C7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A05C7-0233-AA7C-227B-8A2F526C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84A5A8-8B6C-57EA-4423-18D6E584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E6BE1A-2377-138C-ADE3-7FD31540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78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69360-3639-EF73-67F8-AF6DBFF2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23699-1DD9-E4CE-62CF-87CE9E807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8993A3-8E47-0055-A0AC-F2EBBA937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327D67-6464-0095-5FB1-44C654B4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77F4C7-E97F-8647-D2BA-71C44348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7A6348-DC32-3723-2D52-28CC1249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8CE7D-248B-919D-914B-787CAA175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A0ADDE-A0F5-291F-541C-F6CB7127B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20DB48-C61A-C08D-B4DB-1F8EADA41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4AF808-C77B-6542-7405-762BC1D1A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6ED284-6A67-6D94-AEC9-E4B274CF7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FBBFAD-6C1D-5A93-D9E2-F6060406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E9F1974-3AAF-9C34-9699-6C7896BC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72923F-0D95-4D18-8754-5585D802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3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952284-8A39-BA90-724F-6A0D79B5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F6DB15-89EA-DFB7-1F2E-A90895B0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BE42A3-BF3A-93D2-A188-4251AB1D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143423-4680-9FBF-CD60-6D7C7586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059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F501CE-73FE-A216-0199-66925016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4CC4D6-E493-3A51-6EF2-8F9DD04B6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5B98C-DD87-C031-30E2-060F60D9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00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EF0F4-108E-BF6B-5473-B7509D09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18E7E0-0568-32C6-A056-37C4B4110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218D2D-59B1-6804-DDF2-549679C43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75A72B-6127-1AD2-6A5F-6B4858B7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4F502A-96DF-D3DD-275B-ED172BFD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0D60BB-771C-0E59-4424-E357C58C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43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C2029-D1D5-A79C-8334-F0141C47D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314BF8-9B08-0B3A-7A7A-DDBE8AA85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071DA6-5095-AACD-1572-3334DEFB6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DE8CE7-6B50-D301-B113-7A8E819A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815521-5033-2C73-BAD9-AB6535AC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7D4AEB-7BA5-CA45-F064-B044C2FB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70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E5FCF-C86C-3629-40A7-516E438B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F63793-73CD-3D61-9ABA-098057A0F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90CFE-6C88-C96A-4D69-83B41B64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AF197A-3231-0397-3B13-997DA933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178EE2-4075-2EC5-B33A-2510E25F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12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5AC78D-5EFA-248B-E145-B29907523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59880C-209C-4236-6940-A694445A2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ECCC0-EBB1-689C-50B1-E5E8B821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4AC42D-A4A7-B6B2-58BF-32FA1107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8ACC2-5A21-1D1A-3A6F-42546BD4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53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117E774-E1C1-01BD-C9DF-2FEDF0C0D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4DA6D9-119B-438F-A960-6BE37C3B3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105E30-90AF-C5C5-6F12-0D50E77B4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59947-9552-4F91-BBA9-8CCF795DEAC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A52B6-1F14-61DD-5AF7-3A280F517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0241DD-7A5E-E71C-5FCB-9FBEA47FA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0D4B3-EA53-48E6-990F-285163D120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051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1AA10A93-F8AA-8513-F684-30094208D641}"/>
              </a:ext>
            </a:extLst>
          </p:cNvPr>
          <p:cNvGrpSpPr/>
          <p:nvPr/>
        </p:nvGrpSpPr>
        <p:grpSpPr>
          <a:xfrm>
            <a:off x="0" y="1840712"/>
            <a:ext cx="12192000" cy="3176576"/>
            <a:chOff x="0" y="1840712"/>
            <a:chExt cx="12192000" cy="317657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FBE7644-D7BF-DF59-1D04-A16FFB2D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840712"/>
              <a:ext cx="12192000" cy="3176576"/>
            </a:xfrm>
            <a:prstGeom prst="rect">
              <a:avLst/>
            </a:prstGeom>
          </p:spPr>
        </p:pic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109292C-A34B-DA61-7BAF-911983CDCA77}"/>
                </a:ext>
              </a:extLst>
            </p:cNvPr>
            <p:cNvSpPr/>
            <p:nvPr/>
          </p:nvSpPr>
          <p:spPr>
            <a:xfrm>
              <a:off x="7056582" y="2198255"/>
              <a:ext cx="2854036" cy="508000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B4FF241E-E0C1-06E5-457D-27BC9C5C3FEA}"/>
                </a:ext>
              </a:extLst>
            </p:cNvPr>
            <p:cNvSpPr/>
            <p:nvPr/>
          </p:nvSpPr>
          <p:spPr>
            <a:xfrm>
              <a:off x="1188244" y="3538538"/>
              <a:ext cx="1952625" cy="388143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68D23533-8538-4256-1FE4-E9AE96ACCC8E}"/>
                </a:ext>
              </a:extLst>
            </p:cNvPr>
            <p:cNvSpPr/>
            <p:nvPr/>
          </p:nvSpPr>
          <p:spPr>
            <a:xfrm>
              <a:off x="3154204" y="3538538"/>
              <a:ext cx="1952625" cy="388143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818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AB3BB4C6-8773-FA58-EE74-DAA13D98C509}"/>
              </a:ext>
            </a:extLst>
          </p:cNvPr>
          <p:cNvGrpSpPr/>
          <p:nvPr/>
        </p:nvGrpSpPr>
        <p:grpSpPr>
          <a:xfrm>
            <a:off x="0" y="1799376"/>
            <a:ext cx="12192000" cy="3259247"/>
            <a:chOff x="0" y="1799376"/>
            <a:chExt cx="12192000" cy="325924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8C21F46-AF57-69ED-80DE-C9009F98B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799376"/>
              <a:ext cx="12192000" cy="3259247"/>
            </a:xfrm>
            <a:prstGeom prst="rect">
              <a:avLst/>
            </a:prstGeom>
          </p:spPr>
        </p:pic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F29DB15-E964-FD3A-0B9E-793154DD3ADC}"/>
                </a:ext>
              </a:extLst>
            </p:cNvPr>
            <p:cNvGrpSpPr/>
            <p:nvPr/>
          </p:nvGrpSpPr>
          <p:grpSpPr>
            <a:xfrm>
              <a:off x="1188244" y="2198255"/>
              <a:ext cx="8722374" cy="1728426"/>
              <a:chOff x="1188244" y="2198255"/>
              <a:chExt cx="8722374" cy="1728426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0EA85792-4372-C301-48AE-464F69123ED6}"/>
                  </a:ext>
                </a:extLst>
              </p:cNvPr>
              <p:cNvSpPr/>
              <p:nvPr/>
            </p:nvSpPr>
            <p:spPr>
              <a:xfrm>
                <a:off x="7056582" y="2198255"/>
                <a:ext cx="2854036" cy="508000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50000"/>
                  <a:lumOff val="50000"/>
                  <a:alpha val="20000"/>
                </a:schemeClr>
              </a:solidFill>
              <a:ln w="127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5000"/>
                        <a:lumOff val="75000"/>
                      </a:schemeClr>
                    </a:solidFill>
                  </a:ln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F22E708E-8C71-8056-6CB6-27534AC58382}"/>
                  </a:ext>
                </a:extLst>
              </p:cNvPr>
              <p:cNvSpPr/>
              <p:nvPr/>
            </p:nvSpPr>
            <p:spPr>
              <a:xfrm>
                <a:off x="1188244" y="3538538"/>
                <a:ext cx="1952625" cy="388143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50000"/>
                  <a:lumOff val="50000"/>
                  <a:alpha val="20000"/>
                </a:schemeClr>
              </a:solidFill>
              <a:ln w="127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5000"/>
                        <a:lumOff val="75000"/>
                      </a:schemeClr>
                    </a:solidFill>
                  </a:ln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9A78F316-8F78-68E1-98F3-F77B5C2A5C69}"/>
                  </a:ext>
                </a:extLst>
              </p:cNvPr>
              <p:cNvSpPr/>
              <p:nvPr/>
            </p:nvSpPr>
            <p:spPr>
              <a:xfrm>
                <a:off x="3154204" y="3538538"/>
                <a:ext cx="1952625" cy="388143"/>
              </a:xfrm>
              <a:prstGeom prst="roundRect">
                <a:avLst>
                  <a:gd name="adj" fmla="val 0"/>
                </a:avLst>
              </a:prstGeom>
              <a:solidFill>
                <a:schemeClr val="tx2">
                  <a:lumMod val="50000"/>
                  <a:lumOff val="50000"/>
                  <a:alpha val="20000"/>
                </a:schemeClr>
              </a:solidFill>
              <a:ln w="127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n>
                    <a:solidFill>
                      <a:schemeClr val="tx2">
                        <a:lumMod val="25000"/>
                        <a:lumOff val="75000"/>
                      </a:schemeClr>
                    </a:solidFill>
                  </a:ln>
                  <a:solidFill>
                    <a:schemeClr val="accent1">
                      <a:lumMod val="20000"/>
                      <a:lumOff val="80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3370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801159-CCDE-3F3C-3F5F-9FC7FE70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-188073"/>
            <a:ext cx="12192000" cy="2991664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FD75B28F-F5DD-AA27-9918-D6576F8F2355}"/>
              </a:ext>
            </a:extLst>
          </p:cNvPr>
          <p:cNvGrpSpPr/>
          <p:nvPr/>
        </p:nvGrpSpPr>
        <p:grpSpPr>
          <a:xfrm>
            <a:off x="0" y="3078724"/>
            <a:ext cx="12192000" cy="4446953"/>
            <a:chOff x="0" y="4994609"/>
            <a:chExt cx="12192000" cy="444695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D06B3A5-46C7-F4A3-BF75-C32ACE17D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994609"/>
              <a:ext cx="12192000" cy="4446953"/>
            </a:xfrm>
            <a:prstGeom prst="rect">
              <a:avLst/>
            </a:prstGeom>
          </p:spPr>
        </p:pic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870B6DC-0F0C-4906-A44F-FC03B182995F}"/>
                </a:ext>
              </a:extLst>
            </p:cNvPr>
            <p:cNvSpPr/>
            <p:nvPr/>
          </p:nvSpPr>
          <p:spPr>
            <a:xfrm>
              <a:off x="1133476" y="6808209"/>
              <a:ext cx="1966480" cy="442335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9D91E40-43BF-54D1-FD34-0960F51F6733}"/>
                </a:ext>
              </a:extLst>
            </p:cNvPr>
            <p:cNvSpPr/>
            <p:nvPr/>
          </p:nvSpPr>
          <p:spPr>
            <a:xfrm>
              <a:off x="5038725" y="7722610"/>
              <a:ext cx="1986685" cy="442335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DEE8B7B-806E-8E32-1A2C-239A411843C1}"/>
                </a:ext>
              </a:extLst>
            </p:cNvPr>
            <p:cNvSpPr/>
            <p:nvPr/>
          </p:nvSpPr>
          <p:spPr>
            <a:xfrm>
              <a:off x="7025410" y="5459701"/>
              <a:ext cx="1935033" cy="442335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636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5F8920F4-E453-7261-19C3-FE86DEAEA204}"/>
              </a:ext>
            </a:extLst>
          </p:cNvPr>
          <p:cNvGrpSpPr/>
          <p:nvPr/>
        </p:nvGrpSpPr>
        <p:grpSpPr>
          <a:xfrm>
            <a:off x="0" y="1932145"/>
            <a:ext cx="12192000" cy="2993710"/>
            <a:chOff x="0" y="1932145"/>
            <a:chExt cx="12192000" cy="299371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6EB0A45-69B2-6DC9-DC9E-CFBBB9791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932145"/>
              <a:ext cx="12192000" cy="2993710"/>
            </a:xfrm>
            <a:prstGeom prst="rect">
              <a:avLst/>
            </a:prstGeom>
          </p:spPr>
        </p:pic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C0CA252-4811-2B20-82FB-58EDA63A1DA7}"/>
                </a:ext>
              </a:extLst>
            </p:cNvPr>
            <p:cNvSpPr/>
            <p:nvPr/>
          </p:nvSpPr>
          <p:spPr>
            <a:xfrm>
              <a:off x="1214568" y="3760211"/>
              <a:ext cx="1954479" cy="438409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DD6F8C71-4355-DD9C-D911-A3B0A3481B19}"/>
                </a:ext>
              </a:extLst>
            </p:cNvPr>
            <p:cNvSpPr/>
            <p:nvPr/>
          </p:nvSpPr>
          <p:spPr>
            <a:xfrm>
              <a:off x="7070487" y="2411471"/>
              <a:ext cx="1954479" cy="438409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447C427D-A61E-3598-4A04-C9FD6975DA26}"/>
                </a:ext>
              </a:extLst>
            </p:cNvPr>
            <p:cNvSpPr/>
            <p:nvPr/>
          </p:nvSpPr>
          <p:spPr>
            <a:xfrm>
              <a:off x="3169047" y="3760211"/>
              <a:ext cx="1954479" cy="438409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760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81ECE12F-B79D-0D8D-D04A-A7E704A80374}"/>
              </a:ext>
            </a:extLst>
          </p:cNvPr>
          <p:cNvGrpSpPr/>
          <p:nvPr/>
        </p:nvGrpSpPr>
        <p:grpSpPr>
          <a:xfrm>
            <a:off x="0" y="1803400"/>
            <a:ext cx="12192000" cy="2991807"/>
            <a:chOff x="0" y="1803400"/>
            <a:chExt cx="12192000" cy="299180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F6832EA-2C4F-16F6-39E1-F83142175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803400"/>
              <a:ext cx="12192000" cy="2991807"/>
            </a:xfrm>
            <a:prstGeom prst="rect">
              <a:avLst/>
            </a:prstGeom>
          </p:spPr>
        </p:pic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8C169E6-043F-8199-78D9-AF0D85852899}"/>
                </a:ext>
              </a:extLst>
            </p:cNvPr>
            <p:cNvSpPr/>
            <p:nvPr/>
          </p:nvSpPr>
          <p:spPr>
            <a:xfrm>
              <a:off x="1177623" y="3630902"/>
              <a:ext cx="1916560" cy="438409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7DA9ADA-EBCD-6944-312F-AAC387582575}"/>
                </a:ext>
              </a:extLst>
            </p:cNvPr>
            <p:cNvSpPr/>
            <p:nvPr/>
          </p:nvSpPr>
          <p:spPr>
            <a:xfrm>
              <a:off x="3094183" y="3630901"/>
              <a:ext cx="1981215" cy="438409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18EFEC1E-E14A-5361-FA45-0B9D8F1C9179}"/>
                </a:ext>
              </a:extLst>
            </p:cNvPr>
            <p:cNvSpPr/>
            <p:nvPr/>
          </p:nvSpPr>
          <p:spPr>
            <a:xfrm>
              <a:off x="7019638" y="2291628"/>
              <a:ext cx="1981215" cy="438409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50000"/>
                <a:lumOff val="50000"/>
                <a:alpha val="20000"/>
              </a:schemeClr>
            </a:solidFill>
            <a:ln w="127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2934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 동진(KSTD)</dc:creator>
  <cp:lastModifiedBy>문 동진(KSTD)</cp:lastModifiedBy>
  <cp:revision>1</cp:revision>
  <dcterms:created xsi:type="dcterms:W3CDTF">2026-08-07T05:56:59Z</dcterms:created>
  <dcterms:modified xsi:type="dcterms:W3CDTF">2026-08-07T08:08:32Z</dcterms:modified>
</cp:coreProperties>
</file>