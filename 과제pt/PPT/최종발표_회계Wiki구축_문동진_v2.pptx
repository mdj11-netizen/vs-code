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9.xml" ContentType="application/vnd.openxmlformats-officedocument.presentationml.notesSlide+xml"/>
  <Override PartName="/ppt/theme/themeOverride2.xml" ContentType="application/vnd.openxmlformats-officedocument.themeOverr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75" r:id="rId3"/>
    <p:sldId id="278" r:id="rId4"/>
    <p:sldId id="258" r:id="rId5"/>
    <p:sldId id="259" r:id="rId6"/>
    <p:sldId id="274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77" r:id="rId17"/>
    <p:sldId id="279" r:id="rId18"/>
    <p:sldId id="280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1F5F9"/>
    <a:srgbClr val="F8FAFC"/>
    <a:srgbClr val="0F17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AD11925-C5CA-4787-BF72-561D35098D9E}" v="123" dt="2026-08-07T04:26:31.37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00" d="100"/>
          <a:sy n="100" d="100"/>
        </p:scale>
        <p:origin x="234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문 동진(KSTD)" userId="3d26c5c2-5d13-41b2-b4a9-bebd91ca5bef" providerId="ADAL" clId="{AC91C77A-115B-4066-B24C-58E72D5C40B6}"/>
    <pc:docChg chg="undo redo custSel addSld delSld modSld">
      <pc:chgData name="문 동진(KSTD)" userId="3d26c5c2-5d13-41b2-b4a9-bebd91ca5bef" providerId="ADAL" clId="{AC91C77A-115B-4066-B24C-58E72D5C40B6}" dt="2026-08-07T04:27:47.364" v="1152" actId="478"/>
      <pc:docMkLst>
        <pc:docMk/>
      </pc:docMkLst>
      <pc:sldChg chg="addSp delSp modSp mod">
        <pc:chgData name="문 동진(KSTD)" userId="3d26c5c2-5d13-41b2-b4a9-bebd91ca5bef" providerId="ADAL" clId="{AC91C77A-115B-4066-B24C-58E72D5C40B6}" dt="2026-08-07T01:41:33.079" v="36" actId="1076"/>
        <pc:sldMkLst>
          <pc:docMk/>
          <pc:sldMk cId="0" sldId="256"/>
        </pc:sldMkLst>
        <pc:spChg chg="mod">
          <ac:chgData name="문 동진(KSTD)" userId="3d26c5c2-5d13-41b2-b4a9-bebd91ca5bef" providerId="ADAL" clId="{AC91C77A-115B-4066-B24C-58E72D5C40B6}" dt="2026-08-07T01:41:04.546" v="31" actId="1076"/>
          <ac:spMkLst>
            <pc:docMk/>
            <pc:sldMk cId="0" sldId="256"/>
            <ac:spMk id="2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1:41:02.117" v="30" actId="1076"/>
          <ac:spMkLst>
            <pc:docMk/>
            <pc:sldMk cId="0" sldId="256"/>
            <ac:spMk id="3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1:41:02.117" v="30" actId="1076"/>
          <ac:spMkLst>
            <pc:docMk/>
            <pc:sldMk cId="0" sldId="256"/>
            <ac:spMk id="4" creationId="{00000000-0000-0000-0000-000000000000}"/>
          </ac:spMkLst>
        </pc:spChg>
        <pc:spChg chg="del">
          <ac:chgData name="문 동진(KSTD)" userId="3d26c5c2-5d13-41b2-b4a9-bebd91ca5bef" providerId="ADAL" clId="{AC91C77A-115B-4066-B24C-58E72D5C40B6}" dt="2026-08-07T01:40:56.774" v="29" actId="478"/>
          <ac:spMkLst>
            <pc:docMk/>
            <pc:sldMk cId="0" sldId="256"/>
            <ac:spMk id="5" creationId="{00000000-0000-0000-0000-000000000000}"/>
          </ac:spMkLst>
        </pc:spChg>
        <pc:spChg chg="del">
          <ac:chgData name="문 동진(KSTD)" userId="3d26c5c2-5d13-41b2-b4a9-bebd91ca5bef" providerId="ADAL" clId="{AC91C77A-115B-4066-B24C-58E72D5C40B6}" dt="2026-08-07T01:40:56.774" v="29" actId="478"/>
          <ac:spMkLst>
            <pc:docMk/>
            <pc:sldMk cId="0" sldId="256"/>
            <ac:spMk id="6" creationId="{00000000-0000-0000-0000-000000000000}"/>
          </ac:spMkLst>
        </pc:spChg>
        <pc:spChg chg="del">
          <ac:chgData name="문 동진(KSTD)" userId="3d26c5c2-5d13-41b2-b4a9-bebd91ca5bef" providerId="ADAL" clId="{AC91C77A-115B-4066-B24C-58E72D5C40B6}" dt="2026-08-07T01:40:56.774" v="29" actId="478"/>
          <ac:spMkLst>
            <pc:docMk/>
            <pc:sldMk cId="0" sldId="256"/>
            <ac:spMk id="7" creationId="{00000000-0000-0000-0000-000000000000}"/>
          </ac:spMkLst>
        </pc:spChg>
        <pc:spChg chg="add">
          <ac:chgData name="문 동진(KSTD)" userId="3d26c5c2-5d13-41b2-b4a9-bebd91ca5bef" providerId="ADAL" clId="{AC91C77A-115B-4066-B24C-58E72D5C40B6}" dt="2026-08-07T01:40:53.593" v="28" actId="22"/>
          <ac:spMkLst>
            <pc:docMk/>
            <pc:sldMk cId="0" sldId="256"/>
            <ac:spMk id="13" creationId="{4CD2997C-AF44-B2F4-E54D-F34B252E7592}"/>
          </ac:spMkLst>
        </pc:spChg>
        <pc:spChg chg="add">
          <ac:chgData name="문 동진(KSTD)" userId="3d26c5c2-5d13-41b2-b4a9-bebd91ca5bef" providerId="ADAL" clId="{AC91C77A-115B-4066-B24C-58E72D5C40B6}" dt="2026-08-07T01:40:53.593" v="28" actId="22"/>
          <ac:spMkLst>
            <pc:docMk/>
            <pc:sldMk cId="0" sldId="256"/>
            <ac:spMk id="15" creationId="{0E423F01-0141-C3F9-20ED-E6FF0F29938D}"/>
          </ac:spMkLst>
        </pc:spChg>
        <pc:grpChg chg="add mod">
          <ac:chgData name="문 동진(KSTD)" userId="3d26c5c2-5d13-41b2-b4a9-bebd91ca5bef" providerId="ADAL" clId="{AC91C77A-115B-4066-B24C-58E72D5C40B6}" dt="2026-08-07T01:41:33.079" v="36" actId="1076"/>
          <ac:grpSpMkLst>
            <pc:docMk/>
            <pc:sldMk cId="0" sldId="256"/>
            <ac:grpSpMk id="16" creationId="{15A8EA95-FA98-15C9-5092-C63B2B8DF361}"/>
          </ac:grpSpMkLst>
        </pc:grpChg>
        <pc:picChg chg="del mod">
          <ac:chgData name="문 동진(KSTD)" userId="3d26c5c2-5d13-41b2-b4a9-bebd91ca5bef" providerId="ADAL" clId="{AC91C77A-115B-4066-B24C-58E72D5C40B6}" dt="2026-08-07T01:41:18.423" v="33" actId="478"/>
          <ac:picMkLst>
            <pc:docMk/>
            <pc:sldMk cId="0" sldId="256"/>
            <ac:picMk id="8" creationId="{00000000-0000-0000-0000-000000000000}"/>
          </ac:picMkLst>
        </pc:picChg>
        <pc:picChg chg="del mod">
          <ac:chgData name="문 동진(KSTD)" userId="3d26c5c2-5d13-41b2-b4a9-bebd91ca5bef" providerId="ADAL" clId="{AC91C77A-115B-4066-B24C-58E72D5C40B6}" dt="2026-08-07T01:41:18.423" v="33" actId="478"/>
          <ac:picMkLst>
            <pc:docMk/>
            <pc:sldMk cId="0" sldId="256"/>
            <ac:picMk id="9" creationId="{00000000-0000-0000-0000-000000000000}"/>
          </ac:picMkLst>
        </pc:picChg>
        <pc:picChg chg="add">
          <ac:chgData name="문 동진(KSTD)" userId="3d26c5c2-5d13-41b2-b4a9-bebd91ca5bef" providerId="ADAL" clId="{AC91C77A-115B-4066-B24C-58E72D5C40B6}" dt="2026-08-07T01:40:53.593" v="28" actId="22"/>
          <ac:picMkLst>
            <pc:docMk/>
            <pc:sldMk cId="0" sldId="256"/>
            <ac:picMk id="11" creationId="{4E911961-C00C-6D3E-F22D-06980ACA2757}"/>
          </ac:picMkLst>
        </pc:picChg>
        <pc:picChg chg="mod">
          <ac:chgData name="문 동진(KSTD)" userId="3d26c5c2-5d13-41b2-b4a9-bebd91ca5bef" providerId="ADAL" clId="{AC91C77A-115B-4066-B24C-58E72D5C40B6}" dt="2026-08-07T01:41:18.650" v="34"/>
          <ac:picMkLst>
            <pc:docMk/>
            <pc:sldMk cId="0" sldId="256"/>
            <ac:picMk id="17" creationId="{AFF47D97-3D80-AE7D-E6C7-02F0C8EBF377}"/>
          </ac:picMkLst>
        </pc:picChg>
        <pc:picChg chg="mod">
          <ac:chgData name="문 동진(KSTD)" userId="3d26c5c2-5d13-41b2-b4a9-bebd91ca5bef" providerId="ADAL" clId="{AC91C77A-115B-4066-B24C-58E72D5C40B6}" dt="2026-08-07T01:41:18.650" v="34"/>
          <ac:picMkLst>
            <pc:docMk/>
            <pc:sldMk cId="0" sldId="256"/>
            <ac:picMk id="18" creationId="{2D71C524-643F-2480-C54E-2D49B5AFB650}"/>
          </ac:picMkLst>
        </pc:picChg>
      </pc:sldChg>
      <pc:sldChg chg="addSp delSp modSp del mod">
        <pc:chgData name="문 동진(KSTD)" userId="3d26c5c2-5d13-41b2-b4a9-bebd91ca5bef" providerId="ADAL" clId="{AC91C77A-115B-4066-B24C-58E72D5C40B6}" dt="2026-08-07T02:11:39.898" v="424" actId="47"/>
        <pc:sldMkLst>
          <pc:docMk/>
          <pc:sldMk cId="0" sldId="257"/>
        </pc:sldMkLst>
        <pc:spChg chg="mod">
          <ac:chgData name="문 동진(KSTD)" userId="3d26c5c2-5d13-41b2-b4a9-bebd91ca5bef" providerId="ADAL" clId="{AC91C77A-115B-4066-B24C-58E72D5C40B6}" dt="2026-08-07T01:45:32.115" v="105" actId="1076"/>
          <ac:spMkLst>
            <pc:docMk/>
            <pc:sldMk cId="0" sldId="257"/>
            <ac:spMk id="5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1:45:38.642" v="106" actId="1076"/>
          <ac:spMkLst>
            <pc:docMk/>
            <pc:sldMk cId="0" sldId="257"/>
            <ac:spMk id="20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1:45:38.642" v="106" actId="1076"/>
          <ac:spMkLst>
            <pc:docMk/>
            <pc:sldMk cId="0" sldId="257"/>
            <ac:spMk id="21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1:45:14.739" v="99" actId="1076"/>
          <ac:spMkLst>
            <pc:docMk/>
            <pc:sldMk cId="0" sldId="257"/>
            <ac:spMk id="22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1:45:20.910" v="100" actId="14100"/>
          <ac:spMkLst>
            <pc:docMk/>
            <pc:sldMk cId="0" sldId="257"/>
            <ac:spMk id="23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1:45:30.347" v="103" actId="1076"/>
          <ac:spMkLst>
            <pc:docMk/>
            <pc:sldMk cId="0" sldId="257"/>
            <ac:spMk id="24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1:45:30.347" v="103" actId="1076"/>
          <ac:spMkLst>
            <pc:docMk/>
            <pc:sldMk cId="0" sldId="257"/>
            <ac:spMk id="25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1:45:38.642" v="106" actId="1076"/>
          <ac:spMkLst>
            <pc:docMk/>
            <pc:sldMk cId="0" sldId="257"/>
            <ac:spMk id="26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1:45:38.642" v="106" actId="1076"/>
          <ac:spMkLst>
            <pc:docMk/>
            <pc:sldMk cId="0" sldId="257"/>
            <ac:spMk id="27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1:45:20.910" v="100" actId="14100"/>
          <ac:spMkLst>
            <pc:docMk/>
            <pc:sldMk cId="0" sldId="257"/>
            <ac:spMk id="28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1:45:30.347" v="103" actId="1076"/>
          <ac:spMkLst>
            <pc:docMk/>
            <pc:sldMk cId="0" sldId="257"/>
            <ac:spMk id="30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1:45:30.347" v="103" actId="1076"/>
          <ac:spMkLst>
            <pc:docMk/>
            <pc:sldMk cId="0" sldId="257"/>
            <ac:spMk id="31" creationId="{00000000-0000-0000-0000-000000000000}"/>
          </ac:spMkLst>
        </pc:spChg>
        <pc:spChg chg="del">
          <ac:chgData name="문 동진(KSTD)" userId="3d26c5c2-5d13-41b2-b4a9-bebd91ca5bef" providerId="ADAL" clId="{AC91C77A-115B-4066-B24C-58E72D5C40B6}" dt="2026-08-07T01:41:50.043" v="39" actId="478"/>
          <ac:spMkLst>
            <pc:docMk/>
            <pc:sldMk cId="0" sldId="257"/>
            <ac:spMk id="37" creationId="{00000000-0000-0000-0000-000000000000}"/>
          </ac:spMkLst>
        </pc:spChg>
        <pc:grpChg chg="add mod">
          <ac:chgData name="문 동진(KSTD)" userId="3d26c5c2-5d13-41b2-b4a9-bebd91ca5bef" providerId="ADAL" clId="{AC91C77A-115B-4066-B24C-58E72D5C40B6}" dt="2026-08-07T01:41:58.417" v="43" actId="1076"/>
          <ac:grpSpMkLst>
            <pc:docMk/>
            <pc:sldMk cId="0" sldId="257"/>
            <ac:grpSpMk id="40" creationId="{8F9A9A16-EB1C-BEED-996E-D3C55F5440D4}"/>
          </ac:grpSpMkLst>
        </pc:grpChg>
        <pc:picChg chg="del mod">
          <ac:chgData name="문 동진(KSTD)" userId="3d26c5c2-5d13-41b2-b4a9-bebd91ca5bef" providerId="ADAL" clId="{AC91C77A-115B-4066-B24C-58E72D5C40B6}" dt="2026-08-07T01:41:50.043" v="39" actId="478"/>
          <ac:picMkLst>
            <pc:docMk/>
            <pc:sldMk cId="0" sldId="257"/>
            <ac:picMk id="36" creationId="{00000000-0000-0000-0000-000000000000}"/>
          </ac:picMkLst>
        </pc:picChg>
        <pc:picChg chg="del mod">
          <ac:chgData name="문 동진(KSTD)" userId="3d26c5c2-5d13-41b2-b4a9-bebd91ca5bef" providerId="ADAL" clId="{AC91C77A-115B-4066-B24C-58E72D5C40B6}" dt="2026-08-07T01:41:50.043" v="39" actId="478"/>
          <ac:picMkLst>
            <pc:docMk/>
            <pc:sldMk cId="0" sldId="257"/>
            <ac:picMk id="38" creationId="{00000000-0000-0000-0000-000000000000}"/>
          </ac:picMkLst>
        </pc:picChg>
        <pc:picChg chg="mod">
          <ac:chgData name="문 동진(KSTD)" userId="3d26c5c2-5d13-41b2-b4a9-bebd91ca5bef" providerId="ADAL" clId="{AC91C77A-115B-4066-B24C-58E72D5C40B6}" dt="2026-08-07T01:41:50.332" v="40"/>
          <ac:picMkLst>
            <pc:docMk/>
            <pc:sldMk cId="0" sldId="257"/>
            <ac:picMk id="41" creationId="{52710CF8-0FAF-3D88-38C3-5DB3897569D5}"/>
          </ac:picMkLst>
        </pc:picChg>
        <pc:picChg chg="mod">
          <ac:chgData name="문 동진(KSTD)" userId="3d26c5c2-5d13-41b2-b4a9-bebd91ca5bef" providerId="ADAL" clId="{AC91C77A-115B-4066-B24C-58E72D5C40B6}" dt="2026-08-07T01:41:50.332" v="40"/>
          <ac:picMkLst>
            <pc:docMk/>
            <pc:sldMk cId="0" sldId="257"/>
            <ac:picMk id="42" creationId="{371C1DE2-AF6A-1758-1339-F739A1F8DFD5}"/>
          </ac:picMkLst>
        </pc:picChg>
      </pc:sldChg>
      <pc:sldChg chg="addSp delSp modSp mod">
        <pc:chgData name="문 동진(KSTD)" userId="3d26c5c2-5d13-41b2-b4a9-bebd91ca5bef" providerId="ADAL" clId="{AC91C77A-115B-4066-B24C-58E72D5C40B6}" dt="2026-08-07T04:18:08.759" v="1066" actId="207"/>
        <pc:sldMkLst>
          <pc:docMk/>
          <pc:sldMk cId="0" sldId="258"/>
        </pc:sldMkLst>
        <pc:spChg chg="mod">
          <ac:chgData name="문 동진(KSTD)" userId="3d26c5c2-5d13-41b2-b4a9-bebd91ca5bef" providerId="ADAL" clId="{AC91C77A-115B-4066-B24C-58E72D5C40B6}" dt="2026-08-07T04:18:08.759" v="1066" actId="207"/>
          <ac:spMkLst>
            <pc:docMk/>
            <pc:sldMk cId="0" sldId="258"/>
            <ac:spMk id="5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2:28:53.500" v="673" actId="122"/>
          <ac:spMkLst>
            <pc:docMk/>
            <pc:sldMk cId="0" sldId="258"/>
            <ac:spMk id="6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2:28:50.249" v="672" actId="1076"/>
          <ac:spMkLst>
            <pc:docMk/>
            <pc:sldMk cId="0" sldId="258"/>
            <ac:spMk id="7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2:28:50.249" v="672" actId="1076"/>
          <ac:spMkLst>
            <pc:docMk/>
            <pc:sldMk cId="0" sldId="258"/>
            <ac:spMk id="8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2:28:50.249" v="672" actId="1076"/>
          <ac:spMkLst>
            <pc:docMk/>
            <pc:sldMk cId="0" sldId="258"/>
            <ac:spMk id="9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2:28:50.249" v="672" actId="1076"/>
          <ac:spMkLst>
            <pc:docMk/>
            <pc:sldMk cId="0" sldId="258"/>
            <ac:spMk id="10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2:28:50.249" v="672" actId="1076"/>
          <ac:spMkLst>
            <pc:docMk/>
            <pc:sldMk cId="0" sldId="258"/>
            <ac:spMk id="11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2:28:26.291" v="668" actId="1076"/>
          <ac:spMkLst>
            <pc:docMk/>
            <pc:sldMk cId="0" sldId="258"/>
            <ac:spMk id="12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2:28:26.291" v="668" actId="1076"/>
          <ac:spMkLst>
            <pc:docMk/>
            <pc:sldMk cId="0" sldId="258"/>
            <ac:spMk id="13" creationId="{00000000-0000-0000-0000-000000000000}"/>
          </ac:spMkLst>
        </pc:spChg>
        <pc:spChg chg="del mod">
          <ac:chgData name="문 동진(KSTD)" userId="3d26c5c2-5d13-41b2-b4a9-bebd91ca5bef" providerId="ADAL" clId="{AC91C77A-115B-4066-B24C-58E72D5C40B6}" dt="2026-08-07T02:28:18.145" v="667" actId="478"/>
          <ac:spMkLst>
            <pc:docMk/>
            <pc:sldMk cId="0" sldId="258"/>
            <ac:spMk id="14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4:18:08.759" v="1066" actId="207"/>
          <ac:spMkLst>
            <pc:docMk/>
            <pc:sldMk cId="0" sldId="258"/>
            <ac:spMk id="15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2:28:55.052" v="674" actId="122"/>
          <ac:spMkLst>
            <pc:docMk/>
            <pc:sldMk cId="0" sldId="258"/>
            <ac:spMk id="16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2:28:38.233" v="671" actId="1076"/>
          <ac:spMkLst>
            <pc:docMk/>
            <pc:sldMk cId="0" sldId="258"/>
            <ac:spMk id="26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2:27:45.162" v="662" actId="255"/>
          <ac:spMkLst>
            <pc:docMk/>
            <pc:sldMk cId="0" sldId="258"/>
            <ac:spMk id="27" creationId="{00000000-0000-0000-0000-000000000000}"/>
          </ac:spMkLst>
        </pc:spChg>
        <pc:grpChg chg="add mod">
          <ac:chgData name="문 동진(KSTD)" userId="3d26c5c2-5d13-41b2-b4a9-bebd91ca5bef" providerId="ADAL" clId="{AC91C77A-115B-4066-B24C-58E72D5C40B6}" dt="2026-08-07T01:42:13.024" v="45"/>
          <ac:grpSpMkLst>
            <pc:docMk/>
            <pc:sldMk cId="0" sldId="258"/>
            <ac:grpSpMk id="33" creationId="{C7F41FAA-7C03-9616-4B84-5C190077186E}"/>
          </ac:grpSpMkLst>
        </pc:grpChg>
        <pc:grpChg chg="add mod">
          <ac:chgData name="문 동진(KSTD)" userId="3d26c5c2-5d13-41b2-b4a9-bebd91ca5bef" providerId="ADAL" clId="{AC91C77A-115B-4066-B24C-58E72D5C40B6}" dt="2026-08-07T01:42:17.054" v="46"/>
          <ac:grpSpMkLst>
            <pc:docMk/>
            <pc:sldMk cId="0" sldId="258"/>
            <ac:grpSpMk id="36" creationId="{770A6F5F-8015-FF92-7EF6-C23CC61975D6}"/>
          </ac:grpSpMkLst>
        </pc:grpChg>
        <pc:picChg chg="del">
          <ac:chgData name="문 동진(KSTD)" userId="3d26c5c2-5d13-41b2-b4a9-bebd91ca5bef" providerId="ADAL" clId="{AC91C77A-115B-4066-B24C-58E72D5C40B6}" dt="2026-08-07T01:42:12.102" v="44" actId="478"/>
          <ac:picMkLst>
            <pc:docMk/>
            <pc:sldMk cId="0" sldId="258"/>
            <ac:picMk id="29" creationId="{00000000-0000-0000-0000-000000000000}"/>
          </ac:picMkLst>
        </pc:picChg>
        <pc:picChg chg="del">
          <ac:chgData name="문 동진(KSTD)" userId="3d26c5c2-5d13-41b2-b4a9-bebd91ca5bef" providerId="ADAL" clId="{AC91C77A-115B-4066-B24C-58E72D5C40B6}" dt="2026-08-07T01:42:12.102" v="44" actId="478"/>
          <ac:picMkLst>
            <pc:docMk/>
            <pc:sldMk cId="0" sldId="258"/>
            <ac:picMk id="31" creationId="{00000000-0000-0000-0000-000000000000}"/>
          </ac:picMkLst>
        </pc:picChg>
        <pc:picChg chg="mod">
          <ac:chgData name="문 동진(KSTD)" userId="3d26c5c2-5d13-41b2-b4a9-bebd91ca5bef" providerId="ADAL" clId="{AC91C77A-115B-4066-B24C-58E72D5C40B6}" dt="2026-08-07T01:42:13.024" v="45"/>
          <ac:picMkLst>
            <pc:docMk/>
            <pc:sldMk cId="0" sldId="258"/>
            <ac:picMk id="34" creationId="{CFC58BE7-C5C6-1509-E70E-399DE0432878}"/>
          </ac:picMkLst>
        </pc:picChg>
        <pc:picChg chg="mod">
          <ac:chgData name="문 동진(KSTD)" userId="3d26c5c2-5d13-41b2-b4a9-bebd91ca5bef" providerId="ADAL" clId="{AC91C77A-115B-4066-B24C-58E72D5C40B6}" dt="2026-08-07T01:42:13.024" v="45"/>
          <ac:picMkLst>
            <pc:docMk/>
            <pc:sldMk cId="0" sldId="258"/>
            <ac:picMk id="35" creationId="{5BC6170B-DF11-238C-DB3E-31A46DDFA7C3}"/>
          </ac:picMkLst>
        </pc:picChg>
        <pc:picChg chg="mod">
          <ac:chgData name="문 동진(KSTD)" userId="3d26c5c2-5d13-41b2-b4a9-bebd91ca5bef" providerId="ADAL" clId="{AC91C77A-115B-4066-B24C-58E72D5C40B6}" dt="2026-08-07T01:42:17.054" v="46"/>
          <ac:picMkLst>
            <pc:docMk/>
            <pc:sldMk cId="0" sldId="258"/>
            <ac:picMk id="37" creationId="{304207D7-9D1D-AABD-560A-E0E1E4221CFF}"/>
          </ac:picMkLst>
        </pc:picChg>
        <pc:picChg chg="mod">
          <ac:chgData name="문 동진(KSTD)" userId="3d26c5c2-5d13-41b2-b4a9-bebd91ca5bef" providerId="ADAL" clId="{AC91C77A-115B-4066-B24C-58E72D5C40B6}" dt="2026-08-07T01:42:17.054" v="46"/>
          <ac:picMkLst>
            <pc:docMk/>
            <pc:sldMk cId="0" sldId="258"/>
            <ac:picMk id="38" creationId="{37C30C63-270F-4DD3-326A-8A5495417DD3}"/>
          </ac:picMkLst>
        </pc:picChg>
        <pc:picChg chg="add ord">
          <ac:chgData name="문 동진(KSTD)" userId="3d26c5c2-5d13-41b2-b4a9-bebd91ca5bef" providerId="ADAL" clId="{AC91C77A-115B-4066-B24C-58E72D5C40B6}" dt="2026-08-07T04:14:11.013" v="1032" actId="167"/>
          <ac:picMkLst>
            <pc:docMk/>
            <pc:sldMk cId="0" sldId="258"/>
            <ac:picMk id="40" creationId="{18650CBD-3D43-0CCF-CEDE-57994DD8AB94}"/>
          </ac:picMkLst>
        </pc:picChg>
        <pc:picChg chg="add del">
          <ac:chgData name="문 동진(KSTD)" userId="3d26c5c2-5d13-41b2-b4a9-bebd91ca5bef" providerId="ADAL" clId="{AC91C77A-115B-4066-B24C-58E72D5C40B6}" dt="2026-08-07T04:14:12.152" v="1034" actId="22"/>
          <ac:picMkLst>
            <pc:docMk/>
            <pc:sldMk cId="0" sldId="258"/>
            <ac:picMk id="42" creationId="{3D8E3705-8BE9-14D8-399C-C05A51F90184}"/>
          </ac:picMkLst>
        </pc:picChg>
      </pc:sldChg>
      <pc:sldChg chg="addSp delSp modSp mod">
        <pc:chgData name="문 동진(KSTD)" userId="3d26c5c2-5d13-41b2-b4a9-bebd91ca5bef" providerId="ADAL" clId="{AC91C77A-115B-4066-B24C-58E72D5C40B6}" dt="2026-08-07T04:18:22.936" v="1068" actId="207"/>
        <pc:sldMkLst>
          <pc:docMk/>
          <pc:sldMk cId="0" sldId="259"/>
        </pc:sldMkLst>
        <pc:spChg chg="mod">
          <ac:chgData name="문 동진(KSTD)" userId="3d26c5c2-5d13-41b2-b4a9-bebd91ca5bef" providerId="ADAL" clId="{AC91C77A-115B-4066-B24C-58E72D5C40B6}" dt="2026-08-07T02:05:45.142" v="383" actId="255"/>
          <ac:spMkLst>
            <pc:docMk/>
            <pc:sldMk cId="0" sldId="259"/>
            <ac:spMk id="4" creationId="{00000000-0000-0000-0000-000000000000}"/>
          </ac:spMkLst>
        </pc:spChg>
        <pc:spChg chg="add del mod">
          <ac:chgData name="문 동진(KSTD)" userId="3d26c5c2-5d13-41b2-b4a9-bebd91ca5bef" providerId="ADAL" clId="{AC91C77A-115B-4066-B24C-58E72D5C40B6}" dt="2026-08-07T04:18:22.936" v="1068" actId="207"/>
          <ac:spMkLst>
            <pc:docMk/>
            <pc:sldMk cId="0" sldId="259"/>
            <ac:spMk id="5" creationId="{00000000-0000-0000-0000-000000000000}"/>
          </ac:spMkLst>
        </pc:spChg>
        <pc:spChg chg="del mod">
          <ac:chgData name="문 동진(KSTD)" userId="3d26c5c2-5d13-41b2-b4a9-bebd91ca5bef" providerId="ADAL" clId="{AC91C77A-115B-4066-B24C-58E72D5C40B6}" dt="2026-08-07T02:05:50.698" v="384" actId="478"/>
          <ac:spMkLst>
            <pc:docMk/>
            <pc:sldMk cId="0" sldId="259"/>
            <ac:spMk id="6" creationId="{00000000-0000-0000-0000-000000000000}"/>
          </ac:spMkLst>
        </pc:spChg>
        <pc:spChg chg="del mod">
          <ac:chgData name="문 동진(KSTD)" userId="3d26c5c2-5d13-41b2-b4a9-bebd91ca5bef" providerId="ADAL" clId="{AC91C77A-115B-4066-B24C-58E72D5C40B6}" dt="2026-08-07T02:05:50.698" v="384" actId="478"/>
          <ac:spMkLst>
            <pc:docMk/>
            <pc:sldMk cId="0" sldId="259"/>
            <ac:spMk id="7" creationId="{00000000-0000-0000-0000-000000000000}"/>
          </ac:spMkLst>
        </pc:spChg>
        <pc:spChg chg="del mod">
          <ac:chgData name="문 동진(KSTD)" userId="3d26c5c2-5d13-41b2-b4a9-bebd91ca5bef" providerId="ADAL" clId="{AC91C77A-115B-4066-B24C-58E72D5C40B6}" dt="2026-08-07T02:05:25.286" v="377" actId="478"/>
          <ac:spMkLst>
            <pc:docMk/>
            <pc:sldMk cId="0" sldId="259"/>
            <ac:spMk id="8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2:27:21.132" v="658" actId="113"/>
          <ac:spMkLst>
            <pc:docMk/>
            <pc:sldMk cId="0" sldId="259"/>
            <ac:spMk id="9" creationId="{00000000-0000-0000-0000-000000000000}"/>
          </ac:spMkLst>
        </pc:spChg>
        <pc:spChg chg="del">
          <ac:chgData name="문 동진(KSTD)" userId="3d26c5c2-5d13-41b2-b4a9-bebd91ca5bef" providerId="ADAL" clId="{AC91C77A-115B-4066-B24C-58E72D5C40B6}" dt="2026-08-07T01:47:22.790" v="115" actId="478"/>
          <ac:spMkLst>
            <pc:docMk/>
            <pc:sldMk cId="0" sldId="259"/>
            <ac:spMk id="10" creationId="{00000000-0000-0000-0000-000000000000}"/>
          </ac:spMkLst>
        </pc:spChg>
        <pc:spChg chg="del">
          <ac:chgData name="문 동진(KSTD)" userId="3d26c5c2-5d13-41b2-b4a9-bebd91ca5bef" providerId="ADAL" clId="{AC91C77A-115B-4066-B24C-58E72D5C40B6}" dt="2026-08-07T01:47:25.585" v="116" actId="478"/>
          <ac:spMkLst>
            <pc:docMk/>
            <pc:sldMk cId="0" sldId="259"/>
            <ac:spMk id="11" creationId="{00000000-0000-0000-0000-000000000000}"/>
          </ac:spMkLst>
        </pc:spChg>
        <pc:spChg chg="del">
          <ac:chgData name="문 동진(KSTD)" userId="3d26c5c2-5d13-41b2-b4a9-bebd91ca5bef" providerId="ADAL" clId="{AC91C77A-115B-4066-B24C-58E72D5C40B6}" dt="2026-08-07T01:47:25.585" v="116" actId="478"/>
          <ac:spMkLst>
            <pc:docMk/>
            <pc:sldMk cId="0" sldId="259"/>
            <ac:spMk id="12" creationId="{00000000-0000-0000-0000-000000000000}"/>
          </ac:spMkLst>
        </pc:spChg>
        <pc:spChg chg="del">
          <ac:chgData name="문 동진(KSTD)" userId="3d26c5c2-5d13-41b2-b4a9-bebd91ca5bef" providerId="ADAL" clId="{AC91C77A-115B-4066-B24C-58E72D5C40B6}" dt="2026-08-07T01:47:25.585" v="116" actId="478"/>
          <ac:spMkLst>
            <pc:docMk/>
            <pc:sldMk cId="0" sldId="259"/>
            <ac:spMk id="13" creationId="{00000000-0000-0000-0000-000000000000}"/>
          </ac:spMkLst>
        </pc:spChg>
        <pc:spChg chg="del">
          <ac:chgData name="문 동진(KSTD)" userId="3d26c5c2-5d13-41b2-b4a9-bebd91ca5bef" providerId="ADAL" clId="{AC91C77A-115B-4066-B24C-58E72D5C40B6}" dt="2026-08-07T01:47:25.585" v="116" actId="478"/>
          <ac:spMkLst>
            <pc:docMk/>
            <pc:sldMk cId="0" sldId="259"/>
            <ac:spMk id="14" creationId="{00000000-0000-0000-0000-000000000000}"/>
          </ac:spMkLst>
        </pc:spChg>
        <pc:spChg chg="del">
          <ac:chgData name="문 동진(KSTD)" userId="3d26c5c2-5d13-41b2-b4a9-bebd91ca5bef" providerId="ADAL" clId="{AC91C77A-115B-4066-B24C-58E72D5C40B6}" dt="2026-08-07T01:47:22.790" v="115" actId="478"/>
          <ac:spMkLst>
            <pc:docMk/>
            <pc:sldMk cId="0" sldId="259"/>
            <ac:spMk id="15" creationId="{00000000-0000-0000-0000-000000000000}"/>
          </ac:spMkLst>
        </pc:spChg>
        <pc:spChg chg="del mod">
          <ac:chgData name="문 동진(KSTD)" userId="3d26c5c2-5d13-41b2-b4a9-bebd91ca5bef" providerId="ADAL" clId="{AC91C77A-115B-4066-B24C-58E72D5C40B6}" dt="2026-08-07T01:47:31.775" v="118" actId="478"/>
          <ac:spMkLst>
            <pc:docMk/>
            <pc:sldMk cId="0" sldId="259"/>
            <ac:spMk id="16" creationId="{00000000-0000-0000-0000-000000000000}"/>
          </ac:spMkLst>
        </pc:spChg>
        <pc:spChg chg="del">
          <ac:chgData name="문 동진(KSTD)" userId="3d26c5c2-5d13-41b2-b4a9-bebd91ca5bef" providerId="ADAL" clId="{AC91C77A-115B-4066-B24C-58E72D5C40B6}" dt="2026-08-07T01:42:21.275" v="47" actId="478"/>
          <ac:spMkLst>
            <pc:docMk/>
            <pc:sldMk cId="0" sldId="259"/>
            <ac:spMk id="19" creationId="{00000000-0000-0000-0000-000000000000}"/>
          </ac:spMkLst>
        </pc:spChg>
        <pc:spChg chg="add mod">
          <ac:chgData name="문 동진(KSTD)" userId="3d26c5c2-5d13-41b2-b4a9-bebd91ca5bef" providerId="ADAL" clId="{AC91C77A-115B-4066-B24C-58E72D5C40B6}" dt="2026-08-07T04:18:22.936" v="1068" actId="207"/>
          <ac:spMkLst>
            <pc:docMk/>
            <pc:sldMk cId="0" sldId="259"/>
            <ac:spMk id="26" creationId="{A13C36A1-853E-72BE-BECF-DF7462D32119}"/>
          </ac:spMkLst>
        </pc:spChg>
        <pc:spChg chg="add del mod">
          <ac:chgData name="문 동진(KSTD)" userId="3d26c5c2-5d13-41b2-b4a9-bebd91ca5bef" providerId="ADAL" clId="{AC91C77A-115B-4066-B24C-58E72D5C40B6}" dt="2026-08-07T02:05:12.886" v="371" actId="478"/>
          <ac:spMkLst>
            <pc:docMk/>
            <pc:sldMk cId="0" sldId="259"/>
            <ac:spMk id="29" creationId="{C464B57B-F425-8E9F-6E86-0548674FA687}"/>
          </ac:spMkLst>
        </pc:spChg>
        <pc:grpChg chg="add mod">
          <ac:chgData name="문 동진(KSTD)" userId="3d26c5c2-5d13-41b2-b4a9-bebd91ca5bef" providerId="ADAL" clId="{AC91C77A-115B-4066-B24C-58E72D5C40B6}" dt="2026-08-07T01:42:21.548" v="48"/>
          <ac:grpSpMkLst>
            <pc:docMk/>
            <pc:sldMk cId="0" sldId="259"/>
            <ac:grpSpMk id="22" creationId="{99F7EAF8-4380-A8A3-6975-332F67D33C96}"/>
          </ac:grpSpMkLst>
        </pc:grpChg>
        <pc:picChg chg="del">
          <ac:chgData name="문 동진(KSTD)" userId="3d26c5c2-5d13-41b2-b4a9-bebd91ca5bef" providerId="ADAL" clId="{AC91C77A-115B-4066-B24C-58E72D5C40B6}" dt="2026-08-07T01:42:21.275" v="47" actId="478"/>
          <ac:picMkLst>
            <pc:docMk/>
            <pc:sldMk cId="0" sldId="259"/>
            <ac:picMk id="18" creationId="{00000000-0000-0000-0000-000000000000}"/>
          </ac:picMkLst>
        </pc:picChg>
        <pc:picChg chg="del">
          <ac:chgData name="문 동진(KSTD)" userId="3d26c5c2-5d13-41b2-b4a9-bebd91ca5bef" providerId="ADAL" clId="{AC91C77A-115B-4066-B24C-58E72D5C40B6}" dt="2026-08-07T01:42:21.275" v="47" actId="478"/>
          <ac:picMkLst>
            <pc:docMk/>
            <pc:sldMk cId="0" sldId="259"/>
            <ac:picMk id="20" creationId="{00000000-0000-0000-0000-000000000000}"/>
          </ac:picMkLst>
        </pc:picChg>
        <pc:picChg chg="mod">
          <ac:chgData name="문 동진(KSTD)" userId="3d26c5c2-5d13-41b2-b4a9-bebd91ca5bef" providerId="ADAL" clId="{AC91C77A-115B-4066-B24C-58E72D5C40B6}" dt="2026-08-07T01:42:21.548" v="48"/>
          <ac:picMkLst>
            <pc:docMk/>
            <pc:sldMk cId="0" sldId="259"/>
            <ac:picMk id="23" creationId="{C0F0D629-28D0-7753-83BE-5DB0019FE78A}"/>
          </ac:picMkLst>
        </pc:picChg>
        <pc:picChg chg="mod">
          <ac:chgData name="문 동진(KSTD)" userId="3d26c5c2-5d13-41b2-b4a9-bebd91ca5bef" providerId="ADAL" clId="{AC91C77A-115B-4066-B24C-58E72D5C40B6}" dt="2026-08-07T01:42:21.548" v="48"/>
          <ac:picMkLst>
            <pc:docMk/>
            <pc:sldMk cId="0" sldId="259"/>
            <ac:picMk id="24" creationId="{CF10DEFB-5279-FBFC-7043-6976F0F542FE}"/>
          </ac:picMkLst>
        </pc:picChg>
        <pc:picChg chg="add mod">
          <ac:chgData name="문 동진(KSTD)" userId="3d26c5c2-5d13-41b2-b4a9-bebd91ca5bef" providerId="ADAL" clId="{AC91C77A-115B-4066-B24C-58E72D5C40B6}" dt="2026-08-07T01:51:23.793" v="256" actId="1076"/>
          <ac:picMkLst>
            <pc:docMk/>
            <pc:sldMk cId="0" sldId="259"/>
            <ac:picMk id="28" creationId="{46138801-0FEB-E2DD-46D9-7CA5FF83E98C}"/>
          </ac:picMkLst>
        </pc:picChg>
        <pc:picChg chg="add ord">
          <ac:chgData name="문 동진(KSTD)" userId="3d26c5c2-5d13-41b2-b4a9-bebd91ca5bef" providerId="ADAL" clId="{AC91C77A-115B-4066-B24C-58E72D5C40B6}" dt="2026-08-07T04:13:40.184" v="1021" actId="167"/>
          <ac:picMkLst>
            <pc:docMk/>
            <pc:sldMk cId="0" sldId="259"/>
            <ac:picMk id="31" creationId="{41A717DE-DD32-8C87-C288-0D89E8EF59A3}"/>
          </ac:picMkLst>
        </pc:picChg>
      </pc:sldChg>
      <pc:sldChg chg="addSp delSp modSp mod">
        <pc:chgData name="문 동진(KSTD)" userId="3d26c5c2-5d13-41b2-b4a9-bebd91ca5bef" providerId="ADAL" clId="{AC91C77A-115B-4066-B24C-58E72D5C40B6}" dt="2026-08-07T04:22:24.218" v="1106" actId="108"/>
        <pc:sldMkLst>
          <pc:docMk/>
          <pc:sldMk cId="0" sldId="260"/>
        </pc:sldMkLst>
        <pc:spChg chg="mod">
          <ac:chgData name="문 동진(KSTD)" userId="3d26c5c2-5d13-41b2-b4a9-bebd91ca5bef" providerId="ADAL" clId="{AC91C77A-115B-4066-B24C-58E72D5C40B6}" dt="2026-08-07T04:04:53.897" v="805" actId="122"/>
          <ac:spMkLst>
            <pc:docMk/>
            <pc:sldMk cId="0" sldId="260"/>
            <ac:spMk id="5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4:04:56.923" v="806" actId="122"/>
          <ac:spMkLst>
            <pc:docMk/>
            <pc:sldMk cId="0" sldId="260"/>
            <ac:spMk id="6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4:18:34.898" v="1070" actId="207"/>
          <ac:spMkLst>
            <pc:docMk/>
            <pc:sldMk cId="0" sldId="260"/>
            <ac:spMk id="7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2:09:53.877" v="417" actId="403"/>
          <ac:spMkLst>
            <pc:docMk/>
            <pc:sldMk cId="0" sldId="260"/>
            <ac:spMk id="10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2:09:58.836" v="419" actId="14100"/>
          <ac:spMkLst>
            <pc:docMk/>
            <pc:sldMk cId="0" sldId="260"/>
            <ac:spMk id="11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4:18:34.898" v="1070" actId="207"/>
          <ac:spMkLst>
            <pc:docMk/>
            <pc:sldMk cId="0" sldId="260"/>
            <ac:spMk id="12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2:09:53.877" v="417" actId="403"/>
          <ac:spMkLst>
            <pc:docMk/>
            <pc:sldMk cId="0" sldId="260"/>
            <ac:spMk id="15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4:07:04.656" v="917" actId="20577"/>
          <ac:spMkLst>
            <pc:docMk/>
            <pc:sldMk cId="0" sldId="260"/>
            <ac:spMk id="16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4:07:24.706" v="924" actId="20577"/>
          <ac:spMkLst>
            <pc:docMk/>
            <pc:sldMk cId="0" sldId="260"/>
            <ac:spMk id="17" creationId="{00000000-0000-0000-0000-000000000000}"/>
          </ac:spMkLst>
        </pc:spChg>
        <pc:spChg chg="add del mod">
          <ac:chgData name="문 동진(KSTD)" userId="3d26c5c2-5d13-41b2-b4a9-bebd91ca5bef" providerId="ADAL" clId="{AC91C77A-115B-4066-B24C-58E72D5C40B6}" dt="2026-08-07T04:22:21.993" v="1102" actId="108"/>
          <ac:spMkLst>
            <pc:docMk/>
            <pc:sldMk cId="0" sldId="260"/>
            <ac:spMk id="18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4:08:13.020" v="930"/>
          <ac:spMkLst>
            <pc:docMk/>
            <pc:sldMk cId="0" sldId="260"/>
            <ac:spMk id="19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4:22:22.572" v="1103" actId="108"/>
          <ac:spMkLst>
            <pc:docMk/>
            <pc:sldMk cId="0" sldId="260"/>
            <ac:spMk id="20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4:07:58.822" v="926" actId="1076"/>
          <ac:spMkLst>
            <pc:docMk/>
            <pc:sldMk cId="0" sldId="260"/>
            <ac:spMk id="21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4:22:23.081" v="1104" actId="108"/>
          <ac:spMkLst>
            <pc:docMk/>
            <pc:sldMk cId="0" sldId="260"/>
            <ac:spMk id="22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4:08:20.295" v="932"/>
          <ac:spMkLst>
            <pc:docMk/>
            <pc:sldMk cId="0" sldId="260"/>
            <ac:spMk id="23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4:22:23.592" v="1105" actId="108"/>
          <ac:spMkLst>
            <pc:docMk/>
            <pc:sldMk cId="0" sldId="260"/>
            <ac:spMk id="24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4:08:26.024" v="933"/>
          <ac:spMkLst>
            <pc:docMk/>
            <pc:sldMk cId="0" sldId="260"/>
            <ac:spMk id="25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4:22:24.218" v="1106" actId="108"/>
          <ac:spMkLst>
            <pc:docMk/>
            <pc:sldMk cId="0" sldId="260"/>
            <ac:spMk id="26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4:07:58.822" v="926" actId="1076"/>
          <ac:spMkLst>
            <pc:docMk/>
            <pc:sldMk cId="0" sldId="260"/>
            <ac:spMk id="27" creationId="{00000000-0000-0000-0000-000000000000}"/>
          </ac:spMkLst>
        </pc:spChg>
        <pc:spChg chg="del mod">
          <ac:chgData name="문 동진(KSTD)" userId="3d26c5c2-5d13-41b2-b4a9-bebd91ca5bef" providerId="ADAL" clId="{AC91C77A-115B-4066-B24C-58E72D5C40B6}" dt="2026-08-07T04:08:34.089" v="936" actId="478"/>
          <ac:spMkLst>
            <pc:docMk/>
            <pc:sldMk cId="0" sldId="260"/>
            <ac:spMk id="28" creationId="{00000000-0000-0000-0000-000000000000}"/>
          </ac:spMkLst>
        </pc:spChg>
        <pc:spChg chg="del">
          <ac:chgData name="문 동진(KSTD)" userId="3d26c5c2-5d13-41b2-b4a9-bebd91ca5bef" providerId="ADAL" clId="{AC91C77A-115B-4066-B24C-58E72D5C40B6}" dt="2026-08-07T01:42:23.976" v="49" actId="478"/>
          <ac:spMkLst>
            <pc:docMk/>
            <pc:sldMk cId="0" sldId="260"/>
            <ac:spMk id="31" creationId="{00000000-0000-0000-0000-000000000000}"/>
          </ac:spMkLst>
        </pc:spChg>
        <pc:spChg chg="add del mod">
          <ac:chgData name="문 동진(KSTD)" userId="3d26c5c2-5d13-41b2-b4a9-bebd91ca5bef" providerId="ADAL" clId="{AC91C77A-115B-4066-B24C-58E72D5C40B6}" dt="2026-08-07T04:08:28.767" v="934" actId="478"/>
          <ac:spMkLst>
            <pc:docMk/>
            <pc:sldMk cId="0" sldId="260"/>
            <ac:spMk id="40" creationId="{328C5378-6BA5-C2C3-CF4B-FB0CE4CD2590}"/>
          </ac:spMkLst>
        </pc:spChg>
        <pc:spChg chg="add del mod">
          <ac:chgData name="문 동진(KSTD)" userId="3d26c5c2-5d13-41b2-b4a9-bebd91ca5bef" providerId="ADAL" clId="{AC91C77A-115B-4066-B24C-58E72D5C40B6}" dt="2026-08-07T04:08:28.767" v="934" actId="478"/>
          <ac:spMkLst>
            <pc:docMk/>
            <pc:sldMk cId="0" sldId="260"/>
            <ac:spMk id="41" creationId="{D1DDD7F2-4809-4144-5DC9-457772EEB40D}"/>
          </ac:spMkLst>
        </pc:spChg>
        <pc:spChg chg="add del mod">
          <ac:chgData name="문 동진(KSTD)" userId="3d26c5c2-5d13-41b2-b4a9-bebd91ca5bef" providerId="ADAL" clId="{AC91C77A-115B-4066-B24C-58E72D5C40B6}" dt="2026-08-07T04:08:28.767" v="934" actId="478"/>
          <ac:spMkLst>
            <pc:docMk/>
            <pc:sldMk cId="0" sldId="260"/>
            <ac:spMk id="42" creationId="{5DDFCA3F-2B33-DB10-C42B-E1B7B027A631}"/>
          </ac:spMkLst>
        </pc:spChg>
        <pc:spChg chg="add del mod">
          <ac:chgData name="문 동진(KSTD)" userId="3d26c5c2-5d13-41b2-b4a9-bebd91ca5bef" providerId="ADAL" clId="{AC91C77A-115B-4066-B24C-58E72D5C40B6}" dt="2026-08-07T04:08:28.767" v="934" actId="478"/>
          <ac:spMkLst>
            <pc:docMk/>
            <pc:sldMk cId="0" sldId="260"/>
            <ac:spMk id="43" creationId="{95A41183-142F-BC92-4869-F55016D2B7E0}"/>
          </ac:spMkLst>
        </pc:spChg>
        <pc:spChg chg="add del mod">
          <ac:chgData name="문 동진(KSTD)" userId="3d26c5c2-5d13-41b2-b4a9-bebd91ca5bef" providerId="ADAL" clId="{AC91C77A-115B-4066-B24C-58E72D5C40B6}" dt="2026-08-07T04:08:28.767" v="934" actId="478"/>
          <ac:spMkLst>
            <pc:docMk/>
            <pc:sldMk cId="0" sldId="260"/>
            <ac:spMk id="44" creationId="{A10A8E6A-7946-08B5-FB96-3FBB35CE4B6B}"/>
          </ac:spMkLst>
        </pc:spChg>
        <pc:spChg chg="add del mod">
          <ac:chgData name="문 동진(KSTD)" userId="3d26c5c2-5d13-41b2-b4a9-bebd91ca5bef" providerId="ADAL" clId="{AC91C77A-115B-4066-B24C-58E72D5C40B6}" dt="2026-08-07T04:08:28.767" v="934" actId="478"/>
          <ac:spMkLst>
            <pc:docMk/>
            <pc:sldMk cId="0" sldId="260"/>
            <ac:spMk id="45" creationId="{FE318C0D-4C19-B252-29A0-15AC4583A9F9}"/>
          </ac:spMkLst>
        </pc:spChg>
        <pc:spChg chg="add del mod">
          <ac:chgData name="문 동진(KSTD)" userId="3d26c5c2-5d13-41b2-b4a9-bebd91ca5bef" providerId="ADAL" clId="{AC91C77A-115B-4066-B24C-58E72D5C40B6}" dt="2026-08-07T04:08:28.767" v="934" actId="478"/>
          <ac:spMkLst>
            <pc:docMk/>
            <pc:sldMk cId="0" sldId="260"/>
            <ac:spMk id="46" creationId="{85C59FD8-B721-C92A-6AC3-E9E9B80F078C}"/>
          </ac:spMkLst>
        </pc:spChg>
        <pc:spChg chg="add del mod">
          <ac:chgData name="문 동진(KSTD)" userId="3d26c5c2-5d13-41b2-b4a9-bebd91ca5bef" providerId="ADAL" clId="{AC91C77A-115B-4066-B24C-58E72D5C40B6}" dt="2026-08-07T04:08:28.767" v="934" actId="478"/>
          <ac:spMkLst>
            <pc:docMk/>
            <pc:sldMk cId="0" sldId="260"/>
            <ac:spMk id="47" creationId="{83FC04D1-C3F7-A4C5-35BF-8EB2BC386DF6}"/>
          </ac:spMkLst>
        </pc:spChg>
        <pc:spChg chg="add del mod">
          <ac:chgData name="문 동진(KSTD)" userId="3d26c5c2-5d13-41b2-b4a9-bebd91ca5bef" providerId="ADAL" clId="{AC91C77A-115B-4066-B24C-58E72D5C40B6}" dt="2026-08-07T04:08:28.767" v="934" actId="478"/>
          <ac:spMkLst>
            <pc:docMk/>
            <pc:sldMk cId="0" sldId="260"/>
            <ac:spMk id="48" creationId="{E0847320-8CF4-BB47-690A-709AAF18A1AD}"/>
          </ac:spMkLst>
        </pc:spChg>
        <pc:spChg chg="add del mod">
          <ac:chgData name="문 동진(KSTD)" userId="3d26c5c2-5d13-41b2-b4a9-bebd91ca5bef" providerId="ADAL" clId="{AC91C77A-115B-4066-B24C-58E72D5C40B6}" dt="2026-08-07T04:08:28.767" v="934" actId="478"/>
          <ac:spMkLst>
            <pc:docMk/>
            <pc:sldMk cId="0" sldId="260"/>
            <ac:spMk id="49" creationId="{2CE12A12-B678-2D56-D34B-BA72261E6DDC}"/>
          </ac:spMkLst>
        </pc:spChg>
        <pc:grpChg chg="add del mod">
          <ac:chgData name="문 동진(KSTD)" userId="3d26c5c2-5d13-41b2-b4a9-bebd91ca5bef" providerId="ADAL" clId="{AC91C77A-115B-4066-B24C-58E72D5C40B6}" dt="2026-08-07T01:42:29.663" v="53" actId="478"/>
          <ac:grpSpMkLst>
            <pc:docMk/>
            <pc:sldMk cId="0" sldId="260"/>
            <ac:grpSpMk id="34" creationId="{CADAEBE6-1227-9D70-F6F0-93F8A3E6051E}"/>
          </ac:grpSpMkLst>
        </pc:grpChg>
        <pc:grpChg chg="add mod">
          <ac:chgData name="문 동진(KSTD)" userId="3d26c5c2-5d13-41b2-b4a9-bebd91ca5bef" providerId="ADAL" clId="{AC91C77A-115B-4066-B24C-58E72D5C40B6}" dt="2026-08-07T01:42:29.880" v="54"/>
          <ac:grpSpMkLst>
            <pc:docMk/>
            <pc:sldMk cId="0" sldId="260"/>
            <ac:grpSpMk id="37" creationId="{06507091-C4D6-95E9-7903-F8341B1FF37B}"/>
          </ac:grpSpMkLst>
        </pc:grpChg>
        <pc:picChg chg="del">
          <ac:chgData name="문 동진(KSTD)" userId="3d26c5c2-5d13-41b2-b4a9-bebd91ca5bef" providerId="ADAL" clId="{AC91C77A-115B-4066-B24C-58E72D5C40B6}" dt="2026-08-07T01:42:23.976" v="49" actId="478"/>
          <ac:picMkLst>
            <pc:docMk/>
            <pc:sldMk cId="0" sldId="260"/>
            <ac:picMk id="30" creationId="{00000000-0000-0000-0000-000000000000}"/>
          </ac:picMkLst>
        </pc:picChg>
        <pc:picChg chg="del">
          <ac:chgData name="문 동진(KSTD)" userId="3d26c5c2-5d13-41b2-b4a9-bebd91ca5bef" providerId="ADAL" clId="{AC91C77A-115B-4066-B24C-58E72D5C40B6}" dt="2026-08-07T01:42:23.976" v="49" actId="478"/>
          <ac:picMkLst>
            <pc:docMk/>
            <pc:sldMk cId="0" sldId="260"/>
            <ac:picMk id="32" creationId="{00000000-0000-0000-0000-000000000000}"/>
          </ac:picMkLst>
        </pc:picChg>
        <pc:picChg chg="mod">
          <ac:chgData name="문 동진(KSTD)" userId="3d26c5c2-5d13-41b2-b4a9-bebd91ca5bef" providerId="ADAL" clId="{AC91C77A-115B-4066-B24C-58E72D5C40B6}" dt="2026-08-07T01:42:24.208" v="50"/>
          <ac:picMkLst>
            <pc:docMk/>
            <pc:sldMk cId="0" sldId="260"/>
            <ac:picMk id="35" creationId="{04FFCD62-0E51-569E-0F1C-99938549C763}"/>
          </ac:picMkLst>
        </pc:picChg>
        <pc:picChg chg="mod">
          <ac:chgData name="문 동진(KSTD)" userId="3d26c5c2-5d13-41b2-b4a9-bebd91ca5bef" providerId="ADAL" clId="{AC91C77A-115B-4066-B24C-58E72D5C40B6}" dt="2026-08-07T01:42:24.208" v="50"/>
          <ac:picMkLst>
            <pc:docMk/>
            <pc:sldMk cId="0" sldId="260"/>
            <ac:picMk id="36" creationId="{21CD9611-F2D7-2875-461C-FF004D45FC78}"/>
          </ac:picMkLst>
        </pc:picChg>
        <pc:picChg chg="mod">
          <ac:chgData name="문 동진(KSTD)" userId="3d26c5c2-5d13-41b2-b4a9-bebd91ca5bef" providerId="ADAL" clId="{AC91C77A-115B-4066-B24C-58E72D5C40B6}" dt="2026-08-07T01:42:29.880" v="54"/>
          <ac:picMkLst>
            <pc:docMk/>
            <pc:sldMk cId="0" sldId="260"/>
            <ac:picMk id="38" creationId="{0E47F2CE-6405-915D-2CDE-F04AE408CF6D}"/>
          </ac:picMkLst>
        </pc:picChg>
        <pc:picChg chg="mod">
          <ac:chgData name="문 동진(KSTD)" userId="3d26c5c2-5d13-41b2-b4a9-bebd91ca5bef" providerId="ADAL" clId="{AC91C77A-115B-4066-B24C-58E72D5C40B6}" dt="2026-08-07T01:42:29.880" v="54"/>
          <ac:picMkLst>
            <pc:docMk/>
            <pc:sldMk cId="0" sldId="260"/>
            <ac:picMk id="39" creationId="{C908E3C0-45C4-F65B-5DED-1188306C14AD}"/>
          </ac:picMkLst>
        </pc:picChg>
        <pc:picChg chg="add ord">
          <ac:chgData name="문 동진(KSTD)" userId="3d26c5c2-5d13-41b2-b4a9-bebd91ca5bef" providerId="ADAL" clId="{AC91C77A-115B-4066-B24C-58E72D5C40B6}" dt="2026-08-07T04:14:17.747" v="1036" actId="167"/>
          <ac:picMkLst>
            <pc:docMk/>
            <pc:sldMk cId="0" sldId="260"/>
            <ac:picMk id="51" creationId="{F6C2486C-13E7-7D1F-F325-235F825C653F}"/>
          </ac:picMkLst>
        </pc:picChg>
      </pc:sldChg>
      <pc:sldChg chg="addSp delSp modSp mod">
        <pc:chgData name="문 동진(KSTD)" userId="3d26c5c2-5d13-41b2-b4a9-bebd91ca5bef" providerId="ADAL" clId="{AC91C77A-115B-4066-B24C-58E72D5C40B6}" dt="2026-08-07T04:13:27.347" v="1017" actId="167"/>
        <pc:sldMkLst>
          <pc:docMk/>
          <pc:sldMk cId="0" sldId="261"/>
        </pc:sldMkLst>
        <pc:spChg chg="mod">
          <ac:chgData name="문 동진(KSTD)" userId="3d26c5c2-5d13-41b2-b4a9-bebd91ca5bef" providerId="ADAL" clId="{AC91C77A-115B-4066-B24C-58E72D5C40B6}" dt="2026-08-07T04:09:11.440" v="937" actId="14100"/>
          <ac:spMkLst>
            <pc:docMk/>
            <pc:sldMk cId="0" sldId="261"/>
            <ac:spMk id="5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2:22:58.628" v="619" actId="1076"/>
          <ac:spMkLst>
            <pc:docMk/>
            <pc:sldMk cId="0" sldId="261"/>
            <ac:spMk id="6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4:09:11.440" v="937" actId="14100"/>
          <ac:spMkLst>
            <pc:docMk/>
            <pc:sldMk cId="0" sldId="261"/>
            <ac:spMk id="7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4:09:11.440" v="937" actId="14100"/>
          <ac:spMkLst>
            <pc:docMk/>
            <pc:sldMk cId="0" sldId="261"/>
            <ac:spMk id="8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4:09:11.440" v="937" actId="14100"/>
          <ac:spMkLst>
            <pc:docMk/>
            <pc:sldMk cId="0" sldId="261"/>
            <ac:spMk id="9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4:09:11.440" v="937" actId="14100"/>
          <ac:spMkLst>
            <pc:docMk/>
            <pc:sldMk cId="0" sldId="261"/>
            <ac:spMk id="10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2:24:14.992" v="629" actId="403"/>
          <ac:spMkLst>
            <pc:docMk/>
            <pc:sldMk cId="0" sldId="261"/>
            <ac:spMk id="11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4:09:11.440" v="937" actId="14100"/>
          <ac:spMkLst>
            <pc:docMk/>
            <pc:sldMk cId="0" sldId="261"/>
            <ac:spMk id="12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4:10:07.325" v="995" actId="20577"/>
          <ac:spMkLst>
            <pc:docMk/>
            <pc:sldMk cId="0" sldId="261"/>
            <ac:spMk id="13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4:09:11.440" v="937" actId="14100"/>
          <ac:spMkLst>
            <pc:docMk/>
            <pc:sldMk cId="0" sldId="261"/>
            <ac:spMk id="14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2:24:14.992" v="629" actId="403"/>
          <ac:spMkLst>
            <pc:docMk/>
            <pc:sldMk cId="0" sldId="261"/>
            <ac:spMk id="15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4:09:11.440" v="937" actId="14100"/>
          <ac:spMkLst>
            <pc:docMk/>
            <pc:sldMk cId="0" sldId="261"/>
            <ac:spMk id="16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4:09:54.045" v="978" actId="6549"/>
          <ac:spMkLst>
            <pc:docMk/>
            <pc:sldMk cId="0" sldId="261"/>
            <ac:spMk id="17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2:24:29.315" v="630" actId="1076"/>
          <ac:spMkLst>
            <pc:docMk/>
            <pc:sldMk cId="0" sldId="261"/>
            <ac:spMk id="18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4:09:11.440" v="937" actId="14100"/>
          <ac:spMkLst>
            <pc:docMk/>
            <pc:sldMk cId="0" sldId="261"/>
            <ac:spMk id="19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2:24:29.315" v="630" actId="1076"/>
          <ac:spMkLst>
            <pc:docMk/>
            <pc:sldMk cId="0" sldId="261"/>
            <ac:spMk id="20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4:09:46.198" v="968"/>
          <ac:spMkLst>
            <pc:docMk/>
            <pc:sldMk cId="0" sldId="261"/>
            <ac:spMk id="21" creationId="{00000000-0000-0000-0000-000000000000}"/>
          </ac:spMkLst>
        </pc:spChg>
        <pc:spChg chg="del">
          <ac:chgData name="문 동진(KSTD)" userId="3d26c5c2-5d13-41b2-b4a9-bebd91ca5bef" providerId="ADAL" clId="{AC91C77A-115B-4066-B24C-58E72D5C40B6}" dt="2026-08-07T01:42:26.504" v="51" actId="478"/>
          <ac:spMkLst>
            <pc:docMk/>
            <pc:sldMk cId="0" sldId="261"/>
            <ac:spMk id="24" creationId="{00000000-0000-0000-0000-000000000000}"/>
          </ac:spMkLst>
        </pc:spChg>
        <pc:spChg chg="add del">
          <ac:chgData name="문 동진(KSTD)" userId="3d26c5c2-5d13-41b2-b4a9-bebd91ca5bef" providerId="ADAL" clId="{AC91C77A-115B-4066-B24C-58E72D5C40B6}" dt="2026-08-07T04:13:22.377" v="1015" actId="22"/>
          <ac:spMkLst>
            <pc:docMk/>
            <pc:sldMk cId="0" sldId="261"/>
            <ac:spMk id="31" creationId="{1B494999-5D9F-E3CD-9948-D01DE594EE10}"/>
          </ac:spMkLst>
        </pc:spChg>
        <pc:grpChg chg="add mod">
          <ac:chgData name="문 동진(KSTD)" userId="3d26c5c2-5d13-41b2-b4a9-bebd91ca5bef" providerId="ADAL" clId="{AC91C77A-115B-4066-B24C-58E72D5C40B6}" dt="2026-08-07T01:42:26.676" v="52"/>
          <ac:grpSpMkLst>
            <pc:docMk/>
            <pc:sldMk cId="0" sldId="261"/>
            <ac:grpSpMk id="27" creationId="{749CE85C-D27C-B26A-6396-7221E9278ABB}"/>
          </ac:grpSpMkLst>
        </pc:grpChg>
        <pc:picChg chg="del">
          <ac:chgData name="문 동진(KSTD)" userId="3d26c5c2-5d13-41b2-b4a9-bebd91ca5bef" providerId="ADAL" clId="{AC91C77A-115B-4066-B24C-58E72D5C40B6}" dt="2026-08-07T01:42:26.504" v="51" actId="478"/>
          <ac:picMkLst>
            <pc:docMk/>
            <pc:sldMk cId="0" sldId="261"/>
            <ac:picMk id="23" creationId="{00000000-0000-0000-0000-000000000000}"/>
          </ac:picMkLst>
        </pc:picChg>
        <pc:picChg chg="del">
          <ac:chgData name="문 동진(KSTD)" userId="3d26c5c2-5d13-41b2-b4a9-bebd91ca5bef" providerId="ADAL" clId="{AC91C77A-115B-4066-B24C-58E72D5C40B6}" dt="2026-08-07T01:42:26.504" v="51" actId="478"/>
          <ac:picMkLst>
            <pc:docMk/>
            <pc:sldMk cId="0" sldId="261"/>
            <ac:picMk id="25" creationId="{00000000-0000-0000-0000-000000000000}"/>
          </ac:picMkLst>
        </pc:picChg>
        <pc:picChg chg="mod">
          <ac:chgData name="문 동진(KSTD)" userId="3d26c5c2-5d13-41b2-b4a9-bebd91ca5bef" providerId="ADAL" clId="{AC91C77A-115B-4066-B24C-58E72D5C40B6}" dt="2026-08-07T01:42:26.676" v="52"/>
          <ac:picMkLst>
            <pc:docMk/>
            <pc:sldMk cId="0" sldId="261"/>
            <ac:picMk id="28" creationId="{56EC2C4E-A9A7-0BFF-3760-927DDE28A680}"/>
          </ac:picMkLst>
        </pc:picChg>
        <pc:picChg chg="mod">
          <ac:chgData name="문 동진(KSTD)" userId="3d26c5c2-5d13-41b2-b4a9-bebd91ca5bef" providerId="ADAL" clId="{AC91C77A-115B-4066-B24C-58E72D5C40B6}" dt="2026-08-07T01:42:26.676" v="52"/>
          <ac:picMkLst>
            <pc:docMk/>
            <pc:sldMk cId="0" sldId="261"/>
            <ac:picMk id="29" creationId="{F386405E-0B0B-0D03-E24C-E475A75D7FD1}"/>
          </ac:picMkLst>
        </pc:picChg>
        <pc:picChg chg="add ord">
          <ac:chgData name="문 동진(KSTD)" userId="3d26c5c2-5d13-41b2-b4a9-bebd91ca5bef" providerId="ADAL" clId="{AC91C77A-115B-4066-B24C-58E72D5C40B6}" dt="2026-08-07T04:13:27.347" v="1017" actId="167"/>
          <ac:picMkLst>
            <pc:docMk/>
            <pc:sldMk cId="0" sldId="261"/>
            <ac:picMk id="33" creationId="{F8C2FE43-70E0-3068-4EAB-9F82BEA69A47}"/>
          </ac:picMkLst>
        </pc:picChg>
      </pc:sldChg>
      <pc:sldChg chg="addSp delSp modSp mod setBg">
        <pc:chgData name="문 동진(KSTD)" userId="3d26c5c2-5d13-41b2-b4a9-bebd91ca5bef" providerId="ADAL" clId="{AC91C77A-115B-4066-B24C-58E72D5C40B6}" dt="2026-08-07T04:26:23.353" v="1143"/>
        <pc:sldMkLst>
          <pc:docMk/>
          <pc:sldMk cId="0" sldId="262"/>
        </pc:sldMkLst>
        <pc:spChg chg="mod">
          <ac:chgData name="문 동진(KSTD)" userId="3d26c5c2-5d13-41b2-b4a9-bebd91ca5bef" providerId="ADAL" clId="{AC91C77A-115B-4066-B24C-58E72D5C40B6}" dt="2026-08-07T04:10:33.062" v="996" actId="404"/>
          <ac:spMkLst>
            <pc:docMk/>
            <pc:sldMk cId="0" sldId="262"/>
            <ac:spMk id="5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4:10:33.062" v="996" actId="404"/>
          <ac:spMkLst>
            <pc:docMk/>
            <pc:sldMk cId="0" sldId="262"/>
            <ac:spMk id="6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4:10:33.062" v="996" actId="404"/>
          <ac:spMkLst>
            <pc:docMk/>
            <pc:sldMk cId="0" sldId="262"/>
            <ac:spMk id="7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4:24:37.610" v="1129" actId="108"/>
          <ac:spMkLst>
            <pc:docMk/>
            <pc:sldMk cId="0" sldId="262"/>
            <ac:spMk id="8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4:10:40.306" v="997" actId="404"/>
          <ac:spMkLst>
            <pc:docMk/>
            <pc:sldMk cId="0" sldId="262"/>
            <ac:spMk id="9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2:18:38.371" v="580" actId="122"/>
          <ac:spMkLst>
            <pc:docMk/>
            <pc:sldMk cId="0" sldId="262"/>
            <ac:spMk id="10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4:10:40.306" v="997" actId="404"/>
          <ac:spMkLst>
            <pc:docMk/>
            <pc:sldMk cId="0" sldId="262"/>
            <ac:spMk id="11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4:10:40.306" v="997" actId="404"/>
          <ac:spMkLst>
            <pc:docMk/>
            <pc:sldMk cId="0" sldId="262"/>
            <ac:spMk id="12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2:19:02.579" v="582" actId="403"/>
          <ac:spMkLst>
            <pc:docMk/>
            <pc:sldMk cId="0" sldId="262"/>
            <ac:spMk id="13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2:19:35.659" v="588" actId="255"/>
          <ac:spMkLst>
            <pc:docMk/>
            <pc:sldMk cId="0" sldId="262"/>
            <ac:spMk id="14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2:19:35.659" v="588" actId="255"/>
          <ac:spMkLst>
            <pc:docMk/>
            <pc:sldMk cId="0" sldId="262"/>
            <ac:spMk id="16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4:25:50.825" v="1140" actId="207"/>
          <ac:spMkLst>
            <pc:docMk/>
            <pc:sldMk cId="0" sldId="262"/>
            <ac:spMk id="17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2:19:02.579" v="582" actId="403"/>
          <ac:spMkLst>
            <pc:docMk/>
            <pc:sldMk cId="0" sldId="262"/>
            <ac:spMk id="18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4:10:40.306" v="997" actId="404"/>
          <ac:spMkLst>
            <pc:docMk/>
            <pc:sldMk cId="0" sldId="262"/>
            <ac:spMk id="19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4:10:40.306" v="997" actId="404"/>
          <ac:spMkLst>
            <pc:docMk/>
            <pc:sldMk cId="0" sldId="262"/>
            <ac:spMk id="20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2:19:35.659" v="588" actId="255"/>
          <ac:spMkLst>
            <pc:docMk/>
            <pc:sldMk cId="0" sldId="262"/>
            <ac:spMk id="21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4:10:40.306" v="997" actId="404"/>
          <ac:spMkLst>
            <pc:docMk/>
            <pc:sldMk cId="0" sldId="262"/>
            <ac:spMk id="22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4:10:40.306" v="997" actId="404"/>
          <ac:spMkLst>
            <pc:docMk/>
            <pc:sldMk cId="0" sldId="262"/>
            <ac:spMk id="23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2:19:35.659" v="588" actId="255"/>
          <ac:spMkLst>
            <pc:docMk/>
            <pc:sldMk cId="0" sldId="262"/>
            <ac:spMk id="24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4:10:40.306" v="997" actId="404"/>
          <ac:spMkLst>
            <pc:docMk/>
            <pc:sldMk cId="0" sldId="262"/>
            <ac:spMk id="25" creationId="{00000000-0000-0000-0000-000000000000}"/>
          </ac:spMkLst>
        </pc:spChg>
        <pc:spChg chg="del">
          <ac:chgData name="문 동진(KSTD)" userId="3d26c5c2-5d13-41b2-b4a9-bebd91ca5bef" providerId="ADAL" clId="{AC91C77A-115B-4066-B24C-58E72D5C40B6}" dt="2026-08-07T01:42:37.630" v="55" actId="478"/>
          <ac:spMkLst>
            <pc:docMk/>
            <pc:sldMk cId="0" sldId="262"/>
            <ac:spMk id="28" creationId="{00000000-0000-0000-0000-000000000000}"/>
          </ac:spMkLst>
        </pc:spChg>
        <pc:spChg chg="add del mod ord">
          <ac:chgData name="문 동진(KSTD)" userId="3d26c5c2-5d13-41b2-b4a9-bebd91ca5bef" providerId="ADAL" clId="{AC91C77A-115B-4066-B24C-58E72D5C40B6}" dt="2026-08-07T04:25:26.546" v="1137" actId="478"/>
          <ac:spMkLst>
            <pc:docMk/>
            <pc:sldMk cId="0" sldId="262"/>
            <ac:spMk id="38" creationId="{EE09E8FE-F796-BED2-B386-76585C9E07AB}"/>
          </ac:spMkLst>
        </pc:spChg>
        <pc:spChg chg="add del mod ord">
          <ac:chgData name="문 동진(KSTD)" userId="3d26c5c2-5d13-41b2-b4a9-bebd91ca5bef" providerId="ADAL" clId="{AC91C77A-115B-4066-B24C-58E72D5C40B6}" dt="2026-08-07T04:25:27.548" v="1138" actId="478"/>
          <ac:spMkLst>
            <pc:docMk/>
            <pc:sldMk cId="0" sldId="262"/>
            <ac:spMk id="39" creationId="{9B96CF6E-3B2B-57FE-000F-7D5863A66BED}"/>
          </ac:spMkLst>
        </pc:spChg>
        <pc:spChg chg="add del mod ord">
          <ac:chgData name="문 동진(KSTD)" userId="3d26c5c2-5d13-41b2-b4a9-bebd91ca5bef" providerId="ADAL" clId="{AC91C77A-115B-4066-B24C-58E72D5C40B6}" dt="2026-08-07T04:25:25.298" v="1136" actId="478"/>
          <ac:spMkLst>
            <pc:docMk/>
            <pc:sldMk cId="0" sldId="262"/>
            <ac:spMk id="40" creationId="{235E1C65-C154-AE16-A7BC-9663D321A946}"/>
          </ac:spMkLst>
        </pc:spChg>
        <pc:spChg chg="add mod ord">
          <ac:chgData name="문 동진(KSTD)" userId="3d26c5c2-5d13-41b2-b4a9-bebd91ca5bef" providerId="ADAL" clId="{AC91C77A-115B-4066-B24C-58E72D5C40B6}" dt="2026-08-07T04:25:20.618" v="1134" actId="167"/>
          <ac:spMkLst>
            <pc:docMk/>
            <pc:sldMk cId="0" sldId="262"/>
            <ac:spMk id="41" creationId="{8CF18630-6727-A417-DAB3-08A0502440B6}"/>
          </ac:spMkLst>
        </pc:spChg>
        <pc:grpChg chg="add mod">
          <ac:chgData name="문 동진(KSTD)" userId="3d26c5c2-5d13-41b2-b4a9-bebd91ca5bef" providerId="ADAL" clId="{AC91C77A-115B-4066-B24C-58E72D5C40B6}" dt="2026-08-07T01:42:37.815" v="56"/>
          <ac:grpSpMkLst>
            <pc:docMk/>
            <pc:sldMk cId="0" sldId="262"/>
            <ac:grpSpMk id="31" creationId="{86F5C58E-D1B8-1CE1-B926-9CB1FE6C9090}"/>
          </ac:grpSpMkLst>
        </pc:grpChg>
        <pc:picChg chg="del">
          <ac:chgData name="문 동진(KSTD)" userId="3d26c5c2-5d13-41b2-b4a9-bebd91ca5bef" providerId="ADAL" clId="{AC91C77A-115B-4066-B24C-58E72D5C40B6}" dt="2026-08-07T01:42:37.630" v="55" actId="478"/>
          <ac:picMkLst>
            <pc:docMk/>
            <pc:sldMk cId="0" sldId="262"/>
            <ac:picMk id="27" creationId="{00000000-0000-0000-0000-000000000000}"/>
          </ac:picMkLst>
        </pc:picChg>
        <pc:picChg chg="del">
          <ac:chgData name="문 동진(KSTD)" userId="3d26c5c2-5d13-41b2-b4a9-bebd91ca5bef" providerId="ADAL" clId="{AC91C77A-115B-4066-B24C-58E72D5C40B6}" dt="2026-08-07T01:42:37.630" v="55" actId="478"/>
          <ac:picMkLst>
            <pc:docMk/>
            <pc:sldMk cId="0" sldId="262"/>
            <ac:picMk id="29" creationId="{00000000-0000-0000-0000-000000000000}"/>
          </ac:picMkLst>
        </pc:picChg>
        <pc:picChg chg="mod">
          <ac:chgData name="문 동진(KSTD)" userId="3d26c5c2-5d13-41b2-b4a9-bebd91ca5bef" providerId="ADAL" clId="{AC91C77A-115B-4066-B24C-58E72D5C40B6}" dt="2026-08-07T01:42:37.815" v="56"/>
          <ac:picMkLst>
            <pc:docMk/>
            <pc:sldMk cId="0" sldId="262"/>
            <ac:picMk id="32" creationId="{98F7334B-AE62-DA0B-C1BF-F586B37D3C12}"/>
          </ac:picMkLst>
        </pc:picChg>
        <pc:picChg chg="mod">
          <ac:chgData name="문 동진(KSTD)" userId="3d26c5c2-5d13-41b2-b4a9-bebd91ca5bef" providerId="ADAL" clId="{AC91C77A-115B-4066-B24C-58E72D5C40B6}" dt="2026-08-07T01:42:37.815" v="56"/>
          <ac:picMkLst>
            <pc:docMk/>
            <pc:sldMk cId="0" sldId="262"/>
            <ac:picMk id="33" creationId="{2A8C4082-6425-679C-BE1E-78D2B89164F4}"/>
          </ac:picMkLst>
        </pc:picChg>
        <pc:picChg chg="add ord">
          <ac:chgData name="문 동진(KSTD)" userId="3d26c5c2-5d13-41b2-b4a9-bebd91ca5bef" providerId="ADAL" clId="{AC91C77A-115B-4066-B24C-58E72D5C40B6}" dt="2026-08-07T04:25:22.811" v="1135" actId="167"/>
          <ac:picMkLst>
            <pc:docMk/>
            <pc:sldMk cId="0" sldId="262"/>
            <ac:picMk id="35" creationId="{4F9E8D19-C25B-598F-3F80-C37A24BC96DE}"/>
          </ac:picMkLst>
        </pc:picChg>
        <pc:picChg chg="add del mod">
          <ac:chgData name="문 동진(KSTD)" userId="3d26c5c2-5d13-41b2-b4a9-bebd91ca5bef" providerId="ADAL" clId="{AC91C77A-115B-4066-B24C-58E72D5C40B6}" dt="2026-08-07T04:16:04.433" v="1058" actId="22"/>
          <ac:picMkLst>
            <pc:docMk/>
            <pc:sldMk cId="0" sldId="262"/>
            <ac:picMk id="37" creationId="{F120BB23-26ED-A948-D223-ADCE7EC03C19}"/>
          </ac:picMkLst>
        </pc:picChg>
      </pc:sldChg>
      <pc:sldChg chg="addSp delSp modSp mod setBg">
        <pc:chgData name="문 동진(KSTD)" userId="3d26c5c2-5d13-41b2-b4a9-bebd91ca5bef" providerId="ADAL" clId="{AC91C77A-115B-4066-B24C-58E72D5C40B6}" dt="2026-08-07T04:26:57.363" v="1151" actId="108"/>
        <pc:sldMkLst>
          <pc:docMk/>
          <pc:sldMk cId="0" sldId="263"/>
        </pc:sldMkLst>
        <pc:spChg chg="del">
          <ac:chgData name="문 동진(KSTD)" userId="3d26c5c2-5d13-41b2-b4a9-bebd91ca5bef" providerId="ADAL" clId="{AC91C77A-115B-4066-B24C-58E72D5C40B6}" dt="2026-08-07T04:15:10.249" v="1041" actId="478"/>
          <ac:spMkLst>
            <pc:docMk/>
            <pc:sldMk cId="0" sldId="263"/>
            <ac:spMk id="5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2:26:12.742" v="647" actId="1076"/>
          <ac:spMkLst>
            <pc:docMk/>
            <pc:sldMk cId="0" sldId="263"/>
            <ac:spMk id="9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2:26:01.041" v="644" actId="403"/>
          <ac:spMkLst>
            <pc:docMk/>
            <pc:sldMk cId="0" sldId="263"/>
            <ac:spMk id="10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2:26:12.742" v="647" actId="1076"/>
          <ac:spMkLst>
            <pc:docMk/>
            <pc:sldMk cId="0" sldId="263"/>
            <ac:spMk id="13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2:26:01.041" v="644" actId="403"/>
          <ac:spMkLst>
            <pc:docMk/>
            <pc:sldMk cId="0" sldId="263"/>
            <ac:spMk id="14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2:26:12.742" v="647" actId="1076"/>
          <ac:spMkLst>
            <pc:docMk/>
            <pc:sldMk cId="0" sldId="263"/>
            <ac:spMk id="17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2:26:01.041" v="644" actId="403"/>
          <ac:spMkLst>
            <pc:docMk/>
            <pc:sldMk cId="0" sldId="263"/>
            <ac:spMk id="18" creationId="{00000000-0000-0000-0000-000000000000}"/>
          </ac:spMkLst>
        </pc:spChg>
        <pc:spChg chg="del">
          <ac:chgData name="문 동진(KSTD)" userId="3d26c5c2-5d13-41b2-b4a9-bebd91ca5bef" providerId="ADAL" clId="{AC91C77A-115B-4066-B24C-58E72D5C40B6}" dt="2026-08-07T01:42:40.673" v="57" actId="478"/>
          <ac:spMkLst>
            <pc:docMk/>
            <pc:sldMk cId="0" sldId="263"/>
            <ac:spMk id="21" creationId="{00000000-0000-0000-0000-000000000000}"/>
          </ac:spMkLst>
        </pc:spChg>
        <pc:grpChg chg="add mod">
          <ac:chgData name="문 동진(KSTD)" userId="3d26c5c2-5d13-41b2-b4a9-bebd91ca5bef" providerId="ADAL" clId="{AC91C77A-115B-4066-B24C-58E72D5C40B6}" dt="2026-08-07T01:42:40.838" v="58"/>
          <ac:grpSpMkLst>
            <pc:docMk/>
            <pc:sldMk cId="0" sldId="263"/>
            <ac:grpSpMk id="24" creationId="{138BB2D2-5F09-CF17-940D-4A14B01D6D2D}"/>
          </ac:grpSpMkLst>
        </pc:grpChg>
        <pc:picChg chg="del">
          <ac:chgData name="문 동진(KSTD)" userId="3d26c5c2-5d13-41b2-b4a9-bebd91ca5bef" providerId="ADAL" clId="{AC91C77A-115B-4066-B24C-58E72D5C40B6}" dt="2026-08-07T01:42:40.673" v="57" actId="478"/>
          <ac:picMkLst>
            <pc:docMk/>
            <pc:sldMk cId="0" sldId="263"/>
            <ac:picMk id="20" creationId="{00000000-0000-0000-0000-000000000000}"/>
          </ac:picMkLst>
        </pc:picChg>
        <pc:picChg chg="del">
          <ac:chgData name="문 동진(KSTD)" userId="3d26c5c2-5d13-41b2-b4a9-bebd91ca5bef" providerId="ADAL" clId="{AC91C77A-115B-4066-B24C-58E72D5C40B6}" dt="2026-08-07T01:42:40.673" v="57" actId="478"/>
          <ac:picMkLst>
            <pc:docMk/>
            <pc:sldMk cId="0" sldId="263"/>
            <ac:picMk id="22" creationId="{00000000-0000-0000-0000-000000000000}"/>
          </ac:picMkLst>
        </pc:picChg>
        <pc:picChg chg="mod">
          <ac:chgData name="문 동진(KSTD)" userId="3d26c5c2-5d13-41b2-b4a9-bebd91ca5bef" providerId="ADAL" clId="{AC91C77A-115B-4066-B24C-58E72D5C40B6}" dt="2026-08-07T01:42:40.838" v="58"/>
          <ac:picMkLst>
            <pc:docMk/>
            <pc:sldMk cId="0" sldId="263"/>
            <ac:picMk id="25" creationId="{44576942-B6BC-B3F8-85FB-4EB6F6D2F947}"/>
          </ac:picMkLst>
        </pc:picChg>
        <pc:picChg chg="mod">
          <ac:chgData name="문 동진(KSTD)" userId="3d26c5c2-5d13-41b2-b4a9-bebd91ca5bef" providerId="ADAL" clId="{AC91C77A-115B-4066-B24C-58E72D5C40B6}" dt="2026-08-07T01:42:40.838" v="58"/>
          <ac:picMkLst>
            <pc:docMk/>
            <pc:sldMk cId="0" sldId="263"/>
            <ac:picMk id="26" creationId="{5E6A62E3-A00F-C745-F375-2B28BB937A41}"/>
          </ac:picMkLst>
        </pc:picChg>
        <pc:picChg chg="add mod modCrop">
          <ac:chgData name="문 동진(KSTD)" userId="3d26c5c2-5d13-41b2-b4a9-bebd91ca5bef" providerId="ADAL" clId="{AC91C77A-115B-4066-B24C-58E72D5C40B6}" dt="2026-08-07T04:15:04.997" v="1039" actId="1076"/>
          <ac:picMkLst>
            <pc:docMk/>
            <pc:sldMk cId="0" sldId="263"/>
            <ac:picMk id="28" creationId="{A7EBD4D9-ED40-2FE4-2634-37DB3E28A633}"/>
          </ac:picMkLst>
        </pc:picChg>
        <pc:picChg chg="add mod ord">
          <ac:chgData name="문 동진(KSTD)" userId="3d26c5c2-5d13-41b2-b4a9-bebd91ca5bef" providerId="ADAL" clId="{AC91C77A-115B-4066-B24C-58E72D5C40B6}" dt="2026-08-07T04:26:53.775" v="1149" actId="167"/>
          <ac:picMkLst>
            <pc:docMk/>
            <pc:sldMk cId="0" sldId="263"/>
            <ac:picMk id="30" creationId="{EC46FC42-444D-6A29-842E-A64330AF1556}"/>
          </ac:picMkLst>
        </pc:picChg>
        <pc:picChg chg="add mod ord">
          <ac:chgData name="문 동진(KSTD)" userId="3d26c5c2-5d13-41b2-b4a9-bebd91ca5bef" providerId="ADAL" clId="{AC91C77A-115B-4066-B24C-58E72D5C40B6}" dt="2026-08-07T04:26:57.363" v="1151" actId="108"/>
          <ac:picMkLst>
            <pc:docMk/>
            <pc:sldMk cId="0" sldId="263"/>
            <ac:picMk id="32" creationId="{033CF2B1-B7B7-4EB7-EAF2-AABCF3E69CE8}"/>
          </ac:picMkLst>
        </pc:picChg>
      </pc:sldChg>
      <pc:sldChg chg="addSp delSp modSp mod setBg">
        <pc:chgData name="문 동진(KSTD)" userId="3d26c5c2-5d13-41b2-b4a9-bebd91ca5bef" providerId="ADAL" clId="{AC91C77A-115B-4066-B24C-58E72D5C40B6}" dt="2026-08-07T03:52:31.950" v="738" actId="6549"/>
        <pc:sldMkLst>
          <pc:docMk/>
          <pc:sldMk cId="0" sldId="264"/>
        </pc:sldMkLst>
        <pc:spChg chg="mod">
          <ac:chgData name="문 동진(KSTD)" userId="3d26c5c2-5d13-41b2-b4a9-bebd91ca5bef" providerId="ADAL" clId="{AC91C77A-115B-4066-B24C-58E72D5C40B6}" dt="2026-08-07T03:52:31.950" v="738" actId="6549"/>
          <ac:spMkLst>
            <pc:docMk/>
            <pc:sldMk cId="0" sldId="264"/>
            <ac:spMk id="4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2:25:33.588" v="640" actId="403"/>
          <ac:spMkLst>
            <pc:docMk/>
            <pc:sldMk cId="0" sldId="264"/>
            <ac:spMk id="7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2:25:41.316" v="641" actId="403"/>
          <ac:spMkLst>
            <pc:docMk/>
            <pc:sldMk cId="0" sldId="264"/>
            <ac:spMk id="8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2:25:33.588" v="640" actId="403"/>
          <ac:spMkLst>
            <pc:docMk/>
            <pc:sldMk cId="0" sldId="264"/>
            <ac:spMk id="11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2:25:41.316" v="641" actId="403"/>
          <ac:spMkLst>
            <pc:docMk/>
            <pc:sldMk cId="0" sldId="264"/>
            <ac:spMk id="12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2:25:33.588" v="640" actId="403"/>
          <ac:spMkLst>
            <pc:docMk/>
            <pc:sldMk cId="0" sldId="264"/>
            <ac:spMk id="15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2:25:41.316" v="641" actId="403"/>
          <ac:spMkLst>
            <pc:docMk/>
            <pc:sldMk cId="0" sldId="264"/>
            <ac:spMk id="16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2:29:31.445" v="675" actId="122"/>
          <ac:spMkLst>
            <pc:docMk/>
            <pc:sldMk cId="0" sldId="264"/>
            <ac:spMk id="18" creationId="{00000000-0000-0000-0000-000000000000}"/>
          </ac:spMkLst>
        </pc:spChg>
        <pc:spChg chg="del">
          <ac:chgData name="문 동진(KSTD)" userId="3d26c5c2-5d13-41b2-b4a9-bebd91ca5bef" providerId="ADAL" clId="{AC91C77A-115B-4066-B24C-58E72D5C40B6}" dt="2026-08-07T01:42:44.537" v="59" actId="478"/>
          <ac:spMkLst>
            <pc:docMk/>
            <pc:sldMk cId="0" sldId="264"/>
            <ac:spMk id="20" creationId="{00000000-0000-0000-0000-000000000000}"/>
          </ac:spMkLst>
        </pc:spChg>
        <pc:spChg chg="del">
          <ac:chgData name="문 동진(KSTD)" userId="3d26c5c2-5d13-41b2-b4a9-bebd91ca5bef" providerId="ADAL" clId="{AC91C77A-115B-4066-B24C-58E72D5C40B6}" dt="2026-08-07T01:42:44.537" v="59" actId="478"/>
          <ac:spMkLst>
            <pc:docMk/>
            <pc:sldMk cId="0" sldId="264"/>
            <ac:spMk id="22" creationId="{00000000-0000-0000-0000-000000000000}"/>
          </ac:spMkLst>
        </pc:spChg>
        <pc:spChg chg="add del mod">
          <ac:chgData name="문 동진(KSTD)" userId="3d26c5c2-5d13-41b2-b4a9-bebd91ca5bef" providerId="ADAL" clId="{AC91C77A-115B-4066-B24C-58E72D5C40B6}" dt="2026-08-07T01:07:41.894" v="4"/>
          <ac:spMkLst>
            <pc:docMk/>
            <pc:sldMk cId="0" sldId="264"/>
            <ac:spMk id="25" creationId="{879988EC-5772-B079-1D6B-7327585B754E}"/>
          </ac:spMkLst>
        </pc:spChg>
        <pc:grpChg chg="add mod">
          <ac:chgData name="문 동진(KSTD)" userId="3d26c5c2-5d13-41b2-b4a9-bebd91ca5bef" providerId="ADAL" clId="{AC91C77A-115B-4066-B24C-58E72D5C40B6}" dt="2026-08-07T01:42:44.788" v="60"/>
          <ac:grpSpMkLst>
            <pc:docMk/>
            <pc:sldMk cId="0" sldId="264"/>
            <ac:grpSpMk id="26" creationId="{06CB91ED-284A-1817-C79C-151544BA1873}"/>
          </ac:grpSpMkLst>
        </pc:grpChg>
        <pc:picChg chg="del">
          <ac:chgData name="문 동진(KSTD)" userId="3d26c5c2-5d13-41b2-b4a9-bebd91ca5bef" providerId="ADAL" clId="{AC91C77A-115B-4066-B24C-58E72D5C40B6}" dt="2026-08-07T01:42:44.537" v="59" actId="478"/>
          <ac:picMkLst>
            <pc:docMk/>
            <pc:sldMk cId="0" sldId="264"/>
            <ac:picMk id="21" creationId="{00000000-0000-0000-0000-000000000000}"/>
          </ac:picMkLst>
        </pc:picChg>
        <pc:picChg chg="del">
          <ac:chgData name="문 동진(KSTD)" userId="3d26c5c2-5d13-41b2-b4a9-bebd91ca5bef" providerId="ADAL" clId="{AC91C77A-115B-4066-B24C-58E72D5C40B6}" dt="2026-08-07T01:42:44.537" v="59" actId="478"/>
          <ac:picMkLst>
            <pc:docMk/>
            <pc:sldMk cId="0" sldId="264"/>
            <ac:picMk id="23" creationId="{00000000-0000-0000-0000-000000000000}"/>
          </ac:picMkLst>
        </pc:picChg>
        <pc:picChg chg="mod">
          <ac:chgData name="문 동진(KSTD)" userId="3d26c5c2-5d13-41b2-b4a9-bebd91ca5bef" providerId="ADAL" clId="{AC91C77A-115B-4066-B24C-58E72D5C40B6}" dt="2026-08-07T01:42:44.788" v="60"/>
          <ac:picMkLst>
            <pc:docMk/>
            <pc:sldMk cId="0" sldId="264"/>
            <ac:picMk id="27" creationId="{305D1059-6938-7A21-FCEC-B47E62935901}"/>
          </ac:picMkLst>
        </pc:picChg>
        <pc:picChg chg="mod">
          <ac:chgData name="문 동진(KSTD)" userId="3d26c5c2-5d13-41b2-b4a9-bebd91ca5bef" providerId="ADAL" clId="{AC91C77A-115B-4066-B24C-58E72D5C40B6}" dt="2026-08-07T01:42:44.788" v="60"/>
          <ac:picMkLst>
            <pc:docMk/>
            <pc:sldMk cId="0" sldId="264"/>
            <ac:picMk id="28" creationId="{A74D011E-55CE-ABAA-BBC6-3247F0EA0B2E}"/>
          </ac:picMkLst>
        </pc:picChg>
      </pc:sldChg>
      <pc:sldChg chg="addSp delSp modSp mod">
        <pc:chgData name="문 동진(KSTD)" userId="3d26c5c2-5d13-41b2-b4a9-bebd91ca5bef" providerId="ADAL" clId="{AC91C77A-115B-4066-B24C-58E72D5C40B6}" dt="2026-08-07T03:53:28.050" v="755"/>
        <pc:sldMkLst>
          <pc:docMk/>
          <pc:sldMk cId="0" sldId="265"/>
        </pc:sldMkLst>
        <pc:spChg chg="mod">
          <ac:chgData name="문 동진(KSTD)" userId="3d26c5c2-5d13-41b2-b4a9-bebd91ca5bef" providerId="ADAL" clId="{AC91C77A-115B-4066-B24C-58E72D5C40B6}" dt="2026-08-07T03:52:35.333" v="739" actId="20577"/>
          <ac:spMkLst>
            <pc:docMk/>
            <pc:sldMk cId="0" sldId="265"/>
            <ac:spMk id="4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2:25:12.289" v="637" actId="404"/>
          <ac:spMkLst>
            <pc:docMk/>
            <pc:sldMk cId="0" sldId="265"/>
            <ac:spMk id="8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3:53:28.050" v="755"/>
          <ac:spMkLst>
            <pc:docMk/>
            <pc:sldMk cId="0" sldId="265"/>
            <ac:spMk id="9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2:25:12.289" v="637" actId="404"/>
          <ac:spMkLst>
            <pc:docMk/>
            <pc:sldMk cId="0" sldId="265"/>
            <ac:spMk id="13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2:25:17.098" v="638" actId="1076"/>
          <ac:spMkLst>
            <pc:docMk/>
            <pc:sldMk cId="0" sldId="265"/>
            <ac:spMk id="14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2:25:12.289" v="637" actId="404"/>
          <ac:spMkLst>
            <pc:docMk/>
            <pc:sldMk cId="0" sldId="265"/>
            <ac:spMk id="18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2:25:17.098" v="638" actId="1076"/>
          <ac:spMkLst>
            <pc:docMk/>
            <pc:sldMk cId="0" sldId="265"/>
            <ac:spMk id="19" creationId="{00000000-0000-0000-0000-000000000000}"/>
          </ac:spMkLst>
        </pc:spChg>
        <pc:spChg chg="del">
          <ac:chgData name="문 동진(KSTD)" userId="3d26c5c2-5d13-41b2-b4a9-bebd91ca5bef" providerId="ADAL" clId="{AC91C77A-115B-4066-B24C-58E72D5C40B6}" dt="2026-08-07T01:42:47.998" v="61" actId="478"/>
          <ac:spMkLst>
            <pc:docMk/>
            <pc:sldMk cId="0" sldId="265"/>
            <ac:spMk id="22" creationId="{00000000-0000-0000-0000-000000000000}"/>
          </ac:spMkLst>
        </pc:spChg>
        <pc:spChg chg="del">
          <ac:chgData name="문 동진(KSTD)" userId="3d26c5c2-5d13-41b2-b4a9-bebd91ca5bef" providerId="ADAL" clId="{AC91C77A-115B-4066-B24C-58E72D5C40B6}" dt="2026-08-07T01:42:47.998" v="61" actId="478"/>
          <ac:spMkLst>
            <pc:docMk/>
            <pc:sldMk cId="0" sldId="265"/>
            <ac:spMk id="24" creationId="{00000000-0000-0000-0000-000000000000}"/>
          </ac:spMkLst>
        </pc:spChg>
        <pc:grpChg chg="add mod">
          <ac:chgData name="문 동진(KSTD)" userId="3d26c5c2-5d13-41b2-b4a9-bebd91ca5bef" providerId="ADAL" clId="{AC91C77A-115B-4066-B24C-58E72D5C40B6}" dt="2026-08-07T01:42:48.520" v="62"/>
          <ac:grpSpMkLst>
            <pc:docMk/>
            <pc:sldMk cId="0" sldId="265"/>
            <ac:grpSpMk id="27" creationId="{DB69D6E2-6757-6CF8-A470-758C466F9F1B}"/>
          </ac:grpSpMkLst>
        </pc:grpChg>
        <pc:picChg chg="del">
          <ac:chgData name="문 동진(KSTD)" userId="3d26c5c2-5d13-41b2-b4a9-bebd91ca5bef" providerId="ADAL" clId="{AC91C77A-115B-4066-B24C-58E72D5C40B6}" dt="2026-08-07T01:42:47.998" v="61" actId="478"/>
          <ac:picMkLst>
            <pc:docMk/>
            <pc:sldMk cId="0" sldId="265"/>
            <ac:picMk id="23" creationId="{00000000-0000-0000-0000-000000000000}"/>
          </ac:picMkLst>
        </pc:picChg>
        <pc:picChg chg="del">
          <ac:chgData name="문 동진(KSTD)" userId="3d26c5c2-5d13-41b2-b4a9-bebd91ca5bef" providerId="ADAL" clId="{AC91C77A-115B-4066-B24C-58E72D5C40B6}" dt="2026-08-07T01:42:47.998" v="61" actId="478"/>
          <ac:picMkLst>
            <pc:docMk/>
            <pc:sldMk cId="0" sldId="265"/>
            <ac:picMk id="25" creationId="{00000000-0000-0000-0000-000000000000}"/>
          </ac:picMkLst>
        </pc:picChg>
        <pc:picChg chg="mod">
          <ac:chgData name="문 동진(KSTD)" userId="3d26c5c2-5d13-41b2-b4a9-bebd91ca5bef" providerId="ADAL" clId="{AC91C77A-115B-4066-B24C-58E72D5C40B6}" dt="2026-08-07T01:42:48.520" v="62"/>
          <ac:picMkLst>
            <pc:docMk/>
            <pc:sldMk cId="0" sldId="265"/>
            <ac:picMk id="28" creationId="{A9EABF1A-3D2C-C92D-ED70-DCA7B20A4167}"/>
          </ac:picMkLst>
        </pc:picChg>
        <pc:picChg chg="mod">
          <ac:chgData name="문 동진(KSTD)" userId="3d26c5c2-5d13-41b2-b4a9-bebd91ca5bef" providerId="ADAL" clId="{AC91C77A-115B-4066-B24C-58E72D5C40B6}" dt="2026-08-07T01:42:48.520" v="62"/>
          <ac:picMkLst>
            <pc:docMk/>
            <pc:sldMk cId="0" sldId="265"/>
            <ac:picMk id="29" creationId="{F85B4743-05D9-B2B6-93B7-7BB8B1F7B23F}"/>
          </ac:picMkLst>
        </pc:picChg>
      </pc:sldChg>
      <pc:sldChg chg="addSp delSp modSp mod">
        <pc:chgData name="문 동진(KSTD)" userId="3d26c5c2-5d13-41b2-b4a9-bebd91ca5bef" providerId="ADAL" clId="{AC91C77A-115B-4066-B24C-58E72D5C40B6}" dt="2026-08-07T03:53:01.476" v="745" actId="403"/>
        <pc:sldMkLst>
          <pc:docMk/>
          <pc:sldMk cId="0" sldId="266"/>
        </pc:sldMkLst>
        <pc:spChg chg="mod">
          <ac:chgData name="문 동진(KSTD)" userId="3d26c5c2-5d13-41b2-b4a9-bebd91ca5bef" providerId="ADAL" clId="{AC91C77A-115B-4066-B24C-58E72D5C40B6}" dt="2026-08-07T03:52:38.673" v="742" actId="20577"/>
          <ac:spMkLst>
            <pc:docMk/>
            <pc:sldMk cId="0" sldId="266"/>
            <ac:spMk id="4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3:52:59.499" v="744" actId="403"/>
          <ac:spMkLst>
            <pc:docMk/>
            <pc:sldMk cId="0" sldId="266"/>
            <ac:spMk id="8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3:53:01.476" v="745" actId="403"/>
          <ac:spMkLst>
            <pc:docMk/>
            <pc:sldMk cId="0" sldId="266"/>
            <ac:spMk id="9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3:52:59.499" v="744" actId="403"/>
          <ac:spMkLst>
            <pc:docMk/>
            <pc:sldMk cId="0" sldId="266"/>
            <ac:spMk id="11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3:53:01.476" v="745" actId="403"/>
          <ac:spMkLst>
            <pc:docMk/>
            <pc:sldMk cId="0" sldId="266"/>
            <ac:spMk id="12" creationId="{00000000-0000-0000-0000-000000000000}"/>
          </ac:spMkLst>
        </pc:spChg>
        <pc:spChg chg="del">
          <ac:chgData name="문 동진(KSTD)" userId="3d26c5c2-5d13-41b2-b4a9-bebd91ca5bef" providerId="ADAL" clId="{AC91C77A-115B-4066-B24C-58E72D5C40B6}" dt="2026-08-07T01:42:51.434" v="63" actId="478"/>
          <ac:spMkLst>
            <pc:docMk/>
            <pc:sldMk cId="0" sldId="266"/>
            <ac:spMk id="14" creationId="{00000000-0000-0000-0000-000000000000}"/>
          </ac:spMkLst>
        </pc:spChg>
        <pc:spChg chg="del">
          <ac:chgData name="문 동진(KSTD)" userId="3d26c5c2-5d13-41b2-b4a9-bebd91ca5bef" providerId="ADAL" clId="{AC91C77A-115B-4066-B24C-58E72D5C40B6}" dt="2026-08-07T01:42:51.434" v="63" actId="478"/>
          <ac:spMkLst>
            <pc:docMk/>
            <pc:sldMk cId="0" sldId="266"/>
            <ac:spMk id="16" creationId="{00000000-0000-0000-0000-000000000000}"/>
          </ac:spMkLst>
        </pc:spChg>
        <pc:grpChg chg="add mod">
          <ac:chgData name="문 동진(KSTD)" userId="3d26c5c2-5d13-41b2-b4a9-bebd91ca5bef" providerId="ADAL" clId="{AC91C77A-115B-4066-B24C-58E72D5C40B6}" dt="2026-08-07T01:42:51.673" v="64"/>
          <ac:grpSpMkLst>
            <pc:docMk/>
            <pc:sldMk cId="0" sldId="266"/>
            <ac:grpSpMk id="19" creationId="{32CD8B19-69FC-4B17-455D-24B635BD7C07}"/>
          </ac:grpSpMkLst>
        </pc:grpChg>
        <pc:picChg chg="del">
          <ac:chgData name="문 동진(KSTD)" userId="3d26c5c2-5d13-41b2-b4a9-bebd91ca5bef" providerId="ADAL" clId="{AC91C77A-115B-4066-B24C-58E72D5C40B6}" dt="2026-08-07T01:42:51.434" v="63" actId="478"/>
          <ac:picMkLst>
            <pc:docMk/>
            <pc:sldMk cId="0" sldId="266"/>
            <ac:picMk id="15" creationId="{00000000-0000-0000-0000-000000000000}"/>
          </ac:picMkLst>
        </pc:picChg>
        <pc:picChg chg="del">
          <ac:chgData name="문 동진(KSTD)" userId="3d26c5c2-5d13-41b2-b4a9-bebd91ca5bef" providerId="ADAL" clId="{AC91C77A-115B-4066-B24C-58E72D5C40B6}" dt="2026-08-07T01:42:51.434" v="63" actId="478"/>
          <ac:picMkLst>
            <pc:docMk/>
            <pc:sldMk cId="0" sldId="266"/>
            <ac:picMk id="17" creationId="{00000000-0000-0000-0000-000000000000}"/>
          </ac:picMkLst>
        </pc:picChg>
        <pc:picChg chg="mod">
          <ac:chgData name="문 동진(KSTD)" userId="3d26c5c2-5d13-41b2-b4a9-bebd91ca5bef" providerId="ADAL" clId="{AC91C77A-115B-4066-B24C-58E72D5C40B6}" dt="2026-08-07T01:42:51.673" v="64"/>
          <ac:picMkLst>
            <pc:docMk/>
            <pc:sldMk cId="0" sldId="266"/>
            <ac:picMk id="20" creationId="{EF4AE326-8A0D-412D-E340-3286508351AB}"/>
          </ac:picMkLst>
        </pc:picChg>
        <pc:picChg chg="mod">
          <ac:chgData name="문 동진(KSTD)" userId="3d26c5c2-5d13-41b2-b4a9-bebd91ca5bef" providerId="ADAL" clId="{AC91C77A-115B-4066-B24C-58E72D5C40B6}" dt="2026-08-07T01:42:51.673" v="64"/>
          <ac:picMkLst>
            <pc:docMk/>
            <pc:sldMk cId="0" sldId="266"/>
            <ac:picMk id="21" creationId="{55E3CB72-3F6C-7414-72C8-76150CCC1737}"/>
          </ac:picMkLst>
        </pc:picChg>
      </pc:sldChg>
      <pc:sldChg chg="addSp delSp modSp mod">
        <pc:chgData name="문 동진(KSTD)" userId="3d26c5c2-5d13-41b2-b4a9-bebd91ca5bef" providerId="ADAL" clId="{AC91C77A-115B-4066-B24C-58E72D5C40B6}" dt="2026-08-07T01:42:54.189" v="66"/>
        <pc:sldMkLst>
          <pc:docMk/>
          <pc:sldMk cId="0" sldId="267"/>
        </pc:sldMkLst>
        <pc:spChg chg="del">
          <ac:chgData name="문 동진(KSTD)" userId="3d26c5c2-5d13-41b2-b4a9-bebd91ca5bef" providerId="ADAL" clId="{AC91C77A-115B-4066-B24C-58E72D5C40B6}" dt="2026-08-07T01:42:54.003" v="65" actId="478"/>
          <ac:spMkLst>
            <pc:docMk/>
            <pc:sldMk cId="0" sldId="267"/>
            <ac:spMk id="15" creationId="{00000000-0000-0000-0000-000000000000}"/>
          </ac:spMkLst>
        </pc:spChg>
        <pc:spChg chg="del">
          <ac:chgData name="문 동진(KSTD)" userId="3d26c5c2-5d13-41b2-b4a9-bebd91ca5bef" providerId="ADAL" clId="{AC91C77A-115B-4066-B24C-58E72D5C40B6}" dt="2026-08-07T01:42:54.003" v="65" actId="478"/>
          <ac:spMkLst>
            <pc:docMk/>
            <pc:sldMk cId="0" sldId="267"/>
            <ac:spMk id="17" creationId="{00000000-0000-0000-0000-000000000000}"/>
          </ac:spMkLst>
        </pc:spChg>
        <pc:grpChg chg="add mod">
          <ac:chgData name="문 동진(KSTD)" userId="3d26c5c2-5d13-41b2-b4a9-bebd91ca5bef" providerId="ADAL" clId="{AC91C77A-115B-4066-B24C-58E72D5C40B6}" dt="2026-08-07T01:42:54.189" v="66"/>
          <ac:grpSpMkLst>
            <pc:docMk/>
            <pc:sldMk cId="0" sldId="267"/>
            <ac:grpSpMk id="20" creationId="{735A75B5-497E-2F99-38D1-CC8BD9975F5E}"/>
          </ac:grpSpMkLst>
        </pc:grpChg>
        <pc:picChg chg="del">
          <ac:chgData name="문 동진(KSTD)" userId="3d26c5c2-5d13-41b2-b4a9-bebd91ca5bef" providerId="ADAL" clId="{AC91C77A-115B-4066-B24C-58E72D5C40B6}" dt="2026-08-07T01:42:54.003" v="65" actId="478"/>
          <ac:picMkLst>
            <pc:docMk/>
            <pc:sldMk cId="0" sldId="267"/>
            <ac:picMk id="16" creationId="{00000000-0000-0000-0000-000000000000}"/>
          </ac:picMkLst>
        </pc:picChg>
        <pc:picChg chg="del">
          <ac:chgData name="문 동진(KSTD)" userId="3d26c5c2-5d13-41b2-b4a9-bebd91ca5bef" providerId="ADAL" clId="{AC91C77A-115B-4066-B24C-58E72D5C40B6}" dt="2026-08-07T01:42:54.003" v="65" actId="478"/>
          <ac:picMkLst>
            <pc:docMk/>
            <pc:sldMk cId="0" sldId="267"/>
            <ac:picMk id="18" creationId="{00000000-0000-0000-0000-000000000000}"/>
          </ac:picMkLst>
        </pc:picChg>
        <pc:picChg chg="mod">
          <ac:chgData name="문 동진(KSTD)" userId="3d26c5c2-5d13-41b2-b4a9-bebd91ca5bef" providerId="ADAL" clId="{AC91C77A-115B-4066-B24C-58E72D5C40B6}" dt="2026-08-07T01:42:54.189" v="66"/>
          <ac:picMkLst>
            <pc:docMk/>
            <pc:sldMk cId="0" sldId="267"/>
            <ac:picMk id="21" creationId="{0623A3C0-C436-D998-E6CF-92D12718686B}"/>
          </ac:picMkLst>
        </pc:picChg>
        <pc:picChg chg="mod">
          <ac:chgData name="문 동진(KSTD)" userId="3d26c5c2-5d13-41b2-b4a9-bebd91ca5bef" providerId="ADAL" clId="{AC91C77A-115B-4066-B24C-58E72D5C40B6}" dt="2026-08-07T01:42:54.189" v="66"/>
          <ac:picMkLst>
            <pc:docMk/>
            <pc:sldMk cId="0" sldId="267"/>
            <ac:picMk id="22" creationId="{90DAE34F-7FCA-22B4-8467-E1576D376B08}"/>
          </ac:picMkLst>
        </pc:picChg>
      </pc:sldChg>
      <pc:sldChg chg="addSp delSp modSp mod">
        <pc:chgData name="문 동진(KSTD)" userId="3d26c5c2-5d13-41b2-b4a9-bebd91ca5bef" providerId="ADAL" clId="{AC91C77A-115B-4066-B24C-58E72D5C40B6}" dt="2026-08-07T04:19:19.070" v="1071" actId="207"/>
        <pc:sldMkLst>
          <pc:docMk/>
          <pc:sldMk cId="0" sldId="268"/>
        </pc:sldMkLst>
        <pc:spChg chg="mod">
          <ac:chgData name="문 동진(KSTD)" userId="3d26c5c2-5d13-41b2-b4a9-bebd91ca5bef" providerId="ADAL" clId="{AC91C77A-115B-4066-B24C-58E72D5C40B6}" dt="2026-08-07T04:19:19.070" v="1071" actId="207"/>
          <ac:spMkLst>
            <pc:docMk/>
            <pc:sldMk cId="0" sldId="268"/>
            <ac:spMk id="5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2:21:26.671" v="599" actId="20577"/>
          <ac:spMkLst>
            <pc:docMk/>
            <pc:sldMk cId="0" sldId="268"/>
            <ac:spMk id="8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2:21:24.798" v="596" actId="1076"/>
          <ac:spMkLst>
            <pc:docMk/>
            <pc:sldMk cId="0" sldId="268"/>
            <ac:spMk id="9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4:19:19.070" v="1071" actId="207"/>
          <ac:spMkLst>
            <pc:docMk/>
            <pc:sldMk cId="0" sldId="268"/>
            <ac:spMk id="10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2:21:29.649" v="602" actId="20577"/>
          <ac:spMkLst>
            <pc:docMk/>
            <pc:sldMk cId="0" sldId="268"/>
            <ac:spMk id="13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2:21:24.798" v="596" actId="1076"/>
          <ac:spMkLst>
            <pc:docMk/>
            <pc:sldMk cId="0" sldId="268"/>
            <ac:spMk id="14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4:19:19.070" v="1071" actId="207"/>
          <ac:spMkLst>
            <pc:docMk/>
            <pc:sldMk cId="0" sldId="268"/>
            <ac:spMk id="15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2:21:35.061" v="608" actId="20577"/>
          <ac:spMkLst>
            <pc:docMk/>
            <pc:sldMk cId="0" sldId="268"/>
            <ac:spMk id="18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2:21:24.798" v="596" actId="1076"/>
          <ac:spMkLst>
            <pc:docMk/>
            <pc:sldMk cId="0" sldId="268"/>
            <ac:spMk id="19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4:19:19.070" v="1071" actId="207"/>
          <ac:spMkLst>
            <pc:docMk/>
            <pc:sldMk cId="0" sldId="268"/>
            <ac:spMk id="20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2:21:32.514" v="605" actId="20577"/>
          <ac:spMkLst>
            <pc:docMk/>
            <pc:sldMk cId="0" sldId="268"/>
            <ac:spMk id="23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2:21:48.152" v="611" actId="20577"/>
          <ac:spMkLst>
            <pc:docMk/>
            <pc:sldMk cId="0" sldId="268"/>
            <ac:spMk id="24" creationId="{00000000-0000-0000-0000-000000000000}"/>
          </ac:spMkLst>
        </pc:spChg>
        <pc:spChg chg="del">
          <ac:chgData name="문 동진(KSTD)" userId="3d26c5c2-5d13-41b2-b4a9-bebd91ca5bef" providerId="ADAL" clId="{AC91C77A-115B-4066-B24C-58E72D5C40B6}" dt="2026-08-07T01:42:56.584" v="67" actId="478"/>
          <ac:spMkLst>
            <pc:docMk/>
            <pc:sldMk cId="0" sldId="268"/>
            <ac:spMk id="27" creationId="{00000000-0000-0000-0000-000000000000}"/>
          </ac:spMkLst>
        </pc:spChg>
        <pc:grpChg chg="add mod">
          <ac:chgData name="문 동진(KSTD)" userId="3d26c5c2-5d13-41b2-b4a9-bebd91ca5bef" providerId="ADAL" clId="{AC91C77A-115B-4066-B24C-58E72D5C40B6}" dt="2026-08-07T01:42:56.782" v="68"/>
          <ac:grpSpMkLst>
            <pc:docMk/>
            <pc:sldMk cId="0" sldId="268"/>
            <ac:grpSpMk id="30" creationId="{32FFFA01-B431-F1FB-C052-2B8D59847093}"/>
          </ac:grpSpMkLst>
        </pc:grpChg>
        <pc:picChg chg="del">
          <ac:chgData name="문 동진(KSTD)" userId="3d26c5c2-5d13-41b2-b4a9-bebd91ca5bef" providerId="ADAL" clId="{AC91C77A-115B-4066-B24C-58E72D5C40B6}" dt="2026-08-07T01:42:56.584" v="67" actId="478"/>
          <ac:picMkLst>
            <pc:docMk/>
            <pc:sldMk cId="0" sldId="268"/>
            <ac:picMk id="26" creationId="{00000000-0000-0000-0000-000000000000}"/>
          </ac:picMkLst>
        </pc:picChg>
        <pc:picChg chg="del">
          <ac:chgData name="문 동진(KSTD)" userId="3d26c5c2-5d13-41b2-b4a9-bebd91ca5bef" providerId="ADAL" clId="{AC91C77A-115B-4066-B24C-58E72D5C40B6}" dt="2026-08-07T01:42:56.584" v="67" actId="478"/>
          <ac:picMkLst>
            <pc:docMk/>
            <pc:sldMk cId="0" sldId="268"/>
            <ac:picMk id="28" creationId="{00000000-0000-0000-0000-000000000000}"/>
          </ac:picMkLst>
        </pc:picChg>
        <pc:picChg chg="mod">
          <ac:chgData name="문 동진(KSTD)" userId="3d26c5c2-5d13-41b2-b4a9-bebd91ca5bef" providerId="ADAL" clId="{AC91C77A-115B-4066-B24C-58E72D5C40B6}" dt="2026-08-07T01:42:56.782" v="68"/>
          <ac:picMkLst>
            <pc:docMk/>
            <pc:sldMk cId="0" sldId="268"/>
            <ac:picMk id="31" creationId="{8BCC00A6-E9F4-FB7F-A73C-7FF121D1BF44}"/>
          </ac:picMkLst>
        </pc:picChg>
        <pc:picChg chg="mod">
          <ac:chgData name="문 동진(KSTD)" userId="3d26c5c2-5d13-41b2-b4a9-bebd91ca5bef" providerId="ADAL" clId="{AC91C77A-115B-4066-B24C-58E72D5C40B6}" dt="2026-08-07T01:42:56.782" v="68"/>
          <ac:picMkLst>
            <pc:docMk/>
            <pc:sldMk cId="0" sldId="268"/>
            <ac:picMk id="32" creationId="{71779463-D4BE-ECD9-60B7-EC823268B0DC}"/>
          </ac:picMkLst>
        </pc:picChg>
        <pc:picChg chg="add ord">
          <ac:chgData name="문 동진(KSTD)" userId="3d26c5c2-5d13-41b2-b4a9-bebd91ca5bef" providerId="ADAL" clId="{AC91C77A-115B-4066-B24C-58E72D5C40B6}" dt="2026-08-07T04:12:55.375" v="1009" actId="167"/>
          <ac:picMkLst>
            <pc:docMk/>
            <pc:sldMk cId="0" sldId="268"/>
            <ac:picMk id="34" creationId="{CAE8A6E8-993B-AE67-1A36-ABB0A7346C20}"/>
          </ac:picMkLst>
        </pc:picChg>
      </pc:sldChg>
      <pc:sldChg chg="addSp delSp modSp del mod">
        <pc:chgData name="문 동진(KSTD)" userId="3d26c5c2-5d13-41b2-b4a9-bebd91ca5bef" providerId="ADAL" clId="{AC91C77A-115B-4066-B24C-58E72D5C40B6}" dt="2026-08-07T02:33:05.716" v="722" actId="47"/>
        <pc:sldMkLst>
          <pc:docMk/>
          <pc:sldMk cId="0" sldId="269"/>
        </pc:sldMkLst>
        <pc:spChg chg="mod">
          <ac:chgData name="문 동진(KSTD)" userId="3d26c5c2-5d13-41b2-b4a9-bebd91ca5bef" providerId="ADAL" clId="{AC91C77A-115B-4066-B24C-58E72D5C40B6}" dt="2026-08-07T02:29:50.830" v="676" actId="403"/>
          <ac:spMkLst>
            <pc:docMk/>
            <pc:sldMk cId="0" sldId="269"/>
            <ac:spMk id="8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2:29:56.985" v="681" actId="404"/>
          <ac:spMkLst>
            <pc:docMk/>
            <pc:sldMk cId="0" sldId="269"/>
            <ac:spMk id="9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2:29:50.830" v="676" actId="403"/>
          <ac:spMkLst>
            <pc:docMk/>
            <pc:sldMk cId="0" sldId="269"/>
            <ac:spMk id="13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2:29:56.985" v="681" actId="404"/>
          <ac:spMkLst>
            <pc:docMk/>
            <pc:sldMk cId="0" sldId="269"/>
            <ac:spMk id="14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2:29:50.830" v="676" actId="403"/>
          <ac:spMkLst>
            <pc:docMk/>
            <pc:sldMk cId="0" sldId="269"/>
            <ac:spMk id="18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2:29:56.985" v="681" actId="404"/>
          <ac:spMkLst>
            <pc:docMk/>
            <pc:sldMk cId="0" sldId="269"/>
            <ac:spMk id="19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1:42:59.004" v="70" actId="1076"/>
          <ac:spMkLst>
            <pc:docMk/>
            <pc:sldMk cId="0" sldId="269"/>
            <ac:spMk id="20" creationId="{00000000-0000-0000-0000-000000000000}"/>
          </ac:spMkLst>
        </pc:spChg>
        <pc:spChg chg="del">
          <ac:chgData name="문 동진(KSTD)" userId="3d26c5c2-5d13-41b2-b4a9-bebd91ca5bef" providerId="ADAL" clId="{AC91C77A-115B-4066-B24C-58E72D5C40B6}" dt="2026-08-07T01:43:02.079" v="71" actId="478"/>
          <ac:spMkLst>
            <pc:docMk/>
            <pc:sldMk cId="0" sldId="269"/>
            <ac:spMk id="22" creationId="{00000000-0000-0000-0000-000000000000}"/>
          </ac:spMkLst>
        </pc:spChg>
        <pc:spChg chg="add del">
          <ac:chgData name="문 동진(KSTD)" userId="3d26c5c2-5d13-41b2-b4a9-bebd91ca5bef" providerId="ADAL" clId="{AC91C77A-115B-4066-B24C-58E72D5C40B6}" dt="2026-08-07T02:30:19.519" v="683" actId="22"/>
          <ac:spMkLst>
            <pc:docMk/>
            <pc:sldMk cId="0" sldId="269"/>
            <ac:spMk id="29" creationId="{34CADDBC-8311-D6B9-4AC2-E52B9BDF7764}"/>
          </ac:spMkLst>
        </pc:spChg>
        <pc:grpChg chg="add mod">
          <ac:chgData name="문 동진(KSTD)" userId="3d26c5c2-5d13-41b2-b4a9-bebd91ca5bef" providerId="ADAL" clId="{AC91C77A-115B-4066-B24C-58E72D5C40B6}" dt="2026-08-07T01:43:02.404" v="72"/>
          <ac:grpSpMkLst>
            <pc:docMk/>
            <pc:sldMk cId="0" sldId="269"/>
            <ac:grpSpMk id="25" creationId="{F857992E-2DA9-F94B-886B-676BD3E3C6C1}"/>
          </ac:grpSpMkLst>
        </pc:grpChg>
        <pc:picChg chg="del">
          <ac:chgData name="문 동진(KSTD)" userId="3d26c5c2-5d13-41b2-b4a9-bebd91ca5bef" providerId="ADAL" clId="{AC91C77A-115B-4066-B24C-58E72D5C40B6}" dt="2026-08-07T01:43:02.079" v="71" actId="478"/>
          <ac:picMkLst>
            <pc:docMk/>
            <pc:sldMk cId="0" sldId="269"/>
            <ac:picMk id="21" creationId="{00000000-0000-0000-0000-000000000000}"/>
          </ac:picMkLst>
        </pc:picChg>
        <pc:picChg chg="del">
          <ac:chgData name="문 동진(KSTD)" userId="3d26c5c2-5d13-41b2-b4a9-bebd91ca5bef" providerId="ADAL" clId="{AC91C77A-115B-4066-B24C-58E72D5C40B6}" dt="2026-08-07T01:43:02.079" v="71" actId="478"/>
          <ac:picMkLst>
            <pc:docMk/>
            <pc:sldMk cId="0" sldId="269"/>
            <ac:picMk id="23" creationId="{00000000-0000-0000-0000-000000000000}"/>
          </ac:picMkLst>
        </pc:picChg>
        <pc:picChg chg="mod">
          <ac:chgData name="문 동진(KSTD)" userId="3d26c5c2-5d13-41b2-b4a9-bebd91ca5bef" providerId="ADAL" clId="{AC91C77A-115B-4066-B24C-58E72D5C40B6}" dt="2026-08-07T01:43:02.404" v="72"/>
          <ac:picMkLst>
            <pc:docMk/>
            <pc:sldMk cId="0" sldId="269"/>
            <ac:picMk id="26" creationId="{6B7AD1E6-E2DE-7C22-9742-B31795602760}"/>
          </ac:picMkLst>
        </pc:picChg>
        <pc:picChg chg="mod">
          <ac:chgData name="문 동진(KSTD)" userId="3d26c5c2-5d13-41b2-b4a9-bebd91ca5bef" providerId="ADAL" clId="{AC91C77A-115B-4066-B24C-58E72D5C40B6}" dt="2026-08-07T01:43:02.404" v="72"/>
          <ac:picMkLst>
            <pc:docMk/>
            <pc:sldMk cId="0" sldId="269"/>
            <ac:picMk id="27" creationId="{8144B8E2-3672-B5E9-C702-AD1F459EA974}"/>
          </ac:picMkLst>
        </pc:picChg>
      </pc:sldChg>
      <pc:sldChg chg="addSp delSp modSp del mod">
        <pc:chgData name="문 동진(KSTD)" userId="3d26c5c2-5d13-41b2-b4a9-bebd91ca5bef" providerId="ADAL" clId="{AC91C77A-115B-4066-B24C-58E72D5C40B6}" dt="2026-08-07T04:12:15.615" v="1005" actId="47"/>
        <pc:sldMkLst>
          <pc:docMk/>
          <pc:sldMk cId="0" sldId="270"/>
        </pc:sldMkLst>
        <pc:spChg chg="mod">
          <ac:chgData name="문 동진(KSTD)" userId="3d26c5c2-5d13-41b2-b4a9-bebd91ca5bef" providerId="ADAL" clId="{AC91C77A-115B-4066-B24C-58E72D5C40B6}" dt="2026-08-07T01:44:09.092" v="92" actId="1076"/>
          <ac:spMkLst>
            <pc:docMk/>
            <pc:sldMk cId="0" sldId="270"/>
            <ac:spMk id="2" creationId="{00000000-0000-0000-0000-000000000000}"/>
          </ac:spMkLst>
        </pc:spChg>
        <pc:spChg chg="del">
          <ac:chgData name="문 동진(KSTD)" userId="3d26c5c2-5d13-41b2-b4a9-bebd91ca5bef" providerId="ADAL" clId="{AC91C77A-115B-4066-B24C-58E72D5C40B6}" dt="2026-08-07T01:43:31.115" v="81" actId="478"/>
          <ac:spMkLst>
            <pc:docMk/>
            <pc:sldMk cId="0" sldId="270"/>
            <ac:spMk id="3" creationId="{00000000-0000-0000-0000-000000000000}"/>
          </ac:spMkLst>
        </pc:spChg>
        <pc:spChg chg="del">
          <ac:chgData name="문 동진(KSTD)" userId="3d26c5c2-5d13-41b2-b4a9-bebd91ca5bef" providerId="ADAL" clId="{AC91C77A-115B-4066-B24C-58E72D5C40B6}" dt="2026-08-07T01:43:08.957" v="73" actId="478"/>
          <ac:spMkLst>
            <pc:docMk/>
            <pc:sldMk cId="0" sldId="270"/>
            <ac:spMk id="4" creationId="{00000000-0000-0000-0000-000000000000}"/>
          </ac:spMkLst>
        </pc:spChg>
        <pc:spChg chg="del">
          <ac:chgData name="문 동진(KSTD)" userId="3d26c5c2-5d13-41b2-b4a9-bebd91ca5bef" providerId="ADAL" clId="{AC91C77A-115B-4066-B24C-58E72D5C40B6}" dt="2026-08-07T01:43:08.957" v="73" actId="478"/>
          <ac:spMkLst>
            <pc:docMk/>
            <pc:sldMk cId="0" sldId="270"/>
            <ac:spMk id="6" creationId="{00000000-0000-0000-0000-000000000000}"/>
          </ac:spMkLst>
        </pc:spChg>
        <pc:spChg chg="del">
          <ac:chgData name="문 동진(KSTD)" userId="3d26c5c2-5d13-41b2-b4a9-bebd91ca5bef" providerId="ADAL" clId="{AC91C77A-115B-4066-B24C-58E72D5C40B6}" dt="2026-08-07T01:43:31.115" v="81" actId="478"/>
          <ac:spMkLst>
            <pc:docMk/>
            <pc:sldMk cId="0" sldId="270"/>
            <ac:spMk id="8" creationId="{00000000-0000-0000-0000-000000000000}"/>
          </ac:spMkLst>
        </pc:spChg>
        <pc:grpChg chg="add mod">
          <ac:chgData name="문 동진(KSTD)" userId="3d26c5c2-5d13-41b2-b4a9-bebd91ca5bef" providerId="ADAL" clId="{AC91C77A-115B-4066-B24C-58E72D5C40B6}" dt="2026-08-07T01:43:31.355" v="82"/>
          <ac:grpSpMkLst>
            <pc:docMk/>
            <pc:sldMk cId="0" sldId="270"/>
            <ac:grpSpMk id="9" creationId="{B0F97699-0FAB-CC3F-64D0-FD97A5014EFF}"/>
          </ac:grpSpMkLst>
        </pc:grpChg>
        <pc:picChg chg="del">
          <ac:chgData name="문 동진(KSTD)" userId="3d26c5c2-5d13-41b2-b4a9-bebd91ca5bef" providerId="ADAL" clId="{AC91C77A-115B-4066-B24C-58E72D5C40B6}" dt="2026-08-07T01:43:08.957" v="73" actId="478"/>
          <ac:picMkLst>
            <pc:docMk/>
            <pc:sldMk cId="0" sldId="270"/>
            <ac:picMk id="5" creationId="{00000000-0000-0000-0000-000000000000}"/>
          </ac:picMkLst>
        </pc:picChg>
        <pc:picChg chg="del">
          <ac:chgData name="문 동진(KSTD)" userId="3d26c5c2-5d13-41b2-b4a9-bebd91ca5bef" providerId="ADAL" clId="{AC91C77A-115B-4066-B24C-58E72D5C40B6}" dt="2026-08-07T01:43:08.957" v="73" actId="478"/>
          <ac:picMkLst>
            <pc:docMk/>
            <pc:sldMk cId="0" sldId="270"/>
            <ac:picMk id="7" creationId="{00000000-0000-0000-0000-000000000000}"/>
          </ac:picMkLst>
        </pc:picChg>
        <pc:picChg chg="mod">
          <ac:chgData name="문 동진(KSTD)" userId="3d26c5c2-5d13-41b2-b4a9-bebd91ca5bef" providerId="ADAL" clId="{AC91C77A-115B-4066-B24C-58E72D5C40B6}" dt="2026-08-07T01:43:31.355" v="82"/>
          <ac:picMkLst>
            <pc:docMk/>
            <pc:sldMk cId="0" sldId="270"/>
            <ac:picMk id="10" creationId="{16DE202F-D871-5A0F-BD9F-437BF3F19F0A}"/>
          </ac:picMkLst>
        </pc:picChg>
        <pc:picChg chg="mod">
          <ac:chgData name="문 동진(KSTD)" userId="3d26c5c2-5d13-41b2-b4a9-bebd91ca5bef" providerId="ADAL" clId="{AC91C77A-115B-4066-B24C-58E72D5C40B6}" dt="2026-08-07T01:43:31.355" v="82"/>
          <ac:picMkLst>
            <pc:docMk/>
            <pc:sldMk cId="0" sldId="270"/>
            <ac:picMk id="11" creationId="{C413BC9F-8369-C34C-360B-0ADE10363B95}"/>
          </ac:picMkLst>
        </pc:picChg>
        <pc:picChg chg="add">
          <ac:chgData name="문 동진(KSTD)" userId="3d26c5c2-5d13-41b2-b4a9-bebd91ca5bef" providerId="ADAL" clId="{AC91C77A-115B-4066-B24C-58E72D5C40B6}" dt="2026-08-07T01:44:05.024" v="91" actId="22"/>
          <ac:picMkLst>
            <pc:docMk/>
            <pc:sldMk cId="0" sldId="270"/>
            <ac:picMk id="13" creationId="{3C0C78C1-A7E2-955A-317E-B899E7DE84FB}"/>
          </ac:picMkLst>
        </pc:picChg>
      </pc:sldChg>
      <pc:sldChg chg="addSp delSp modSp del mod">
        <pc:chgData name="문 동진(KSTD)" userId="3d26c5c2-5d13-41b2-b4a9-bebd91ca5bef" providerId="ADAL" clId="{AC91C77A-115B-4066-B24C-58E72D5C40B6}" dt="2026-08-07T04:12:15.615" v="1005" actId="47"/>
        <pc:sldMkLst>
          <pc:docMk/>
          <pc:sldMk cId="0" sldId="271"/>
        </pc:sldMkLst>
        <pc:spChg chg="mod">
          <ac:chgData name="문 동진(KSTD)" userId="3d26c5c2-5d13-41b2-b4a9-bebd91ca5bef" providerId="ADAL" clId="{AC91C77A-115B-4066-B24C-58E72D5C40B6}" dt="2026-08-07T01:43:48.085" v="85" actId="1076"/>
          <ac:spMkLst>
            <pc:docMk/>
            <pc:sldMk cId="0" sldId="271"/>
            <ac:spMk id="2" creationId="{00000000-0000-0000-0000-000000000000}"/>
          </ac:spMkLst>
        </pc:spChg>
        <pc:spChg chg="del">
          <ac:chgData name="문 동진(KSTD)" userId="3d26c5c2-5d13-41b2-b4a9-bebd91ca5bef" providerId="ADAL" clId="{AC91C77A-115B-4066-B24C-58E72D5C40B6}" dt="2026-08-07T01:43:19.545" v="78" actId="478"/>
          <ac:spMkLst>
            <pc:docMk/>
            <pc:sldMk cId="0" sldId="271"/>
            <ac:spMk id="3" creationId="{00000000-0000-0000-0000-000000000000}"/>
          </ac:spMkLst>
        </pc:spChg>
        <pc:spChg chg="del">
          <ac:chgData name="문 동진(KSTD)" userId="3d26c5c2-5d13-41b2-b4a9-bebd91ca5bef" providerId="ADAL" clId="{AC91C77A-115B-4066-B24C-58E72D5C40B6}" dt="2026-08-07T01:43:11.178" v="74" actId="478"/>
          <ac:spMkLst>
            <pc:docMk/>
            <pc:sldMk cId="0" sldId="271"/>
            <ac:spMk id="4" creationId="{00000000-0000-0000-0000-000000000000}"/>
          </ac:spMkLst>
        </pc:spChg>
        <pc:spChg chg="del">
          <ac:chgData name="문 동진(KSTD)" userId="3d26c5c2-5d13-41b2-b4a9-bebd91ca5bef" providerId="ADAL" clId="{AC91C77A-115B-4066-B24C-58E72D5C40B6}" dt="2026-08-07T01:43:11.178" v="74" actId="478"/>
          <ac:spMkLst>
            <pc:docMk/>
            <pc:sldMk cId="0" sldId="271"/>
            <ac:spMk id="6" creationId="{00000000-0000-0000-0000-000000000000}"/>
          </ac:spMkLst>
        </pc:spChg>
        <pc:spChg chg="del mod">
          <ac:chgData name="문 동진(KSTD)" userId="3d26c5c2-5d13-41b2-b4a9-bebd91ca5bef" providerId="ADAL" clId="{AC91C77A-115B-4066-B24C-58E72D5C40B6}" dt="2026-08-07T01:43:23.897" v="80" actId="478"/>
          <ac:spMkLst>
            <pc:docMk/>
            <pc:sldMk cId="0" sldId="271"/>
            <ac:spMk id="8" creationId="{00000000-0000-0000-0000-000000000000}"/>
          </ac:spMkLst>
        </pc:spChg>
        <pc:grpChg chg="add mod">
          <ac:chgData name="문 동진(KSTD)" userId="3d26c5c2-5d13-41b2-b4a9-bebd91ca5bef" providerId="ADAL" clId="{AC91C77A-115B-4066-B24C-58E72D5C40B6}" dt="2026-08-07T01:43:15.933" v="77"/>
          <ac:grpSpMkLst>
            <pc:docMk/>
            <pc:sldMk cId="0" sldId="271"/>
            <ac:grpSpMk id="11" creationId="{B258349A-84DB-50E3-2EAF-A42E50500F73}"/>
          </ac:grpSpMkLst>
        </pc:grpChg>
        <pc:picChg chg="del">
          <ac:chgData name="문 동진(KSTD)" userId="3d26c5c2-5d13-41b2-b4a9-bebd91ca5bef" providerId="ADAL" clId="{AC91C77A-115B-4066-B24C-58E72D5C40B6}" dt="2026-08-07T01:43:11.178" v="74" actId="478"/>
          <ac:picMkLst>
            <pc:docMk/>
            <pc:sldMk cId="0" sldId="271"/>
            <ac:picMk id="5" creationId="{00000000-0000-0000-0000-000000000000}"/>
          </ac:picMkLst>
        </pc:picChg>
        <pc:picChg chg="del">
          <ac:chgData name="문 동진(KSTD)" userId="3d26c5c2-5d13-41b2-b4a9-bebd91ca5bef" providerId="ADAL" clId="{AC91C77A-115B-4066-B24C-58E72D5C40B6}" dt="2026-08-07T01:43:11.178" v="74" actId="478"/>
          <ac:picMkLst>
            <pc:docMk/>
            <pc:sldMk cId="0" sldId="271"/>
            <ac:picMk id="7" creationId="{00000000-0000-0000-0000-000000000000}"/>
          </ac:picMkLst>
        </pc:picChg>
        <pc:picChg chg="add del">
          <ac:chgData name="문 동진(KSTD)" userId="3d26c5c2-5d13-41b2-b4a9-bebd91ca5bef" providerId="ADAL" clId="{AC91C77A-115B-4066-B24C-58E72D5C40B6}" dt="2026-08-07T01:43:13.115" v="76" actId="22"/>
          <ac:picMkLst>
            <pc:docMk/>
            <pc:sldMk cId="0" sldId="271"/>
            <ac:picMk id="10" creationId="{0D831AE7-DF73-49AC-91F0-95A8BD2DCADE}"/>
          </ac:picMkLst>
        </pc:picChg>
        <pc:picChg chg="mod">
          <ac:chgData name="문 동진(KSTD)" userId="3d26c5c2-5d13-41b2-b4a9-bebd91ca5bef" providerId="ADAL" clId="{AC91C77A-115B-4066-B24C-58E72D5C40B6}" dt="2026-08-07T01:43:15.933" v="77"/>
          <ac:picMkLst>
            <pc:docMk/>
            <pc:sldMk cId="0" sldId="271"/>
            <ac:picMk id="12" creationId="{66461B69-CDC9-0240-753B-42F3E5A425E7}"/>
          </ac:picMkLst>
        </pc:picChg>
        <pc:picChg chg="mod">
          <ac:chgData name="문 동진(KSTD)" userId="3d26c5c2-5d13-41b2-b4a9-bebd91ca5bef" providerId="ADAL" clId="{AC91C77A-115B-4066-B24C-58E72D5C40B6}" dt="2026-08-07T01:43:15.933" v="77"/>
          <ac:picMkLst>
            <pc:docMk/>
            <pc:sldMk cId="0" sldId="271"/>
            <ac:picMk id="13" creationId="{B635438E-DEA0-9F2E-FBE1-216428DA611C}"/>
          </ac:picMkLst>
        </pc:picChg>
        <pc:picChg chg="add mod">
          <ac:chgData name="문 동진(KSTD)" userId="3d26c5c2-5d13-41b2-b4a9-bebd91ca5bef" providerId="ADAL" clId="{AC91C77A-115B-4066-B24C-58E72D5C40B6}" dt="2026-08-07T01:43:51.692" v="89" actId="1076"/>
          <ac:picMkLst>
            <pc:docMk/>
            <pc:sldMk cId="0" sldId="271"/>
            <ac:picMk id="15" creationId="{AA833B30-2969-2E64-29A4-F77F0F5C9708}"/>
          </ac:picMkLst>
        </pc:picChg>
      </pc:sldChg>
      <pc:sldChg chg="modSp add del mod setBg">
        <pc:chgData name="문 동진(KSTD)" userId="3d26c5c2-5d13-41b2-b4a9-bebd91ca5bef" providerId="ADAL" clId="{AC91C77A-115B-4066-B24C-58E72D5C40B6}" dt="2026-08-07T02:17:45.668" v="575" actId="47"/>
        <pc:sldMkLst>
          <pc:docMk/>
          <pc:sldMk cId="3266925802" sldId="272"/>
        </pc:sldMkLst>
        <pc:spChg chg="mod">
          <ac:chgData name="문 동진(KSTD)" userId="3d26c5c2-5d13-41b2-b4a9-bebd91ca5bef" providerId="ADAL" clId="{AC91C77A-115B-4066-B24C-58E72D5C40B6}" dt="2026-08-07T02:02:48.276" v="364"/>
          <ac:spMkLst>
            <pc:docMk/>
            <pc:sldMk cId="3266925802" sldId="272"/>
            <ac:spMk id="4" creationId="{2B6AE8F6-EDA6-657C-D642-0F67E1EA8B49}"/>
          </ac:spMkLst>
        </pc:spChg>
        <pc:spChg chg="mod">
          <ac:chgData name="문 동진(KSTD)" userId="3d26c5c2-5d13-41b2-b4a9-bebd91ca5bef" providerId="ADAL" clId="{AC91C77A-115B-4066-B24C-58E72D5C40B6}" dt="2026-08-07T02:02:59.382" v="367"/>
          <ac:spMkLst>
            <pc:docMk/>
            <pc:sldMk cId="3266925802" sldId="272"/>
            <ac:spMk id="6" creationId="{84DF5017-542C-8E62-4362-C06038EE3610}"/>
          </ac:spMkLst>
        </pc:spChg>
      </pc:sldChg>
      <pc:sldChg chg="add del setBg">
        <pc:chgData name="문 동진(KSTD)" userId="3d26c5c2-5d13-41b2-b4a9-bebd91ca5bef" providerId="ADAL" clId="{AC91C77A-115B-4066-B24C-58E72D5C40B6}" dt="2026-08-07T02:00:03.224" v="299" actId="47"/>
        <pc:sldMkLst>
          <pc:docMk/>
          <pc:sldMk cId="1594767147" sldId="273"/>
        </pc:sldMkLst>
      </pc:sldChg>
      <pc:sldChg chg="add del setBg">
        <pc:chgData name="문 동진(KSTD)" userId="3d26c5c2-5d13-41b2-b4a9-bebd91ca5bef" providerId="ADAL" clId="{AC91C77A-115B-4066-B24C-58E72D5C40B6}" dt="2026-08-07T01:47:51.212" v="120"/>
        <pc:sldMkLst>
          <pc:docMk/>
          <pc:sldMk cId="652608980" sldId="274"/>
        </pc:sldMkLst>
      </pc:sldChg>
      <pc:sldChg chg="addSp delSp modSp add mod setBg">
        <pc:chgData name="문 동진(KSTD)" userId="3d26c5c2-5d13-41b2-b4a9-bebd91ca5bef" providerId="ADAL" clId="{AC91C77A-115B-4066-B24C-58E72D5C40B6}" dt="2026-08-07T04:18:27.664" v="1069" actId="207"/>
        <pc:sldMkLst>
          <pc:docMk/>
          <pc:sldMk cId="1473474248" sldId="274"/>
        </pc:sldMkLst>
        <pc:spChg chg="mod">
          <ac:chgData name="문 동진(KSTD)" userId="3d26c5c2-5d13-41b2-b4a9-bebd91ca5bef" providerId="ADAL" clId="{AC91C77A-115B-4066-B24C-58E72D5C40B6}" dt="2026-08-07T02:07:14.031" v="393" actId="255"/>
          <ac:spMkLst>
            <pc:docMk/>
            <pc:sldMk cId="1473474248" sldId="274"/>
            <ac:spMk id="4" creationId="{33415512-2AF7-5845-4F0E-EB95CC9548C0}"/>
          </ac:spMkLst>
        </pc:spChg>
        <pc:spChg chg="add del mod">
          <ac:chgData name="문 동진(KSTD)" userId="3d26c5c2-5d13-41b2-b4a9-bebd91ca5bef" providerId="ADAL" clId="{AC91C77A-115B-4066-B24C-58E72D5C40B6}" dt="2026-08-07T02:08:09.493" v="404" actId="478"/>
          <ac:spMkLst>
            <pc:docMk/>
            <pc:sldMk cId="1473474248" sldId="274"/>
            <ac:spMk id="5" creationId="{3A622AB7-BE21-3C5E-CEDB-46149CE41C16}"/>
          </ac:spMkLst>
        </pc:spChg>
        <pc:spChg chg="del">
          <ac:chgData name="문 동진(KSTD)" userId="3d26c5c2-5d13-41b2-b4a9-bebd91ca5bef" providerId="ADAL" clId="{AC91C77A-115B-4066-B24C-58E72D5C40B6}" dt="2026-08-07T02:07:17.462" v="394" actId="478"/>
          <ac:spMkLst>
            <pc:docMk/>
            <pc:sldMk cId="1473474248" sldId="274"/>
            <ac:spMk id="6" creationId="{C9B6DBD5-ABAD-2E73-0A15-14F62E9186E5}"/>
          </ac:spMkLst>
        </pc:spChg>
        <pc:spChg chg="del mod">
          <ac:chgData name="문 동진(KSTD)" userId="3d26c5c2-5d13-41b2-b4a9-bebd91ca5bef" providerId="ADAL" clId="{AC91C77A-115B-4066-B24C-58E72D5C40B6}" dt="2026-08-07T02:07:17.462" v="394" actId="478"/>
          <ac:spMkLst>
            <pc:docMk/>
            <pc:sldMk cId="1473474248" sldId="274"/>
            <ac:spMk id="7" creationId="{B71F4956-9D0D-1523-BB84-14DF8894C66B}"/>
          </ac:spMkLst>
        </pc:spChg>
        <pc:spChg chg="del mod">
          <ac:chgData name="문 동진(KSTD)" userId="3d26c5c2-5d13-41b2-b4a9-bebd91ca5bef" providerId="ADAL" clId="{AC91C77A-115B-4066-B24C-58E72D5C40B6}" dt="2026-08-07T02:07:17.462" v="394" actId="478"/>
          <ac:spMkLst>
            <pc:docMk/>
            <pc:sldMk cId="1473474248" sldId="274"/>
            <ac:spMk id="8" creationId="{A8399B15-6A56-831B-319F-A22CC09F4E98}"/>
          </ac:spMkLst>
        </pc:spChg>
        <pc:spChg chg="del mod">
          <ac:chgData name="문 동진(KSTD)" userId="3d26c5c2-5d13-41b2-b4a9-bebd91ca5bef" providerId="ADAL" clId="{AC91C77A-115B-4066-B24C-58E72D5C40B6}" dt="2026-08-07T02:08:09.493" v="404" actId="478"/>
          <ac:spMkLst>
            <pc:docMk/>
            <pc:sldMk cId="1473474248" sldId="274"/>
            <ac:spMk id="9" creationId="{D859EF82-19DA-EAC2-5590-5E78D678C24A}"/>
          </ac:spMkLst>
        </pc:spChg>
        <pc:spChg chg="add del">
          <ac:chgData name="문 동진(KSTD)" userId="3d26c5c2-5d13-41b2-b4a9-bebd91ca5bef" providerId="ADAL" clId="{AC91C77A-115B-4066-B24C-58E72D5C40B6}" dt="2026-08-07T02:07:48.996" v="400" actId="22"/>
          <ac:spMkLst>
            <pc:docMk/>
            <pc:sldMk cId="1473474248" sldId="274"/>
            <ac:spMk id="13" creationId="{6102D602-8223-292D-822C-C2633088034D}"/>
          </ac:spMkLst>
        </pc:spChg>
        <pc:spChg chg="add del">
          <ac:chgData name="문 동진(KSTD)" userId="3d26c5c2-5d13-41b2-b4a9-bebd91ca5bef" providerId="ADAL" clId="{AC91C77A-115B-4066-B24C-58E72D5C40B6}" dt="2026-08-07T02:07:48.996" v="400" actId="22"/>
          <ac:spMkLst>
            <pc:docMk/>
            <pc:sldMk cId="1473474248" sldId="274"/>
            <ac:spMk id="15" creationId="{B3AD1896-C853-EC92-472F-E88C46C67A66}"/>
          </ac:spMkLst>
        </pc:spChg>
        <pc:spChg chg="add mod">
          <ac:chgData name="문 동진(KSTD)" userId="3d26c5c2-5d13-41b2-b4a9-bebd91ca5bef" providerId="ADAL" clId="{AC91C77A-115B-4066-B24C-58E72D5C40B6}" dt="2026-08-07T04:17:38.787" v="1062" actId="207"/>
          <ac:spMkLst>
            <pc:docMk/>
            <pc:sldMk cId="1473474248" sldId="274"/>
            <ac:spMk id="18" creationId="{51CEE519-7B70-3E65-92BE-B3D989BE151D}"/>
          </ac:spMkLst>
        </pc:spChg>
        <pc:spChg chg="add mod">
          <ac:chgData name="문 동진(KSTD)" userId="3d26c5c2-5d13-41b2-b4a9-bebd91ca5bef" providerId="ADAL" clId="{AC91C77A-115B-4066-B24C-58E72D5C40B6}" dt="2026-08-07T02:27:24.142" v="659" actId="113"/>
          <ac:spMkLst>
            <pc:docMk/>
            <pc:sldMk cId="1473474248" sldId="274"/>
            <ac:spMk id="20" creationId="{558911F8-DBCF-B019-59A7-1C1775045C86}"/>
          </ac:spMkLst>
        </pc:spChg>
        <pc:spChg chg="mod">
          <ac:chgData name="문 동진(KSTD)" userId="3d26c5c2-5d13-41b2-b4a9-bebd91ca5bef" providerId="ADAL" clId="{AC91C77A-115B-4066-B24C-58E72D5C40B6}" dt="2026-08-07T04:18:27.664" v="1069" actId="207"/>
          <ac:spMkLst>
            <pc:docMk/>
            <pc:sldMk cId="1473474248" sldId="274"/>
            <ac:spMk id="26" creationId="{6FF2E10D-E5CA-A82B-4E0D-62058DF6F910}"/>
          </ac:spMkLst>
        </pc:spChg>
        <pc:picChg chg="add mod">
          <ac:chgData name="문 동진(KSTD)" userId="3d26c5c2-5d13-41b2-b4a9-bebd91ca5bef" providerId="ADAL" clId="{AC91C77A-115B-4066-B24C-58E72D5C40B6}" dt="2026-08-07T01:59:52.616" v="298" actId="14100"/>
          <ac:picMkLst>
            <pc:docMk/>
            <pc:sldMk cId="1473474248" sldId="274"/>
            <ac:picMk id="11" creationId="{2DD3F79D-BCAB-BEF6-C686-F086F971D763}"/>
          </ac:picMkLst>
        </pc:picChg>
        <pc:picChg chg="add ord">
          <ac:chgData name="문 동진(KSTD)" userId="3d26c5c2-5d13-41b2-b4a9-bebd91ca5bef" providerId="ADAL" clId="{AC91C77A-115B-4066-B24C-58E72D5C40B6}" dt="2026-08-07T04:13:30.756" v="1019" actId="167"/>
          <ac:picMkLst>
            <pc:docMk/>
            <pc:sldMk cId="1473474248" sldId="274"/>
            <ac:picMk id="27" creationId="{6081A797-733C-CDBC-4F83-90B533C41277}"/>
          </ac:picMkLst>
        </pc:picChg>
        <pc:picChg chg="del">
          <ac:chgData name="문 동진(KSTD)" userId="3d26c5c2-5d13-41b2-b4a9-bebd91ca5bef" providerId="ADAL" clId="{AC91C77A-115B-4066-B24C-58E72D5C40B6}" dt="2026-08-07T01:59:29.005" v="294" actId="478"/>
          <ac:picMkLst>
            <pc:docMk/>
            <pc:sldMk cId="1473474248" sldId="274"/>
            <ac:picMk id="28" creationId="{99AAD219-72FA-305B-FBC4-DAB5D311CBCD}"/>
          </ac:picMkLst>
        </pc:picChg>
      </pc:sldChg>
      <pc:sldChg chg="addSp delSp modSp add mod setBg">
        <pc:chgData name="문 동진(KSTD)" userId="3d26c5c2-5d13-41b2-b4a9-bebd91ca5bef" providerId="ADAL" clId="{AC91C77A-115B-4066-B24C-58E72D5C40B6}" dt="2026-08-07T04:27:47.364" v="1152" actId="478"/>
        <pc:sldMkLst>
          <pc:docMk/>
          <pc:sldMk cId="0" sldId="275"/>
        </pc:sldMkLst>
        <pc:spChg chg="mod">
          <ac:chgData name="문 동진(KSTD)" userId="3d26c5c2-5d13-41b2-b4a9-bebd91ca5bef" providerId="ADAL" clId="{AC91C77A-115B-4066-B24C-58E72D5C40B6}" dt="2026-08-07T02:15:21.358" v="563"/>
          <ac:spMkLst>
            <pc:docMk/>
            <pc:sldMk cId="0" sldId="275"/>
            <ac:spMk id="4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4:18:17.086" v="1067" actId="207"/>
          <ac:spMkLst>
            <pc:docMk/>
            <pc:sldMk cId="0" sldId="275"/>
            <ac:spMk id="5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4:02:05.475" v="782" actId="122"/>
          <ac:spMkLst>
            <pc:docMk/>
            <pc:sldMk cId="0" sldId="275"/>
            <ac:spMk id="6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4:02:21.060" v="784" actId="1076"/>
          <ac:spMkLst>
            <pc:docMk/>
            <pc:sldMk cId="0" sldId="275"/>
            <ac:spMk id="7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3:50:15.874" v="724" actId="1076"/>
          <ac:spMkLst>
            <pc:docMk/>
            <pc:sldMk cId="0" sldId="275"/>
            <ac:spMk id="16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3:50:25.210" v="726" actId="1076"/>
          <ac:spMkLst>
            <pc:docMk/>
            <pc:sldMk cId="0" sldId="275"/>
            <ac:spMk id="17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3:50:49.440" v="735" actId="1076"/>
          <ac:spMkLst>
            <pc:docMk/>
            <pc:sldMk cId="0" sldId="275"/>
            <ac:spMk id="18" creationId="{00000000-0000-0000-0000-000000000000}"/>
          </ac:spMkLst>
        </pc:spChg>
        <pc:spChg chg="del mod">
          <ac:chgData name="문 동진(KSTD)" userId="3d26c5c2-5d13-41b2-b4a9-bebd91ca5bef" providerId="ADAL" clId="{AC91C77A-115B-4066-B24C-58E72D5C40B6}" dt="2026-08-07T03:50:46.063" v="734" actId="478"/>
          <ac:spMkLst>
            <pc:docMk/>
            <pc:sldMk cId="0" sldId="275"/>
            <ac:spMk id="19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4:02:34.251" v="791" actId="1076"/>
          <ac:spMkLst>
            <pc:docMk/>
            <pc:sldMk cId="0" sldId="275"/>
            <ac:spMk id="20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4:02:05.475" v="782" actId="122"/>
          <ac:spMkLst>
            <pc:docMk/>
            <pc:sldMk cId="0" sldId="275"/>
            <ac:spMk id="21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4:02:46.418" v="793" actId="1076"/>
          <ac:spMkLst>
            <pc:docMk/>
            <pc:sldMk cId="0" sldId="275"/>
            <ac:spMk id="22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2:12:11.644" v="427" actId="1076"/>
          <ac:spMkLst>
            <pc:docMk/>
            <pc:sldMk cId="0" sldId="275"/>
            <ac:spMk id="23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2:12:20.572" v="429" actId="20577"/>
          <ac:spMkLst>
            <pc:docMk/>
            <pc:sldMk cId="0" sldId="275"/>
            <ac:spMk id="24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2:12:28.625" v="444"/>
          <ac:spMkLst>
            <pc:docMk/>
            <pc:sldMk cId="0" sldId="275"/>
            <ac:spMk id="26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2:12:06.718" v="426" actId="1076"/>
          <ac:spMkLst>
            <pc:docMk/>
            <pc:sldMk cId="0" sldId="275"/>
            <ac:spMk id="27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2:12:47.272" v="481"/>
          <ac:spMkLst>
            <pc:docMk/>
            <pc:sldMk cId="0" sldId="275"/>
            <ac:spMk id="28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2:12:11.644" v="427" actId="1076"/>
          <ac:spMkLst>
            <pc:docMk/>
            <pc:sldMk cId="0" sldId="275"/>
            <ac:spMk id="29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2:12:54.022" v="496" actId="20577"/>
          <ac:spMkLst>
            <pc:docMk/>
            <pc:sldMk cId="0" sldId="275"/>
            <ac:spMk id="30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2:11:56.629" v="425" actId="14100"/>
          <ac:spMkLst>
            <pc:docMk/>
            <pc:sldMk cId="0" sldId="275"/>
            <ac:spMk id="31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2:12:59.767" v="510"/>
          <ac:spMkLst>
            <pc:docMk/>
            <pc:sldMk cId="0" sldId="275"/>
            <ac:spMk id="32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2:12:06.718" v="426" actId="1076"/>
          <ac:spMkLst>
            <pc:docMk/>
            <pc:sldMk cId="0" sldId="275"/>
            <ac:spMk id="33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2:13:20.457" v="548"/>
          <ac:spMkLst>
            <pc:docMk/>
            <pc:sldMk cId="0" sldId="275"/>
            <ac:spMk id="34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3:50:37.644" v="732" actId="1076"/>
          <ac:spMkLst>
            <pc:docMk/>
            <pc:sldMk cId="0" sldId="275"/>
            <ac:spMk id="37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3:50:35.681" v="731" actId="1076"/>
          <ac:spMkLst>
            <pc:docMk/>
            <pc:sldMk cId="0" sldId="275"/>
            <ac:spMk id="38" creationId="{00000000-0000-0000-0000-000000000000}"/>
          </ac:spMkLst>
        </pc:spChg>
        <pc:spChg chg="del">
          <ac:chgData name="문 동진(KSTD)" userId="3d26c5c2-5d13-41b2-b4a9-bebd91ca5bef" providerId="ADAL" clId="{AC91C77A-115B-4066-B24C-58E72D5C40B6}" dt="2026-08-07T02:15:39.207" v="564" actId="478"/>
          <ac:spMkLst>
            <pc:docMk/>
            <pc:sldMk cId="0" sldId="275"/>
            <ac:spMk id="40" creationId="{00000000-0000-0000-0000-000000000000}"/>
          </ac:spMkLst>
        </pc:spChg>
        <pc:spChg chg="add del mod">
          <ac:chgData name="문 동진(KSTD)" userId="3d26c5c2-5d13-41b2-b4a9-bebd91ca5bef" providerId="ADAL" clId="{AC91C77A-115B-4066-B24C-58E72D5C40B6}" dt="2026-08-07T04:27:47.364" v="1152" actId="478"/>
          <ac:spMkLst>
            <pc:docMk/>
            <pc:sldMk cId="0" sldId="275"/>
            <ac:spMk id="44" creationId="{6493972A-72CF-485D-4D3A-913AD590889D}"/>
          </ac:spMkLst>
        </pc:spChg>
        <pc:spChg chg="add del mod">
          <ac:chgData name="문 동진(KSTD)" userId="3d26c5c2-5d13-41b2-b4a9-bebd91ca5bef" providerId="ADAL" clId="{AC91C77A-115B-4066-B24C-58E72D5C40B6}" dt="2026-08-07T04:27:47.364" v="1152" actId="478"/>
          <ac:spMkLst>
            <pc:docMk/>
            <pc:sldMk cId="0" sldId="275"/>
            <ac:spMk id="46" creationId="{70AD989F-C6DE-2072-BA04-6798324C2BD1}"/>
          </ac:spMkLst>
        </pc:spChg>
        <pc:spChg chg="add del mod">
          <ac:chgData name="문 동진(KSTD)" userId="3d26c5c2-5d13-41b2-b4a9-bebd91ca5bef" providerId="ADAL" clId="{AC91C77A-115B-4066-B24C-58E72D5C40B6}" dt="2026-08-07T04:27:47.364" v="1152" actId="478"/>
          <ac:spMkLst>
            <pc:docMk/>
            <pc:sldMk cId="0" sldId="275"/>
            <ac:spMk id="48" creationId="{3BAA04E6-70D1-1591-091C-6B960750B9D3}"/>
          </ac:spMkLst>
        </pc:spChg>
        <pc:spChg chg="add del mod">
          <ac:chgData name="문 동진(KSTD)" userId="3d26c5c2-5d13-41b2-b4a9-bebd91ca5bef" providerId="ADAL" clId="{AC91C77A-115B-4066-B24C-58E72D5C40B6}" dt="2026-08-07T04:27:47.364" v="1152" actId="478"/>
          <ac:spMkLst>
            <pc:docMk/>
            <pc:sldMk cId="0" sldId="275"/>
            <ac:spMk id="50" creationId="{87CA967A-9476-1D64-15E0-1DD447937C37}"/>
          </ac:spMkLst>
        </pc:spChg>
        <pc:spChg chg="add del mod">
          <ac:chgData name="문 동진(KSTD)" userId="3d26c5c2-5d13-41b2-b4a9-bebd91ca5bef" providerId="ADAL" clId="{AC91C77A-115B-4066-B24C-58E72D5C40B6}" dt="2026-08-07T04:27:47.364" v="1152" actId="478"/>
          <ac:spMkLst>
            <pc:docMk/>
            <pc:sldMk cId="0" sldId="275"/>
            <ac:spMk id="54" creationId="{7BFA3623-A4FE-DEDE-92F8-7896300CA9C7}"/>
          </ac:spMkLst>
        </pc:spChg>
        <pc:spChg chg="add del mod">
          <ac:chgData name="문 동진(KSTD)" userId="3d26c5c2-5d13-41b2-b4a9-bebd91ca5bef" providerId="ADAL" clId="{AC91C77A-115B-4066-B24C-58E72D5C40B6}" dt="2026-08-07T04:27:47.364" v="1152" actId="478"/>
          <ac:spMkLst>
            <pc:docMk/>
            <pc:sldMk cId="0" sldId="275"/>
            <ac:spMk id="56" creationId="{B3C9A037-08A3-F921-CBE7-A86EADE86A02}"/>
          </ac:spMkLst>
        </pc:spChg>
        <pc:spChg chg="add del">
          <ac:chgData name="문 동진(KSTD)" userId="3d26c5c2-5d13-41b2-b4a9-bebd91ca5bef" providerId="ADAL" clId="{AC91C77A-115B-4066-B24C-58E72D5C40B6}" dt="2026-08-07T04:27:47.364" v="1152" actId="478"/>
          <ac:spMkLst>
            <pc:docMk/>
            <pc:sldMk cId="0" sldId="275"/>
            <ac:spMk id="58" creationId="{1E09F2F3-3F2A-11A8-4183-2DBD1223C73A}"/>
          </ac:spMkLst>
        </pc:spChg>
        <pc:spChg chg="add del mod">
          <ac:chgData name="문 동진(KSTD)" userId="3d26c5c2-5d13-41b2-b4a9-bebd91ca5bef" providerId="ADAL" clId="{AC91C77A-115B-4066-B24C-58E72D5C40B6}" dt="2026-08-07T04:27:47.364" v="1152" actId="478"/>
          <ac:spMkLst>
            <pc:docMk/>
            <pc:sldMk cId="0" sldId="275"/>
            <ac:spMk id="60" creationId="{BD598661-795F-6182-A7EE-99908C2A3C24}"/>
          </ac:spMkLst>
        </pc:spChg>
        <pc:spChg chg="add del mod">
          <ac:chgData name="문 동진(KSTD)" userId="3d26c5c2-5d13-41b2-b4a9-bebd91ca5bef" providerId="ADAL" clId="{AC91C77A-115B-4066-B24C-58E72D5C40B6}" dt="2026-08-07T04:27:47.364" v="1152" actId="478"/>
          <ac:spMkLst>
            <pc:docMk/>
            <pc:sldMk cId="0" sldId="275"/>
            <ac:spMk id="62" creationId="{969BC530-53EC-203D-2EA3-8985C7810399}"/>
          </ac:spMkLst>
        </pc:spChg>
        <pc:spChg chg="mod">
          <ac:chgData name="문 동진(KSTD)" userId="3d26c5c2-5d13-41b2-b4a9-bebd91ca5bef" providerId="ADAL" clId="{AC91C77A-115B-4066-B24C-58E72D5C40B6}" dt="2026-08-07T02:10:58.536" v="423" actId="1076"/>
          <ac:spMkLst>
            <pc:docMk/>
            <pc:sldMk cId="0" sldId="275"/>
            <ac:spMk id="64" creationId="{6C3577F3-2E9F-C3EB-3369-469B62EE6999}"/>
          </ac:spMkLst>
        </pc:spChg>
        <pc:spChg chg="add del mod">
          <ac:chgData name="문 동진(KSTD)" userId="3d26c5c2-5d13-41b2-b4a9-bebd91ca5bef" providerId="ADAL" clId="{AC91C77A-115B-4066-B24C-58E72D5C40B6}" dt="2026-08-07T04:27:47.364" v="1152" actId="478"/>
          <ac:spMkLst>
            <pc:docMk/>
            <pc:sldMk cId="0" sldId="275"/>
            <ac:spMk id="66" creationId="{FA251478-276F-D53D-0536-1DD054C23BEA}"/>
          </ac:spMkLst>
        </pc:spChg>
        <pc:spChg chg="add del mod">
          <ac:chgData name="문 동진(KSTD)" userId="3d26c5c2-5d13-41b2-b4a9-bebd91ca5bef" providerId="ADAL" clId="{AC91C77A-115B-4066-B24C-58E72D5C40B6}" dt="2026-08-07T04:13:48.096" v="1026"/>
          <ac:spMkLst>
            <pc:docMk/>
            <pc:sldMk cId="0" sldId="275"/>
            <ac:spMk id="70" creationId="{9BD447DF-0AD8-48EE-35C2-B5E5D5D35ED7}"/>
          </ac:spMkLst>
        </pc:spChg>
        <pc:grpChg chg="add mod">
          <ac:chgData name="문 동진(KSTD)" userId="3d26c5c2-5d13-41b2-b4a9-bebd91ca5bef" providerId="ADAL" clId="{AC91C77A-115B-4066-B24C-58E72D5C40B6}" dt="2026-08-07T02:15:39.408" v="565"/>
          <ac:grpSpMkLst>
            <pc:docMk/>
            <pc:sldMk cId="0" sldId="275"/>
            <ac:grpSpMk id="67" creationId="{8AB6156C-8331-C932-C95F-E677DBF98215}"/>
          </ac:grpSpMkLst>
        </pc:grpChg>
        <pc:picChg chg="del">
          <ac:chgData name="문 동진(KSTD)" userId="3d26c5c2-5d13-41b2-b4a9-bebd91ca5bef" providerId="ADAL" clId="{AC91C77A-115B-4066-B24C-58E72D5C40B6}" dt="2026-08-07T02:15:39.207" v="564" actId="478"/>
          <ac:picMkLst>
            <pc:docMk/>
            <pc:sldMk cId="0" sldId="275"/>
            <ac:picMk id="39" creationId="{00000000-0000-0000-0000-000000000000}"/>
          </ac:picMkLst>
        </pc:picChg>
        <pc:picChg chg="del">
          <ac:chgData name="문 동진(KSTD)" userId="3d26c5c2-5d13-41b2-b4a9-bebd91ca5bef" providerId="ADAL" clId="{AC91C77A-115B-4066-B24C-58E72D5C40B6}" dt="2026-08-07T02:15:39.207" v="564" actId="478"/>
          <ac:picMkLst>
            <pc:docMk/>
            <pc:sldMk cId="0" sldId="275"/>
            <ac:picMk id="41" creationId="{00000000-0000-0000-0000-000000000000}"/>
          </ac:picMkLst>
        </pc:picChg>
        <pc:picChg chg="mod">
          <ac:chgData name="문 동진(KSTD)" userId="3d26c5c2-5d13-41b2-b4a9-bebd91ca5bef" providerId="ADAL" clId="{AC91C77A-115B-4066-B24C-58E72D5C40B6}" dt="2026-08-07T02:15:39.408" v="565"/>
          <ac:picMkLst>
            <pc:docMk/>
            <pc:sldMk cId="0" sldId="275"/>
            <ac:picMk id="68" creationId="{680CD692-9656-5724-CE7C-0882CF7CE55C}"/>
          </ac:picMkLst>
        </pc:picChg>
        <pc:picChg chg="mod">
          <ac:chgData name="문 동진(KSTD)" userId="3d26c5c2-5d13-41b2-b4a9-bebd91ca5bef" providerId="ADAL" clId="{AC91C77A-115B-4066-B24C-58E72D5C40B6}" dt="2026-08-07T02:15:39.408" v="565"/>
          <ac:picMkLst>
            <pc:docMk/>
            <pc:sldMk cId="0" sldId="275"/>
            <ac:picMk id="69" creationId="{528CEFE7-A3CC-FE04-650D-FC84EE456DC9}"/>
          </ac:picMkLst>
        </pc:picChg>
        <pc:picChg chg="add ord">
          <ac:chgData name="문 동진(KSTD)" userId="3d26c5c2-5d13-41b2-b4a9-bebd91ca5bef" providerId="ADAL" clId="{AC91C77A-115B-4066-B24C-58E72D5C40B6}" dt="2026-08-07T04:13:47.400" v="1024" actId="167"/>
          <ac:picMkLst>
            <pc:docMk/>
            <pc:sldMk cId="0" sldId="275"/>
            <ac:picMk id="72" creationId="{40843D3A-1DE3-6E63-5868-D9A24CFE94FB}"/>
          </ac:picMkLst>
        </pc:picChg>
      </pc:sldChg>
      <pc:sldChg chg="add del setBg">
        <pc:chgData name="문 동진(KSTD)" userId="3d26c5c2-5d13-41b2-b4a9-bebd91ca5bef" providerId="ADAL" clId="{AC91C77A-115B-4066-B24C-58E72D5C40B6}" dt="2026-08-07T02:07:36.772" v="396" actId="47"/>
        <pc:sldMkLst>
          <pc:docMk/>
          <pc:sldMk cId="2529239139" sldId="275"/>
        </pc:sldMkLst>
      </pc:sldChg>
      <pc:sldChg chg="addSp delSp modSp add del mod setBg">
        <pc:chgData name="문 동진(KSTD)" userId="3d26c5c2-5d13-41b2-b4a9-bebd91ca5bef" providerId="ADAL" clId="{AC91C77A-115B-4066-B24C-58E72D5C40B6}" dt="2026-08-07T04:16:52.336" v="1059" actId="47"/>
        <pc:sldMkLst>
          <pc:docMk/>
          <pc:sldMk cId="0" sldId="276"/>
        </pc:sldMkLst>
        <pc:spChg chg="mod">
          <ac:chgData name="문 동진(KSTD)" userId="3d26c5c2-5d13-41b2-b4a9-bebd91ca5bef" providerId="ADAL" clId="{AC91C77A-115B-4066-B24C-58E72D5C40B6}" dt="2026-08-07T02:14:19.386" v="552" actId="20577"/>
          <ac:spMkLst>
            <pc:docMk/>
            <pc:sldMk cId="0" sldId="276"/>
            <ac:spMk id="9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2:17:11.416" v="569" actId="1076"/>
          <ac:spMkLst>
            <pc:docMk/>
            <pc:sldMk cId="0" sldId="276"/>
            <ac:spMk id="17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2:17:25.064" v="574" actId="1076"/>
          <ac:spMkLst>
            <pc:docMk/>
            <pc:sldMk cId="0" sldId="276"/>
            <ac:spMk id="18" creationId="{00000000-0000-0000-0000-000000000000}"/>
          </ac:spMkLst>
        </pc:spChg>
        <pc:spChg chg="del">
          <ac:chgData name="문 동진(KSTD)" userId="3d26c5c2-5d13-41b2-b4a9-bebd91ca5bef" providerId="ADAL" clId="{AC91C77A-115B-4066-B24C-58E72D5C40B6}" dt="2026-08-07T02:15:44.202" v="566" actId="478"/>
          <ac:spMkLst>
            <pc:docMk/>
            <pc:sldMk cId="0" sldId="276"/>
            <ac:spMk id="21" creationId="{00000000-0000-0000-0000-000000000000}"/>
          </ac:spMkLst>
        </pc:spChg>
        <pc:grpChg chg="add mod">
          <ac:chgData name="문 동진(KSTD)" userId="3d26c5c2-5d13-41b2-b4a9-bebd91ca5bef" providerId="ADAL" clId="{AC91C77A-115B-4066-B24C-58E72D5C40B6}" dt="2026-08-07T02:15:44.363" v="567"/>
          <ac:grpSpMkLst>
            <pc:docMk/>
            <pc:sldMk cId="0" sldId="276"/>
            <ac:grpSpMk id="24" creationId="{708E2FDA-2640-34FE-1098-D81CE2C728E5}"/>
          </ac:grpSpMkLst>
        </pc:grpChg>
        <pc:picChg chg="del">
          <ac:chgData name="문 동진(KSTD)" userId="3d26c5c2-5d13-41b2-b4a9-bebd91ca5bef" providerId="ADAL" clId="{AC91C77A-115B-4066-B24C-58E72D5C40B6}" dt="2026-08-07T02:15:44.202" v="566" actId="478"/>
          <ac:picMkLst>
            <pc:docMk/>
            <pc:sldMk cId="0" sldId="276"/>
            <ac:picMk id="20" creationId="{00000000-0000-0000-0000-000000000000}"/>
          </ac:picMkLst>
        </pc:picChg>
        <pc:picChg chg="del">
          <ac:chgData name="문 동진(KSTD)" userId="3d26c5c2-5d13-41b2-b4a9-bebd91ca5bef" providerId="ADAL" clId="{AC91C77A-115B-4066-B24C-58E72D5C40B6}" dt="2026-08-07T02:15:44.202" v="566" actId="478"/>
          <ac:picMkLst>
            <pc:docMk/>
            <pc:sldMk cId="0" sldId="276"/>
            <ac:picMk id="22" creationId="{00000000-0000-0000-0000-000000000000}"/>
          </ac:picMkLst>
        </pc:picChg>
        <pc:picChg chg="mod">
          <ac:chgData name="문 동진(KSTD)" userId="3d26c5c2-5d13-41b2-b4a9-bebd91ca5bef" providerId="ADAL" clId="{AC91C77A-115B-4066-B24C-58E72D5C40B6}" dt="2026-08-07T02:15:44.363" v="567"/>
          <ac:picMkLst>
            <pc:docMk/>
            <pc:sldMk cId="0" sldId="276"/>
            <ac:picMk id="25" creationId="{07C65046-EA96-CC9D-8322-9954D7050654}"/>
          </ac:picMkLst>
        </pc:picChg>
        <pc:picChg chg="mod">
          <ac:chgData name="문 동진(KSTD)" userId="3d26c5c2-5d13-41b2-b4a9-bebd91ca5bef" providerId="ADAL" clId="{AC91C77A-115B-4066-B24C-58E72D5C40B6}" dt="2026-08-07T02:15:44.363" v="567"/>
          <ac:picMkLst>
            <pc:docMk/>
            <pc:sldMk cId="0" sldId="276"/>
            <ac:picMk id="26" creationId="{2F2BD87D-057D-6BD4-66A3-B0383512DFCA}"/>
          </ac:picMkLst>
        </pc:picChg>
        <pc:picChg chg="add ord">
          <ac:chgData name="문 동진(KSTD)" userId="3d26c5c2-5d13-41b2-b4a9-bebd91ca5bef" providerId="ADAL" clId="{AC91C77A-115B-4066-B24C-58E72D5C40B6}" dt="2026-08-07T04:14:02.173" v="1028" actId="167"/>
          <ac:picMkLst>
            <pc:docMk/>
            <pc:sldMk cId="0" sldId="276"/>
            <ac:picMk id="28" creationId="{4230E8B1-748D-6ADE-48ED-1BBD4D112120}"/>
          </ac:picMkLst>
        </pc:picChg>
      </pc:sldChg>
      <pc:sldChg chg="addSp delSp modSp add mod setBg">
        <pc:chgData name="문 동진(KSTD)" userId="3d26c5c2-5d13-41b2-b4a9-bebd91ca5bef" providerId="ADAL" clId="{AC91C77A-115B-4066-B24C-58E72D5C40B6}" dt="2026-08-07T04:20:34.689" v="1078" actId="207"/>
        <pc:sldMkLst>
          <pc:docMk/>
          <pc:sldMk cId="65456104" sldId="277"/>
        </pc:sldMkLst>
        <pc:spChg chg="mod">
          <ac:chgData name="문 동진(KSTD)" userId="3d26c5c2-5d13-41b2-b4a9-bebd91ca5bef" providerId="ADAL" clId="{AC91C77A-115B-4066-B24C-58E72D5C40B6}" dt="2026-08-07T04:20:34.689" v="1078" actId="207"/>
          <ac:spMkLst>
            <pc:docMk/>
            <pc:sldMk cId="65456104" sldId="277"/>
            <ac:spMk id="5" creationId="{97CD2FAE-04AA-3CCF-5076-AC275F1ADBE3}"/>
          </ac:spMkLst>
        </pc:spChg>
        <pc:spChg chg="mod">
          <ac:chgData name="문 동진(KSTD)" userId="3d26c5c2-5d13-41b2-b4a9-bebd91ca5bef" providerId="ADAL" clId="{AC91C77A-115B-4066-B24C-58E72D5C40B6}" dt="2026-08-07T02:33:23.692" v="723" actId="1076"/>
          <ac:spMkLst>
            <pc:docMk/>
            <pc:sldMk cId="65456104" sldId="277"/>
            <ac:spMk id="6" creationId="{315A06DD-5120-166C-E9C5-0906FD4DF9A6}"/>
          </ac:spMkLst>
        </pc:spChg>
        <pc:spChg chg="mod">
          <ac:chgData name="문 동진(KSTD)" userId="3d26c5c2-5d13-41b2-b4a9-bebd91ca5bef" providerId="ADAL" clId="{AC91C77A-115B-4066-B24C-58E72D5C40B6}" dt="2026-08-07T02:33:23.692" v="723" actId="1076"/>
          <ac:spMkLst>
            <pc:docMk/>
            <pc:sldMk cId="65456104" sldId="277"/>
            <ac:spMk id="7" creationId="{44F3175A-A2DE-B232-6F29-08B56F7C4275}"/>
          </ac:spMkLst>
        </pc:spChg>
        <pc:spChg chg="mod">
          <ac:chgData name="문 동진(KSTD)" userId="3d26c5c2-5d13-41b2-b4a9-bebd91ca5bef" providerId="ADAL" clId="{AC91C77A-115B-4066-B24C-58E72D5C40B6}" dt="2026-08-07T02:31:05.392" v="700" actId="1076"/>
          <ac:spMkLst>
            <pc:docMk/>
            <pc:sldMk cId="65456104" sldId="277"/>
            <ac:spMk id="8" creationId="{CF805562-C990-C3E8-6AB6-2E2574EB5172}"/>
          </ac:spMkLst>
        </pc:spChg>
        <pc:spChg chg="mod">
          <ac:chgData name="문 동진(KSTD)" userId="3d26c5c2-5d13-41b2-b4a9-bebd91ca5bef" providerId="ADAL" clId="{AC91C77A-115B-4066-B24C-58E72D5C40B6}" dt="2026-08-07T02:31:10.314" v="702" actId="1076"/>
          <ac:spMkLst>
            <pc:docMk/>
            <pc:sldMk cId="65456104" sldId="277"/>
            <ac:spMk id="9" creationId="{F547762D-B43F-2936-F765-6C0A5929BEE3}"/>
          </ac:spMkLst>
        </pc:spChg>
        <pc:spChg chg="del">
          <ac:chgData name="문 동진(KSTD)" userId="3d26c5c2-5d13-41b2-b4a9-bebd91ca5bef" providerId="ADAL" clId="{AC91C77A-115B-4066-B24C-58E72D5C40B6}" dt="2026-08-07T02:30:24.031" v="685" actId="478"/>
          <ac:spMkLst>
            <pc:docMk/>
            <pc:sldMk cId="65456104" sldId="277"/>
            <ac:spMk id="10" creationId="{AFDD43A9-A775-2738-60C2-F7474B26D86C}"/>
          </ac:spMkLst>
        </pc:spChg>
        <pc:spChg chg="del">
          <ac:chgData name="문 동진(KSTD)" userId="3d26c5c2-5d13-41b2-b4a9-bebd91ca5bef" providerId="ADAL" clId="{AC91C77A-115B-4066-B24C-58E72D5C40B6}" dt="2026-08-07T02:30:24.031" v="685" actId="478"/>
          <ac:spMkLst>
            <pc:docMk/>
            <pc:sldMk cId="65456104" sldId="277"/>
            <ac:spMk id="11" creationId="{34C3E444-3753-B9AE-5893-814CAD945284}"/>
          </ac:spMkLst>
        </pc:spChg>
        <pc:spChg chg="del">
          <ac:chgData name="문 동진(KSTD)" userId="3d26c5c2-5d13-41b2-b4a9-bebd91ca5bef" providerId="ADAL" clId="{AC91C77A-115B-4066-B24C-58E72D5C40B6}" dt="2026-08-07T02:30:24.031" v="685" actId="478"/>
          <ac:spMkLst>
            <pc:docMk/>
            <pc:sldMk cId="65456104" sldId="277"/>
            <ac:spMk id="12" creationId="{11A0A564-A7D6-F88D-D26B-080413ADCA8A}"/>
          </ac:spMkLst>
        </pc:spChg>
        <pc:spChg chg="del">
          <ac:chgData name="문 동진(KSTD)" userId="3d26c5c2-5d13-41b2-b4a9-bebd91ca5bef" providerId="ADAL" clId="{AC91C77A-115B-4066-B24C-58E72D5C40B6}" dt="2026-08-07T02:30:24.031" v="685" actId="478"/>
          <ac:spMkLst>
            <pc:docMk/>
            <pc:sldMk cId="65456104" sldId="277"/>
            <ac:spMk id="13" creationId="{4BA23901-0A46-8DE0-A8BE-8FE820050C54}"/>
          </ac:spMkLst>
        </pc:spChg>
        <pc:spChg chg="del">
          <ac:chgData name="문 동진(KSTD)" userId="3d26c5c2-5d13-41b2-b4a9-bebd91ca5bef" providerId="ADAL" clId="{AC91C77A-115B-4066-B24C-58E72D5C40B6}" dt="2026-08-07T02:30:24.031" v="685" actId="478"/>
          <ac:spMkLst>
            <pc:docMk/>
            <pc:sldMk cId="65456104" sldId="277"/>
            <ac:spMk id="14" creationId="{AB4C7FE8-4C97-5DA7-F703-527530AF5760}"/>
          </ac:spMkLst>
        </pc:spChg>
        <pc:spChg chg="del">
          <ac:chgData name="문 동진(KSTD)" userId="3d26c5c2-5d13-41b2-b4a9-bebd91ca5bef" providerId="ADAL" clId="{AC91C77A-115B-4066-B24C-58E72D5C40B6}" dt="2026-08-07T02:30:24.031" v="685" actId="478"/>
          <ac:spMkLst>
            <pc:docMk/>
            <pc:sldMk cId="65456104" sldId="277"/>
            <ac:spMk id="15" creationId="{BE0B65B2-65B7-B909-25B5-928090B7CA77}"/>
          </ac:spMkLst>
        </pc:spChg>
        <pc:spChg chg="del">
          <ac:chgData name="문 동진(KSTD)" userId="3d26c5c2-5d13-41b2-b4a9-bebd91ca5bef" providerId="ADAL" clId="{AC91C77A-115B-4066-B24C-58E72D5C40B6}" dt="2026-08-07T02:30:24.031" v="685" actId="478"/>
          <ac:spMkLst>
            <pc:docMk/>
            <pc:sldMk cId="65456104" sldId="277"/>
            <ac:spMk id="16" creationId="{56A486CB-49C1-F22E-EE6F-895E1FF87BAE}"/>
          </ac:spMkLst>
        </pc:spChg>
        <pc:spChg chg="del">
          <ac:chgData name="문 동진(KSTD)" userId="3d26c5c2-5d13-41b2-b4a9-bebd91ca5bef" providerId="ADAL" clId="{AC91C77A-115B-4066-B24C-58E72D5C40B6}" dt="2026-08-07T02:30:24.031" v="685" actId="478"/>
          <ac:spMkLst>
            <pc:docMk/>
            <pc:sldMk cId="65456104" sldId="277"/>
            <ac:spMk id="17" creationId="{66FC7787-6640-D534-F35C-B7788EF36098}"/>
          </ac:spMkLst>
        </pc:spChg>
        <pc:spChg chg="del">
          <ac:chgData name="문 동진(KSTD)" userId="3d26c5c2-5d13-41b2-b4a9-bebd91ca5bef" providerId="ADAL" clId="{AC91C77A-115B-4066-B24C-58E72D5C40B6}" dt="2026-08-07T02:30:24.031" v="685" actId="478"/>
          <ac:spMkLst>
            <pc:docMk/>
            <pc:sldMk cId="65456104" sldId="277"/>
            <ac:spMk id="18" creationId="{E73A9A23-E049-F6FD-5193-1A8B3EC6957D}"/>
          </ac:spMkLst>
        </pc:spChg>
        <pc:spChg chg="del">
          <ac:chgData name="문 동진(KSTD)" userId="3d26c5c2-5d13-41b2-b4a9-bebd91ca5bef" providerId="ADAL" clId="{AC91C77A-115B-4066-B24C-58E72D5C40B6}" dt="2026-08-07T02:30:24.031" v="685" actId="478"/>
          <ac:spMkLst>
            <pc:docMk/>
            <pc:sldMk cId="65456104" sldId="277"/>
            <ac:spMk id="19" creationId="{6C13F5D5-79E2-F70D-7203-4206CED686E1}"/>
          </ac:spMkLst>
        </pc:spChg>
        <pc:spChg chg="add mod">
          <ac:chgData name="문 동진(KSTD)" userId="3d26c5c2-5d13-41b2-b4a9-bebd91ca5bef" providerId="ADAL" clId="{AC91C77A-115B-4066-B24C-58E72D5C40B6}" dt="2026-08-07T04:20:34.689" v="1078" actId="207"/>
          <ac:spMkLst>
            <pc:docMk/>
            <pc:sldMk cId="65456104" sldId="277"/>
            <ac:spMk id="21" creationId="{5569F125-7E0D-9EF4-832F-E6BC6401AEE2}"/>
          </ac:spMkLst>
        </pc:spChg>
        <pc:spChg chg="add mod">
          <ac:chgData name="문 동진(KSTD)" userId="3d26c5c2-5d13-41b2-b4a9-bebd91ca5bef" providerId="ADAL" clId="{AC91C77A-115B-4066-B24C-58E72D5C40B6}" dt="2026-08-07T02:33:23.692" v="723" actId="1076"/>
          <ac:spMkLst>
            <pc:docMk/>
            <pc:sldMk cId="65456104" sldId="277"/>
            <ac:spMk id="22" creationId="{6EEBB966-83CE-6CA3-59CD-F0217245E5FD}"/>
          </ac:spMkLst>
        </pc:spChg>
        <pc:spChg chg="add mod">
          <ac:chgData name="문 동진(KSTD)" userId="3d26c5c2-5d13-41b2-b4a9-bebd91ca5bef" providerId="ADAL" clId="{AC91C77A-115B-4066-B24C-58E72D5C40B6}" dt="2026-08-07T02:31:49.110" v="708" actId="20577"/>
          <ac:spMkLst>
            <pc:docMk/>
            <pc:sldMk cId="65456104" sldId="277"/>
            <ac:spMk id="23" creationId="{ED1F9A7F-C33E-0325-CD66-8AE152AC86A7}"/>
          </ac:spMkLst>
        </pc:spChg>
        <pc:spChg chg="add mod">
          <ac:chgData name="문 동진(KSTD)" userId="3d26c5c2-5d13-41b2-b4a9-bebd91ca5bef" providerId="ADAL" clId="{AC91C77A-115B-4066-B24C-58E72D5C40B6}" dt="2026-08-07T02:33:23.692" v="723" actId="1076"/>
          <ac:spMkLst>
            <pc:docMk/>
            <pc:sldMk cId="65456104" sldId="277"/>
            <ac:spMk id="28" creationId="{1078665E-4191-7CF0-9785-61279497639E}"/>
          </ac:spMkLst>
        </pc:spChg>
        <pc:spChg chg="add mod">
          <ac:chgData name="문 동진(KSTD)" userId="3d26c5c2-5d13-41b2-b4a9-bebd91ca5bef" providerId="ADAL" clId="{AC91C77A-115B-4066-B24C-58E72D5C40B6}" dt="2026-08-07T02:33:23.692" v="723" actId="1076"/>
          <ac:spMkLst>
            <pc:docMk/>
            <pc:sldMk cId="65456104" sldId="277"/>
            <ac:spMk id="29" creationId="{42BACF5F-9234-FA0C-4037-A8168554A2E1}"/>
          </ac:spMkLst>
        </pc:spChg>
        <pc:spChg chg="add mod">
          <ac:chgData name="문 동진(KSTD)" userId="3d26c5c2-5d13-41b2-b4a9-bebd91ca5bef" providerId="ADAL" clId="{AC91C77A-115B-4066-B24C-58E72D5C40B6}" dt="2026-08-07T04:20:34.689" v="1078" actId="207"/>
          <ac:spMkLst>
            <pc:docMk/>
            <pc:sldMk cId="65456104" sldId="277"/>
            <ac:spMk id="30" creationId="{89C345E5-2D7B-FC5E-D9BE-2F313B160C53}"/>
          </ac:spMkLst>
        </pc:spChg>
        <pc:spChg chg="add mod">
          <ac:chgData name="문 동진(KSTD)" userId="3d26c5c2-5d13-41b2-b4a9-bebd91ca5bef" providerId="ADAL" clId="{AC91C77A-115B-4066-B24C-58E72D5C40B6}" dt="2026-08-07T02:33:23.692" v="723" actId="1076"/>
          <ac:spMkLst>
            <pc:docMk/>
            <pc:sldMk cId="65456104" sldId="277"/>
            <ac:spMk id="31" creationId="{4109E5D3-EFE7-AA3E-C99E-14E090699605}"/>
          </ac:spMkLst>
        </pc:spChg>
        <pc:spChg chg="add mod">
          <ac:chgData name="문 동진(KSTD)" userId="3d26c5c2-5d13-41b2-b4a9-bebd91ca5bef" providerId="ADAL" clId="{AC91C77A-115B-4066-B24C-58E72D5C40B6}" dt="2026-08-07T02:31:50.825" v="710" actId="20577"/>
          <ac:spMkLst>
            <pc:docMk/>
            <pc:sldMk cId="65456104" sldId="277"/>
            <ac:spMk id="32" creationId="{A65894DB-45C4-B1FD-A90F-215F12C00527}"/>
          </ac:spMkLst>
        </pc:spChg>
        <pc:spChg chg="add mod">
          <ac:chgData name="문 동진(KSTD)" userId="3d26c5c2-5d13-41b2-b4a9-bebd91ca5bef" providerId="ADAL" clId="{AC91C77A-115B-4066-B24C-58E72D5C40B6}" dt="2026-08-07T02:33:23.692" v="723" actId="1076"/>
          <ac:spMkLst>
            <pc:docMk/>
            <pc:sldMk cId="65456104" sldId="277"/>
            <ac:spMk id="33" creationId="{AC8F0CD2-CCCE-0E0C-771A-553D08E3714E}"/>
          </ac:spMkLst>
        </pc:spChg>
        <pc:spChg chg="add mod">
          <ac:chgData name="문 동진(KSTD)" userId="3d26c5c2-5d13-41b2-b4a9-bebd91ca5bef" providerId="ADAL" clId="{AC91C77A-115B-4066-B24C-58E72D5C40B6}" dt="2026-08-07T02:33:23.692" v="723" actId="1076"/>
          <ac:spMkLst>
            <pc:docMk/>
            <pc:sldMk cId="65456104" sldId="277"/>
            <ac:spMk id="34" creationId="{E1E5CAA6-DDA4-5901-447A-14746891600D}"/>
          </ac:spMkLst>
        </pc:spChg>
        <pc:picChg chg="add ord">
          <ac:chgData name="문 동진(KSTD)" userId="3d26c5c2-5d13-41b2-b4a9-bebd91ca5bef" providerId="ADAL" clId="{AC91C77A-115B-4066-B24C-58E72D5C40B6}" dt="2026-08-07T04:12:43.907" v="1007" actId="167"/>
          <ac:picMkLst>
            <pc:docMk/>
            <pc:sldMk cId="65456104" sldId="277"/>
            <ac:picMk id="36" creationId="{C94436D1-97E9-62D5-33C2-7115B0966A99}"/>
          </ac:picMkLst>
        </pc:picChg>
      </pc:sldChg>
      <pc:sldChg chg="addSp delSp modSp add mod setBg">
        <pc:chgData name="문 동진(KSTD)" userId="3d26c5c2-5d13-41b2-b4a9-bebd91ca5bef" providerId="ADAL" clId="{AC91C77A-115B-4066-B24C-58E72D5C40B6}" dt="2026-08-07T04:22:16.071" v="1101" actId="108"/>
        <pc:sldMkLst>
          <pc:docMk/>
          <pc:sldMk cId="0" sldId="278"/>
        </pc:sldMkLst>
        <pc:spChg chg="mod">
          <ac:chgData name="문 동진(KSTD)" userId="3d26c5c2-5d13-41b2-b4a9-bebd91ca5bef" providerId="ADAL" clId="{AC91C77A-115B-4066-B24C-58E72D5C40B6}" dt="2026-08-07T04:18:02.175" v="1065" actId="207"/>
          <ac:spMkLst>
            <pc:docMk/>
            <pc:sldMk cId="0" sldId="278"/>
            <ac:spMk id="5" creationId="{00000000-0000-0000-0000-000000000000}"/>
          </ac:spMkLst>
        </pc:spChg>
        <pc:spChg chg="del">
          <ac:chgData name="문 동진(KSTD)" userId="3d26c5c2-5d13-41b2-b4a9-bebd91ca5bef" providerId="ADAL" clId="{AC91C77A-115B-4066-B24C-58E72D5C40B6}" dt="2026-08-07T04:00:28.789" v="758" actId="478"/>
          <ac:spMkLst>
            <pc:docMk/>
            <pc:sldMk cId="0" sldId="278"/>
            <ac:spMk id="6" creationId="{00000000-0000-0000-0000-000000000000}"/>
          </ac:spMkLst>
        </pc:spChg>
        <pc:spChg chg="del">
          <ac:chgData name="문 동진(KSTD)" userId="3d26c5c2-5d13-41b2-b4a9-bebd91ca5bef" providerId="ADAL" clId="{AC91C77A-115B-4066-B24C-58E72D5C40B6}" dt="2026-08-07T04:00:32.012" v="759" actId="478"/>
          <ac:spMkLst>
            <pc:docMk/>
            <pc:sldMk cId="0" sldId="278"/>
            <ac:spMk id="7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4:04:28.607" v="800" actId="1076"/>
          <ac:spMkLst>
            <pc:docMk/>
            <pc:sldMk cId="0" sldId="278"/>
            <ac:spMk id="8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4:04:24.357" v="799" actId="1076"/>
          <ac:spMkLst>
            <pc:docMk/>
            <pc:sldMk cId="0" sldId="278"/>
            <ac:spMk id="9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4:21:41.129" v="1095" actId="14100"/>
          <ac:spMkLst>
            <pc:docMk/>
            <pc:sldMk cId="0" sldId="278"/>
            <ac:spMk id="10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4:01:15.399" v="769" actId="1076"/>
          <ac:spMkLst>
            <pc:docMk/>
            <pc:sldMk cId="0" sldId="278"/>
            <ac:spMk id="11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4:01:15.399" v="769" actId="1076"/>
          <ac:spMkLst>
            <pc:docMk/>
            <pc:sldMk cId="0" sldId="278"/>
            <ac:spMk id="12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4:01:15.399" v="769" actId="1076"/>
          <ac:spMkLst>
            <pc:docMk/>
            <pc:sldMk cId="0" sldId="278"/>
            <ac:spMk id="13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4:21:48.340" v="1098" actId="1076"/>
          <ac:spMkLst>
            <pc:docMk/>
            <pc:sldMk cId="0" sldId="278"/>
            <ac:spMk id="14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4:21:55.377" v="1099" actId="14100"/>
          <ac:spMkLst>
            <pc:docMk/>
            <pc:sldMk cId="0" sldId="278"/>
            <ac:spMk id="15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4:03:08.236" v="796" actId="20577"/>
          <ac:spMkLst>
            <pc:docMk/>
            <pc:sldMk cId="0" sldId="278"/>
            <ac:spMk id="17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4:20:46.284" v="1082" actId="1076"/>
          <ac:spMkLst>
            <pc:docMk/>
            <pc:sldMk cId="0" sldId="278"/>
            <ac:spMk id="18" creationId="{00000000-0000-0000-0000-000000000000}"/>
          </ac:spMkLst>
        </pc:spChg>
        <pc:spChg chg="del">
          <ac:chgData name="문 동진(KSTD)" userId="3d26c5c2-5d13-41b2-b4a9-bebd91ca5bef" providerId="ADAL" clId="{AC91C77A-115B-4066-B24C-58E72D5C40B6}" dt="2026-08-07T04:00:28.789" v="758" actId="478"/>
          <ac:spMkLst>
            <pc:docMk/>
            <pc:sldMk cId="0" sldId="278"/>
            <ac:spMk id="19" creationId="{00000000-0000-0000-0000-000000000000}"/>
          </ac:spMkLst>
        </pc:spChg>
        <pc:spChg chg="del">
          <ac:chgData name="문 동진(KSTD)" userId="3d26c5c2-5d13-41b2-b4a9-bebd91ca5bef" providerId="ADAL" clId="{AC91C77A-115B-4066-B24C-58E72D5C40B6}" dt="2026-08-07T04:00:32.012" v="759" actId="478"/>
          <ac:spMkLst>
            <pc:docMk/>
            <pc:sldMk cId="0" sldId="278"/>
            <ac:spMk id="20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4:04:28.607" v="800" actId="1076"/>
          <ac:spMkLst>
            <pc:docMk/>
            <pc:sldMk cId="0" sldId="278"/>
            <ac:spMk id="21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4:04:19.301" v="798" actId="1076"/>
          <ac:spMkLst>
            <pc:docMk/>
            <pc:sldMk cId="0" sldId="278"/>
            <ac:spMk id="22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4:21:34.622" v="1094" actId="14100"/>
          <ac:spMkLst>
            <pc:docMk/>
            <pc:sldMk cId="0" sldId="278"/>
            <ac:spMk id="23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4:01:25.423" v="772" actId="20577"/>
          <ac:spMkLst>
            <pc:docMk/>
            <pc:sldMk cId="0" sldId="278"/>
            <ac:spMk id="24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4:01:21.610" v="770" actId="1076"/>
          <ac:spMkLst>
            <pc:docMk/>
            <pc:sldMk cId="0" sldId="278"/>
            <ac:spMk id="25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4:21:24.890" v="1092" actId="14100"/>
          <ac:spMkLst>
            <pc:docMk/>
            <pc:sldMk cId="0" sldId="278"/>
            <ac:spMk id="26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4:21:58.344" v="1100" actId="14100"/>
          <ac:spMkLst>
            <pc:docMk/>
            <pc:sldMk cId="0" sldId="278"/>
            <ac:spMk id="27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4:21:31.097" v="1093" actId="14100"/>
          <ac:spMkLst>
            <pc:docMk/>
            <pc:sldMk cId="0" sldId="278"/>
            <ac:spMk id="28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4:03:04.845" v="795" actId="404"/>
          <ac:spMkLst>
            <pc:docMk/>
            <pc:sldMk cId="0" sldId="278"/>
            <ac:spMk id="29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4:22:16.071" v="1101" actId="108"/>
          <ac:spMkLst>
            <pc:docMk/>
            <pc:sldMk cId="0" sldId="278"/>
            <ac:spMk id="30" creationId="{00000000-0000-0000-0000-000000000000}"/>
          </ac:spMkLst>
        </pc:spChg>
        <pc:spChg chg="mod">
          <ac:chgData name="문 동진(KSTD)" userId="3d26c5c2-5d13-41b2-b4a9-bebd91ca5bef" providerId="ADAL" clId="{AC91C77A-115B-4066-B24C-58E72D5C40B6}" dt="2026-08-07T04:00:58.483" v="766" actId="122"/>
          <ac:spMkLst>
            <pc:docMk/>
            <pc:sldMk cId="0" sldId="278"/>
            <ac:spMk id="31" creationId="{00000000-0000-0000-0000-000000000000}"/>
          </ac:spMkLst>
        </pc:spChg>
        <pc:picChg chg="add ord">
          <ac:chgData name="문 동진(KSTD)" userId="3d26c5c2-5d13-41b2-b4a9-bebd91ca5bef" providerId="ADAL" clId="{AC91C77A-115B-4066-B24C-58E72D5C40B6}" dt="2026-08-07T04:14:08.110" v="1030" actId="167"/>
          <ac:picMkLst>
            <pc:docMk/>
            <pc:sldMk cId="0" sldId="278"/>
            <ac:picMk id="38" creationId="{7EDA11E3-341C-1B68-BBAA-2640CE444DF4}"/>
          </ac:picMkLst>
        </pc:picChg>
      </pc:sldChg>
      <pc:sldChg chg="add setBg">
        <pc:chgData name="문 동진(KSTD)" userId="3d26c5c2-5d13-41b2-b4a9-bebd91ca5bef" providerId="ADAL" clId="{AC91C77A-115B-4066-B24C-58E72D5C40B6}" dt="2026-08-07T04:12:13.644" v="1004"/>
        <pc:sldMkLst>
          <pc:docMk/>
          <pc:sldMk cId="0" sldId="279"/>
        </pc:sldMkLst>
      </pc:sldChg>
      <pc:sldChg chg="add">
        <pc:chgData name="문 동진(KSTD)" userId="3d26c5c2-5d13-41b2-b4a9-bebd91ca5bef" providerId="ADAL" clId="{AC91C77A-115B-4066-B24C-58E72D5C40B6}" dt="2026-08-07T04:12:13.644" v="1004"/>
        <pc:sldMkLst>
          <pc:docMk/>
          <pc:sldMk cId="1686989315" sldId="280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681532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D2349C-7658-8E14-6BD9-4494A8C88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B66EA2-2575-BB0F-CC16-A45BC1EDD2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224168-283A-9512-84BC-5C6119CDB4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38A9DD-AD3E-CF3A-6D38-24245130904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7091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CF1DBE-E23A-EEE4-E74B-38A6E7230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2CFD36-363C-8D26-8953-9DC5FD1994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266E91-BD44-311D-EFB2-9EC050688B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FD2872-A269-4670-069E-2254D4B9C83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91693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48714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notesSlide" Target="../notesSlides/notesSlide10.xml"/><Relationship Id="rId7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2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71500" y="2331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kern="0" spc="150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2026년 전환형 인턴십 · PT</a:t>
            </a:r>
            <a:endParaRPr lang="en-US" sz="1350" dirty="0"/>
          </a:p>
        </p:txBody>
      </p:sp>
      <p:sp>
        <p:nvSpPr>
          <p:cNvPr id="3" name="Text 1"/>
          <p:cNvSpPr/>
          <p:nvPr/>
        </p:nvSpPr>
        <p:spPr>
          <a:xfrm>
            <a:off x="569964" y="1965960"/>
            <a:ext cx="100584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38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회계</a:t>
            </a:r>
            <a:r>
              <a:rPr lang="en-US" sz="3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Wiki </a:t>
            </a:r>
            <a:r>
              <a:rPr lang="en-US" sz="38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</a:t>
            </a:r>
            <a:r>
              <a:rPr lang="en-US" sz="3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38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구축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69964" y="3323844"/>
            <a:ext cx="9326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ts val="2475"/>
              </a:lnSpc>
            </a:pPr>
            <a:r>
              <a:rPr lang="ko-KR" altLang="en-US" sz="1600" dirty="0">
                <a:solidFill>
                  <a:srgbClr val="94A3B8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사업부 회계 이해도 제고 및 업무 효율화를 위한 실무 중심 웹 매뉴얼 개발</a:t>
            </a:r>
          </a:p>
        </p:txBody>
      </p:sp>
      <p:pic>
        <p:nvPicPr>
          <p:cNvPr id="11" name="Picture 2" descr="image.png">
            <a:extLst>
              <a:ext uri="{FF2B5EF4-FFF2-40B4-BE49-F238E27FC236}">
                <a16:creationId xmlns:a16="http://schemas.microsoft.com/office/drawing/2014/main" id="{4E911961-C00C-6D3E-F22D-06980ACA27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4163317"/>
            <a:ext cx="11049000" cy="438150"/>
          </a:xfrm>
          <a:prstGeom prst="rect">
            <a:avLst/>
          </a:prstGeom>
        </p:spPr>
      </p:pic>
      <p:sp>
        <p:nvSpPr>
          <p:cNvPr id="13" name="Text 4">
            <a:extLst>
              <a:ext uri="{FF2B5EF4-FFF2-40B4-BE49-F238E27FC236}">
                <a16:creationId xmlns:a16="http://schemas.microsoft.com/office/drawing/2014/main" id="{4CD2997C-AF44-B2F4-E54D-F34B252E7592}"/>
              </a:ext>
            </a:extLst>
          </p:cNvPr>
          <p:cNvSpPr/>
          <p:nvPr/>
        </p:nvSpPr>
        <p:spPr>
          <a:xfrm>
            <a:off x="569964" y="4305301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회계팀  ·  문동진 인턴</a:t>
            </a:r>
            <a:endParaRPr lang="en-US" sz="1500" dirty="0"/>
          </a:p>
        </p:txBody>
      </p:sp>
      <p:sp>
        <p:nvSpPr>
          <p:cNvPr id="15" name="Text 5">
            <a:extLst>
              <a:ext uri="{FF2B5EF4-FFF2-40B4-BE49-F238E27FC236}">
                <a16:creationId xmlns:a16="http://schemas.microsoft.com/office/drawing/2014/main" id="{0E423F01-0141-C3F9-20ED-E6FF0F29938D}"/>
              </a:ext>
            </a:extLst>
          </p:cNvPr>
          <p:cNvSpPr/>
          <p:nvPr/>
        </p:nvSpPr>
        <p:spPr>
          <a:xfrm>
            <a:off x="569964" y="4643629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 8. 27 (목)</a:t>
            </a:r>
            <a:endParaRPr lang="en-US" sz="1200" dirty="0"/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15A8EA95-FA98-15C9-5092-C63B2B8DF361}"/>
              </a:ext>
            </a:extLst>
          </p:cNvPr>
          <p:cNvGrpSpPr/>
          <p:nvPr/>
        </p:nvGrpSpPr>
        <p:grpSpPr>
          <a:xfrm>
            <a:off x="9809962" y="6277867"/>
            <a:ext cx="1810538" cy="209363"/>
            <a:chOff x="3396462" y="5633787"/>
            <a:chExt cx="4502939" cy="520700"/>
          </a:xfrm>
        </p:grpSpPr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AFF47D97-3D80-AE7D-E6C7-02F0C8EBF37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396462" y="5633787"/>
              <a:ext cx="2152891" cy="520699"/>
            </a:xfrm>
            <a:prstGeom prst="rect">
              <a:avLst/>
            </a:prstGeom>
          </p:spPr>
        </p:pic>
        <p:pic>
          <p:nvPicPr>
            <p:cNvPr id="18" name="그림 17" descr="COWORKER">
              <a:extLst>
                <a:ext uri="{FF2B5EF4-FFF2-40B4-BE49-F238E27FC236}">
                  <a16:creationId xmlns:a16="http://schemas.microsoft.com/office/drawing/2014/main" id="{2D71C524-643F-2480-C54E-2D49B5AFB65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816601" y="5633787"/>
              <a:ext cx="2082800" cy="52070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Picture 1" descr="image.png">
            <a:extLst>
              <a:ext uri="{FF2B5EF4-FFF2-40B4-BE49-F238E27FC236}">
                <a16:creationId xmlns:a16="http://schemas.microsoft.com/office/drawing/2014/main" id="{40843D3A-1DE3-6E63-5868-D9A24CFE94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1E3A8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PROBLEM 1 · 사업부 문제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351215" y="43891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사업부 문제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40080" y="713232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사업부가 </a:t>
            </a:r>
            <a:r>
              <a:rPr lang="en-US" sz="2600" b="1" dirty="0" err="1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놓치는</a:t>
            </a:r>
            <a:r>
              <a:rPr lang="en-US" sz="260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260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것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5532120" cy="4160520"/>
          </a:xfrm>
          <a:prstGeom prst="roundRect">
            <a:avLst>
              <a:gd name="adj" fmla="val 1758"/>
            </a:avLst>
          </a:prstGeom>
          <a:solidFill>
            <a:schemeClr val="bg1"/>
          </a:solidFill>
          <a:ln/>
          <a:effectLst>
            <a:outerShdw blurRad="101600" dist="254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914400" y="192024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 1. 체감매출 vs 인식매출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2192484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사업부 → 경영기획팀 · 예상 경영손익 보고 시 오차 발생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914400" y="2880360"/>
            <a:ext cx="2148840" cy="960120"/>
          </a:xfrm>
          <a:prstGeom prst="roundRect">
            <a:avLst>
              <a:gd name="adj" fmla="val 5714"/>
            </a:avLst>
          </a:prstGeom>
          <a:solidFill>
            <a:srgbClr val="1E29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914400" y="2880360"/>
            <a:ext cx="2148840" cy="5943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체감매출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14400" y="3474720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거래 시점에 보이는 금액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154680" y="2880360"/>
            <a:ext cx="4572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≠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3703320" y="2880360"/>
            <a:ext cx="2194560" cy="960120"/>
          </a:xfrm>
          <a:prstGeom prst="roundRect">
            <a:avLst>
              <a:gd name="adj" fmla="val 5714"/>
            </a:avLst>
          </a:prstGeom>
          <a:solidFill>
            <a:srgbClr val="DBEAF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3703320" y="2880360"/>
            <a:ext cx="2194560" cy="5943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3A8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인식매출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703320" y="347472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D4E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회계기준 적용 후 손익 반영액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914400" y="39776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* 계약금액·결제(충전)금액 등은 모두 체감매출의 예시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914400" y="4524375"/>
            <a:ext cx="49834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914400" y="4656962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사업부는 거래 시점의 체감매출을 그대로 예상 손익으로 보고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14400" y="5159882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실제로는 회계 인식기준을 거친 인식매출만 손익에 반영되어 괴리 발생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0" y="1691640"/>
            <a:ext cx="5120640" cy="4160520"/>
          </a:xfrm>
          <a:prstGeom prst="roundRect">
            <a:avLst>
              <a:gd name="adj" fmla="val 1758"/>
            </a:avLst>
          </a:prstGeom>
          <a:solidFill>
            <a:srgbClr val="1E29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6675120" y="19202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 2. 유통 매출 등록 시 정산항목명 오류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583680" y="2101044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사업부별로 매출 등록 시 어떤 정산항목명을 써야 하는지 모름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812280" y="2971800"/>
            <a:ext cx="1188720" cy="389164"/>
          </a:xfrm>
          <a:prstGeom prst="roundRect">
            <a:avLst>
              <a:gd name="adj" fmla="val 10909"/>
            </a:avLst>
          </a:prstGeom>
          <a:solidFill>
            <a:srgbClr val="1E293B"/>
          </a:solidFill>
          <a:ln w="12700">
            <a:solidFill>
              <a:srgbClr val="3B4A6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6812280" y="2971800"/>
            <a:ext cx="1188720" cy="38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MG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366760" y="2971800"/>
            <a:ext cx="1188720" cy="389164"/>
          </a:xfrm>
          <a:prstGeom prst="roundRect">
            <a:avLst>
              <a:gd name="adj" fmla="val 10909"/>
            </a:avLst>
          </a:prstGeom>
          <a:solidFill>
            <a:srgbClr val="1E293B"/>
          </a:solidFill>
          <a:ln w="12700">
            <a:solidFill>
              <a:srgbClr val="3B4A6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8366760" y="2971800"/>
            <a:ext cx="1188720" cy="38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>유통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9944100" y="2971800"/>
            <a:ext cx="1188720" cy="389164"/>
          </a:xfrm>
          <a:prstGeom prst="roundRect">
            <a:avLst>
              <a:gd name="adj" fmla="val 10909"/>
            </a:avLst>
          </a:prstGeom>
          <a:solidFill>
            <a:srgbClr val="1E293B"/>
          </a:solidFill>
          <a:ln w="12700">
            <a:solidFill>
              <a:srgbClr val="3B4A6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/>
          <p:nvPr/>
        </p:nvSpPr>
        <p:spPr>
          <a:xfrm>
            <a:off x="9944100" y="2971800"/>
            <a:ext cx="1188720" cy="38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>면세</a:t>
            </a:r>
            <a:r>
              <a:rPr lang="en-US" altLang="ko-KR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>/</a:t>
            </a:r>
            <a:r>
              <a:rPr lang="ko-KR" alt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>과세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812280" y="3657600"/>
            <a:ext cx="1188720" cy="389164"/>
          </a:xfrm>
          <a:prstGeom prst="roundRect">
            <a:avLst>
              <a:gd name="adj" fmla="val 10909"/>
            </a:avLst>
          </a:prstGeom>
          <a:solidFill>
            <a:srgbClr val="1E293B"/>
          </a:solidFill>
          <a:ln w="12700">
            <a:solidFill>
              <a:srgbClr val="3B4A6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6812280" y="3657600"/>
            <a:ext cx="1188720" cy="38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선수수익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8366760" y="3657600"/>
            <a:ext cx="1188720" cy="389164"/>
          </a:xfrm>
          <a:prstGeom prst="roundRect">
            <a:avLst>
              <a:gd name="adj" fmla="val 10909"/>
            </a:avLst>
          </a:prstGeom>
          <a:solidFill>
            <a:srgbClr val="1E293B"/>
          </a:solidFill>
          <a:ln w="12700">
            <a:solidFill>
              <a:srgbClr val="3B4A6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/>
          <p:nvPr/>
        </p:nvSpPr>
        <p:spPr>
          <a:xfrm>
            <a:off x="8366760" y="3657600"/>
            <a:ext cx="1188720" cy="38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ko-KR" alt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선급비용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9944100" y="3657600"/>
            <a:ext cx="1188720" cy="389164"/>
          </a:xfrm>
          <a:prstGeom prst="roundRect">
            <a:avLst>
              <a:gd name="adj" fmla="val 10909"/>
            </a:avLst>
          </a:prstGeom>
          <a:solidFill>
            <a:srgbClr val="1E293B"/>
          </a:solidFill>
          <a:ln w="12700">
            <a:solidFill>
              <a:srgbClr val="3B4A6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/>
          <p:nvPr/>
        </p:nvSpPr>
        <p:spPr>
          <a:xfrm>
            <a:off x="9944100" y="3657600"/>
            <a:ext cx="1188720" cy="3891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ko-KR" altLang="en-US" sz="115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>선인세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675120" y="4526280"/>
            <a:ext cx="4572000" cy="0"/>
          </a:xfrm>
          <a:prstGeom prst="line">
            <a:avLst/>
          </a:prstGeom>
          <a:noFill/>
          <a:ln w="12700">
            <a:solidFill>
              <a:srgbClr val="3B4A6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/>
          <p:nvPr/>
        </p:nvSpPr>
        <p:spPr>
          <a:xfrm>
            <a:off x="6675120" y="4663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표준 가이드 부재로 사업부마다 임의로 선택해 등록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675120" y="5045582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정산항목명 오등록으로 데이터 정합성 저하, 재작업 반복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40232" y="6355080"/>
            <a:ext cx="1091153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38"/>
          <p:cNvSpPr/>
          <p:nvPr/>
        </p:nvSpPr>
        <p:spPr>
          <a:xfrm>
            <a:off x="11002975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000" dirty="0"/>
          </a:p>
        </p:txBody>
      </p:sp>
      <p:grpSp>
        <p:nvGrpSpPr>
          <p:cNvPr id="67" name="그룹 66">
            <a:extLst>
              <a:ext uri="{FF2B5EF4-FFF2-40B4-BE49-F238E27FC236}">
                <a16:creationId xmlns:a16="http://schemas.microsoft.com/office/drawing/2014/main" id="{8AB6156C-8331-C932-C95F-E677DBF98215}"/>
              </a:ext>
            </a:extLst>
          </p:cNvPr>
          <p:cNvGrpSpPr/>
          <p:nvPr/>
        </p:nvGrpSpPr>
        <p:grpSpPr>
          <a:xfrm>
            <a:off x="635924" y="6488089"/>
            <a:ext cx="1210069" cy="139927"/>
            <a:chOff x="3396462" y="5633787"/>
            <a:chExt cx="4502939" cy="520700"/>
          </a:xfrm>
        </p:grpSpPr>
        <p:pic>
          <p:nvPicPr>
            <p:cNvPr id="68" name="그림 67">
              <a:extLst>
                <a:ext uri="{FF2B5EF4-FFF2-40B4-BE49-F238E27FC236}">
                  <a16:creationId xmlns:a16="http://schemas.microsoft.com/office/drawing/2014/main" id="{680CD692-9656-5724-CE7C-0882CF7CE55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396462" y="5633787"/>
              <a:ext cx="2152891" cy="520699"/>
            </a:xfrm>
            <a:prstGeom prst="rect">
              <a:avLst/>
            </a:prstGeom>
          </p:spPr>
        </p:pic>
        <p:pic>
          <p:nvPicPr>
            <p:cNvPr id="69" name="그림 68" descr="COWORKER">
              <a:extLst>
                <a:ext uri="{FF2B5EF4-FFF2-40B4-BE49-F238E27FC236}">
                  <a16:creationId xmlns:a16="http://schemas.microsoft.com/office/drawing/2014/main" id="{528CEFE7-A3CC-FE04-650D-FC84EE456DC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816601" y="5633787"/>
              <a:ext cx="2082800" cy="52070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Picture 1" descr="image.png">
            <a:extLst>
              <a:ext uri="{FF2B5EF4-FFF2-40B4-BE49-F238E27FC236}">
                <a16:creationId xmlns:a16="http://schemas.microsoft.com/office/drawing/2014/main" id="{7EDA11E3-341C-1B68-BBAA-2640CE444D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1E3A8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PROBLEM 2 · 회계팀 내부 문제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351215" y="43891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회계팀 내부 문제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40080" y="713232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회계팀 내부에서 반복되는 비효율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5257800" cy="3495673"/>
          </a:xfrm>
          <a:prstGeom prst="roundRect">
            <a:avLst>
              <a:gd name="adj" fmla="val 1860"/>
            </a:avLst>
          </a:prstGeom>
          <a:solidFill>
            <a:schemeClr val="bg1"/>
          </a:solidFill>
          <a:ln/>
          <a:effectLst>
            <a:outerShdw blurRad="101600" dist="254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1143000" y="1994915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 1. 회계구분 결재 반려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23544" y="25146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최근 1개월(6/26~7/19) 결재 반려 사유 기준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923544" y="3063240"/>
            <a:ext cx="2071116" cy="960120"/>
          </a:xfrm>
          <a:prstGeom prst="roundRect">
            <a:avLst>
              <a:gd name="adj" fmla="val 5714"/>
            </a:avLst>
          </a:prstGeom>
          <a:solidFill>
            <a:srgbClr val="1E29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845820" y="3063240"/>
            <a:ext cx="2148840" cy="5943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23%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845820" y="3657600"/>
            <a:ext cx="2148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회계구분 관련 원인 비중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86100" y="3063240"/>
            <a:ext cx="4572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3634740" y="3063240"/>
            <a:ext cx="1988820" cy="960120"/>
          </a:xfrm>
          <a:prstGeom prst="roundRect">
            <a:avLst>
              <a:gd name="adj" fmla="val 5714"/>
            </a:avLst>
          </a:prstGeom>
          <a:solidFill>
            <a:srgbClr val="FEE2E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3634740" y="3063240"/>
            <a:ext cx="19583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B91C1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전표 오류·수정요청 반복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005840" y="4297680"/>
            <a:ext cx="46177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1005840" y="4434840"/>
            <a:ext cx="4617720" cy="594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거래구조 복잡성에 대한 이해 </a:t>
            </a:r>
            <a:r>
              <a:rPr lang="en-US" sz="1200" dirty="0" err="1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부족으로</a:t>
            </a:r>
            <a:r>
              <a:rPr lang="en-US" sz="12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br>
              <a:rPr lang="en-US" sz="12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</a:br>
            <a:r>
              <a:rPr lang="en-US" sz="1200" dirty="0" err="1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잘못된</a:t>
            </a:r>
            <a:r>
              <a:rPr lang="en-US" sz="12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전표 </a:t>
            </a:r>
            <a:r>
              <a:rPr lang="en-US" sz="1200" dirty="0" err="1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작성</a:t>
            </a:r>
            <a:r>
              <a:rPr lang="en-US" sz="12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및</a:t>
            </a:r>
            <a:r>
              <a:rPr lang="en-US" sz="1200" dirty="0"/>
              <a:t> </a:t>
            </a:r>
            <a:r>
              <a:rPr lang="en-US" sz="1200" dirty="0" err="1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수정</a:t>
            </a:r>
            <a:r>
              <a:rPr lang="en-US" sz="12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요청 반복 발생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63640" y="1828800"/>
            <a:ext cx="5257800" cy="3495673"/>
          </a:xfrm>
          <a:prstGeom prst="roundRect">
            <a:avLst>
              <a:gd name="adj" fmla="val 1860"/>
            </a:avLst>
          </a:prstGeom>
          <a:solidFill>
            <a:schemeClr val="bg1"/>
          </a:solidFill>
          <a:ln/>
          <a:effectLst>
            <a:outerShdw blurRad="101600" dist="254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6858000" y="1994915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 2. 비효율적 단순 문의 증대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629400" y="2520699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표준 매뉴얼 부재로 인한 반복 대응 구조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537960" y="3063240"/>
            <a:ext cx="2065020" cy="960120"/>
          </a:xfrm>
          <a:prstGeom prst="roundRect">
            <a:avLst>
              <a:gd name="adj" fmla="val 5714"/>
            </a:avLst>
          </a:prstGeom>
          <a:solidFill>
            <a:srgbClr val="1E29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6454140" y="3063240"/>
            <a:ext cx="21488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표준</a:t>
            </a: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4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매뉴얼</a:t>
            </a:r>
            <a:r>
              <a:rPr lang="en-US" sz="1400" dirty="0"/>
              <a:t> </a:t>
            </a:r>
            <a:r>
              <a:rPr lang="en-US" sz="14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부재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694420" y="3063240"/>
            <a:ext cx="4572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9243060" y="3063240"/>
            <a:ext cx="2004060" cy="960120"/>
          </a:xfrm>
          <a:prstGeom prst="roundRect">
            <a:avLst>
              <a:gd name="adj" fmla="val 5714"/>
            </a:avLst>
          </a:prstGeom>
          <a:solidFill>
            <a:srgbClr val="FEF3C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9243060" y="3063240"/>
            <a:ext cx="20193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240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 질의응답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9240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소모시간 과다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629400" y="4297680"/>
            <a:ext cx="45720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6629400" y="4434840"/>
            <a:ext cx="4892040" cy="594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반복적인 단순 질의응답 대응으로 회계팀의 </a:t>
            </a:r>
            <a:r>
              <a:rPr lang="en-US" sz="1200" dirty="0" err="1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</a:t>
            </a:r>
            <a:r>
              <a:rPr lang="en-US" sz="12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업무</a:t>
            </a:r>
            <a:r>
              <a:rPr lang="en-US" sz="1200" dirty="0"/>
              <a:t> </a:t>
            </a:r>
            <a:r>
              <a:rPr lang="en-US" sz="1200" dirty="0" err="1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집중</a:t>
            </a:r>
            <a:r>
              <a:rPr lang="en-US" sz="12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방해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40080" y="5577839"/>
            <a:ext cx="10881360" cy="502920"/>
          </a:xfrm>
          <a:prstGeom prst="roundRect">
            <a:avLst>
              <a:gd name="adj" fmla="val 14545"/>
            </a:avLst>
          </a:prstGeom>
          <a:solidFill>
            <a:schemeClr val="bg1"/>
          </a:solidFill>
          <a:ln/>
          <a:effectLst>
            <a:outerShdw blurRad="101600" dist="254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914400" y="5577839"/>
            <a:ext cx="10332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E3A8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공통점  </a:t>
            </a:r>
            <a:r>
              <a:rPr lang="en-US" sz="13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표준화된 안내 체계의 부재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640080" y="6355080"/>
            <a:ext cx="1091153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0" descr="/home/claude/pt_structure/logo_kidar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6473952"/>
            <a:ext cx="566928" cy="132588"/>
          </a:xfrm>
          <a:prstGeom prst="rect">
            <a:avLst/>
          </a:prstGeom>
        </p:spPr>
      </p:pic>
      <p:sp>
        <p:nvSpPr>
          <p:cNvPr id="34" name="Shape 31"/>
          <p:cNvSpPr/>
          <p:nvPr/>
        </p:nvSpPr>
        <p:spPr>
          <a:xfrm>
            <a:off x="1298448" y="6473952"/>
            <a:ext cx="0" cy="132588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5" name="Image 1" descr="/home/claude/pt_structure/logo_lezh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89888" y="6492240"/>
            <a:ext cx="320040" cy="91440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11002975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Picture 1" descr="image.png">
            <a:extLst>
              <a:ext uri="{FF2B5EF4-FFF2-40B4-BE49-F238E27FC236}">
                <a16:creationId xmlns:a16="http://schemas.microsoft.com/office/drawing/2014/main" id="{18650CBD-3D43-0CCF-CEDE-57994DD8AB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1E3A8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WHY · 원인 분석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351215" y="43891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문의구조 및 반려율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40080" y="713232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반복되는가 — 문의구조와 반려율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5212080" cy="4160520"/>
          </a:xfrm>
          <a:prstGeom prst="roundRect">
            <a:avLst>
              <a:gd name="adj" fmla="val 1758"/>
            </a:avLst>
          </a:prstGeom>
          <a:solidFill>
            <a:schemeClr val="bg1"/>
          </a:solidFill>
          <a:ln/>
          <a:effectLst>
            <a:outerShdw blurRad="101600" dist="254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914400" y="192024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 err="1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사업부가</a:t>
            </a:r>
            <a:r>
              <a:rPr lang="en-US" sz="140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매번 회계팀에 확인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82320" y="2848429"/>
            <a:ext cx="1920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1E3A8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500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1182320" y="3808549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전사 임직원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102560" y="2848429"/>
            <a:ext cx="457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: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3559760" y="2848429"/>
            <a:ext cx="1920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</a:t>
            </a:r>
            <a:endParaRPr lang="en-US" sz="5400" dirty="0"/>
          </a:p>
        </p:txBody>
      </p:sp>
      <p:sp>
        <p:nvSpPr>
          <p:cNvPr id="11" name="Text 9"/>
          <p:cNvSpPr/>
          <p:nvPr/>
        </p:nvSpPr>
        <p:spPr>
          <a:xfrm>
            <a:off x="3559760" y="3808549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회계팀 인원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914400" y="4663440"/>
            <a:ext cx="466344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914400" y="484632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D+5 기준으로만 쌓여도 회계팀 처리 역량을 초과하는 문의량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126480" y="1691640"/>
            <a:ext cx="5394960" cy="4160520"/>
          </a:xfrm>
          <a:prstGeom prst="roundRect">
            <a:avLst>
              <a:gd name="adj" fmla="val 1758"/>
            </a:avLst>
          </a:prstGeom>
          <a:solidFill>
            <a:schemeClr val="bg1"/>
          </a:solidFill>
          <a:ln/>
          <a:effectLst>
            <a:outerShdw blurRad="101600" dist="254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결재 반려 사유 분석  ·  2026.6.26~7.19, 150건 기준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0" y="2606040"/>
            <a:ext cx="1129193" cy="457200"/>
          </a:xfrm>
          <a:prstGeom prst="rect">
            <a:avLst/>
          </a:prstGeom>
          <a:solidFill>
            <a:srgbClr val="1E3A8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7529993" y="2606040"/>
            <a:ext cx="920801" cy="4572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8450793" y="2606040"/>
            <a:ext cx="2796327" cy="457200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6400800" y="3291840"/>
            <a:ext cx="201168" cy="201168"/>
          </a:xfrm>
          <a:prstGeom prst="rect">
            <a:avLst/>
          </a:prstGeom>
          <a:solidFill>
            <a:srgbClr val="1E3A8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6693408" y="3236976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회계 관련 오류  23.3%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400800" y="3675888"/>
            <a:ext cx="201168" cy="201168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6693408" y="3621024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세무 관련 오류  19%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0" y="4059936"/>
            <a:ext cx="201168" cy="201168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6693408" y="4005072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기타 (결재라인 등)  57.7%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400800" y="4680131"/>
            <a:ext cx="4846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6400800" y="4754880"/>
            <a:ext cx="4846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회계구분 </a:t>
            </a:r>
            <a:r>
              <a:rPr lang="en-US" sz="1400" dirty="0" err="1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오류만</a:t>
            </a:r>
            <a:r>
              <a:rPr lang="en-US" sz="14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23%(반려 150건 중 확정 반려 기준) 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640080" y="6355080"/>
            <a:ext cx="1091153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7"/>
          <p:cNvSpPr/>
          <p:nvPr/>
        </p:nvSpPr>
        <p:spPr>
          <a:xfrm>
            <a:off x="1298448" y="6473952"/>
            <a:ext cx="0" cy="132588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8"/>
          <p:cNvSpPr/>
          <p:nvPr/>
        </p:nvSpPr>
        <p:spPr>
          <a:xfrm>
            <a:off x="11002975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000" dirty="0"/>
          </a:p>
        </p:txBody>
      </p: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770A6F5F-8015-FF92-7EF6-C23CC61975D6}"/>
              </a:ext>
            </a:extLst>
          </p:cNvPr>
          <p:cNvGrpSpPr/>
          <p:nvPr/>
        </p:nvGrpSpPr>
        <p:grpSpPr>
          <a:xfrm>
            <a:off x="635924" y="6488089"/>
            <a:ext cx="1210069" cy="139927"/>
            <a:chOff x="3396462" y="5633787"/>
            <a:chExt cx="4502939" cy="520700"/>
          </a:xfrm>
        </p:grpSpPr>
        <p:pic>
          <p:nvPicPr>
            <p:cNvPr id="37" name="그림 36">
              <a:extLst>
                <a:ext uri="{FF2B5EF4-FFF2-40B4-BE49-F238E27FC236}">
                  <a16:creationId xmlns:a16="http://schemas.microsoft.com/office/drawing/2014/main" id="{304207D7-9D1D-AABD-560A-E0E1E4221CF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396462" y="5633787"/>
              <a:ext cx="2152891" cy="520699"/>
            </a:xfrm>
            <a:prstGeom prst="rect">
              <a:avLst/>
            </a:prstGeom>
          </p:spPr>
        </p:pic>
        <p:pic>
          <p:nvPicPr>
            <p:cNvPr id="38" name="그림 37" descr="COWORKER">
              <a:extLst>
                <a:ext uri="{FF2B5EF4-FFF2-40B4-BE49-F238E27FC236}">
                  <a16:creationId xmlns:a16="http://schemas.microsoft.com/office/drawing/2014/main" id="{37C30C63-270F-4DD3-326A-8A5495417DD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816601" y="5633787"/>
              <a:ext cx="2082800" cy="52070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Picture 1" descr="image.png">
            <a:extLst>
              <a:ext uri="{FF2B5EF4-FFF2-40B4-BE49-F238E27FC236}">
                <a16:creationId xmlns:a16="http://schemas.microsoft.com/office/drawing/2014/main" id="{41A717DE-DD32-8C87-C288-0D89E8EF59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1E3A8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FINDINGS · 사례 분석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351215" y="43891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발견한 이슈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40080" y="713232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ko-KR" altLang="en-US" sz="260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</a:rPr>
              <a:t>실제 사례 </a:t>
            </a:r>
            <a:r>
              <a:rPr lang="en-US" altLang="ko-KR" sz="260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</a:rPr>
              <a:t>1 </a:t>
            </a:r>
            <a:r>
              <a:rPr lang="en-US" altLang="ko-KR" sz="260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</a:t>
            </a:r>
            <a:r>
              <a:rPr lang="en-US" altLang="ko-KR" sz="2600" b="1" dirty="0" err="1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계정과목</a:t>
            </a:r>
            <a:r>
              <a:rPr lang="en-US" altLang="ko-KR" sz="260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2600" b="1" dirty="0" err="1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분류</a:t>
            </a:r>
            <a:r>
              <a:rPr lang="en-US" altLang="ko-KR" sz="260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2600" b="1" dirty="0" err="1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오류</a:t>
            </a:r>
            <a:r>
              <a:rPr lang="en-US" altLang="ko-KR" sz="260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640668" y="1810512"/>
            <a:ext cx="8834120" cy="557784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/>
          <a:effectLst>
            <a:outerShdw blurRad="101600" dist="254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2306398" y="1858328"/>
            <a:ext cx="7502658" cy="4189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400" b="1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정식 연재 원가(서비스매출원가)와 테스트 비용(</a:t>
            </a:r>
            <a:r>
              <a:rPr lang="en-US" sz="1400" b="1" dirty="0" err="1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지급수수료</a:t>
            </a:r>
            <a:r>
              <a:rPr lang="en-US" sz="1400" b="1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</a:t>
            </a:r>
            <a:r>
              <a:rPr lang="en-US" sz="1400" b="1" dirty="0"/>
              <a:t> </a:t>
            </a:r>
            <a:r>
              <a:rPr lang="en-US" sz="1400" b="1" dirty="0" err="1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계정과목</a:t>
            </a:r>
            <a:r>
              <a:rPr lang="en-US" sz="1400" b="1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혼용 작성 사례</a:t>
            </a:r>
            <a:endParaRPr lang="en-US" sz="1400" b="1" dirty="0"/>
          </a:p>
        </p:txBody>
      </p:sp>
      <p:sp>
        <p:nvSpPr>
          <p:cNvPr id="17" name="Shape 15"/>
          <p:cNvSpPr/>
          <p:nvPr/>
        </p:nvSpPr>
        <p:spPr>
          <a:xfrm>
            <a:off x="640080" y="6355080"/>
            <a:ext cx="1091153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7"/>
          <p:cNvSpPr/>
          <p:nvPr/>
        </p:nvSpPr>
        <p:spPr>
          <a:xfrm>
            <a:off x="11002975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000" dirty="0"/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99F7EAF8-4380-A8A3-6975-332F67D33C96}"/>
              </a:ext>
            </a:extLst>
          </p:cNvPr>
          <p:cNvGrpSpPr/>
          <p:nvPr/>
        </p:nvGrpSpPr>
        <p:grpSpPr>
          <a:xfrm>
            <a:off x="635924" y="6488089"/>
            <a:ext cx="1210069" cy="139927"/>
            <a:chOff x="3396462" y="5633787"/>
            <a:chExt cx="4502939" cy="520700"/>
          </a:xfrm>
        </p:grpSpPr>
        <p:pic>
          <p:nvPicPr>
            <p:cNvPr id="23" name="그림 22">
              <a:extLst>
                <a:ext uri="{FF2B5EF4-FFF2-40B4-BE49-F238E27FC236}">
                  <a16:creationId xmlns:a16="http://schemas.microsoft.com/office/drawing/2014/main" id="{C0F0D629-28D0-7753-83BE-5DB0019FE78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396462" y="5633787"/>
              <a:ext cx="2152891" cy="520699"/>
            </a:xfrm>
            <a:prstGeom prst="rect">
              <a:avLst/>
            </a:prstGeom>
          </p:spPr>
        </p:pic>
        <p:pic>
          <p:nvPicPr>
            <p:cNvPr id="24" name="그림 23" descr="COWORKER">
              <a:extLst>
                <a:ext uri="{FF2B5EF4-FFF2-40B4-BE49-F238E27FC236}">
                  <a16:creationId xmlns:a16="http://schemas.microsoft.com/office/drawing/2014/main" id="{CF10DEFB-5279-FBFC-7043-6976F0F542F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816601" y="5633787"/>
              <a:ext cx="2082800" cy="520700"/>
            </a:xfrm>
            <a:prstGeom prst="rect">
              <a:avLst/>
            </a:prstGeom>
          </p:spPr>
        </p:pic>
      </p:grpSp>
      <p:sp>
        <p:nvSpPr>
          <p:cNvPr id="26" name="Shape 3">
            <a:extLst>
              <a:ext uri="{FF2B5EF4-FFF2-40B4-BE49-F238E27FC236}">
                <a16:creationId xmlns:a16="http://schemas.microsoft.com/office/drawing/2014/main" id="{A13C36A1-853E-72BE-BECF-DF7462D32119}"/>
              </a:ext>
            </a:extLst>
          </p:cNvPr>
          <p:cNvSpPr/>
          <p:nvPr/>
        </p:nvSpPr>
        <p:spPr>
          <a:xfrm>
            <a:off x="1640668" y="2644329"/>
            <a:ext cx="8834120" cy="3286569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/>
          <a:effectLst>
            <a:outerShdw blurRad="101600" dist="254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46138801-0FEB-E2DD-46D9-7CA5FF83E98C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48044" b="-1"/>
          <a:stretch>
            <a:fillRect/>
          </a:stretch>
        </p:blipFill>
        <p:spPr>
          <a:xfrm>
            <a:off x="1775464" y="2755639"/>
            <a:ext cx="8564527" cy="30650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8DFFB3-7529-6C8D-FFB0-A281EF7E5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1" descr="image.png">
            <a:extLst>
              <a:ext uri="{FF2B5EF4-FFF2-40B4-BE49-F238E27FC236}">
                <a16:creationId xmlns:a16="http://schemas.microsoft.com/office/drawing/2014/main" id="{6081A797-733C-CDBC-4F83-90B533C412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 0">
            <a:extLst>
              <a:ext uri="{FF2B5EF4-FFF2-40B4-BE49-F238E27FC236}">
                <a16:creationId xmlns:a16="http://schemas.microsoft.com/office/drawing/2014/main" id="{52ED95ED-18E6-1AD4-1CC5-038F1C97D652}"/>
              </a:ext>
            </a:extLst>
          </p:cNvPr>
          <p:cNvSpPr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1E3A8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FINDINGS · 사례 분석</a:t>
            </a:r>
            <a:endParaRPr lang="en-US" sz="1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5216425-6543-F97E-CDE8-9C2AD59ABCAA}"/>
              </a:ext>
            </a:extLst>
          </p:cNvPr>
          <p:cNvSpPr/>
          <p:nvPr/>
        </p:nvSpPr>
        <p:spPr>
          <a:xfrm>
            <a:off x="8351215" y="43891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발견한 이슈</a:t>
            </a:r>
            <a:endParaRPr lang="en-US" sz="105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3415512-2AF7-5845-4F0E-EB95CC9548C0}"/>
              </a:ext>
            </a:extLst>
          </p:cNvPr>
          <p:cNvSpPr/>
          <p:nvPr/>
        </p:nvSpPr>
        <p:spPr>
          <a:xfrm>
            <a:off x="640080" y="713232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ko-KR" altLang="en-US" sz="260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</a:rPr>
              <a:t>실제 사례 </a:t>
            </a:r>
            <a:r>
              <a:rPr lang="en-US" altLang="ko-KR" sz="260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</a:rPr>
              <a:t>2 </a:t>
            </a:r>
            <a:r>
              <a:rPr lang="en-US" altLang="ko-KR" sz="260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</a:t>
            </a:r>
            <a:r>
              <a:rPr lang="en-US" altLang="ko-KR" sz="2600" b="1" dirty="0" err="1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매출</a:t>
            </a:r>
            <a:r>
              <a:rPr lang="en-US" altLang="ko-KR" sz="260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2600" b="1" dirty="0" err="1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인식</a:t>
            </a:r>
            <a:r>
              <a:rPr lang="en-US" altLang="ko-KR" sz="260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2600" b="1" dirty="0" err="1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시기</a:t>
            </a:r>
            <a:r>
              <a:rPr lang="en-US" altLang="ko-KR" sz="260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및 </a:t>
            </a:r>
            <a:r>
              <a:rPr lang="en-US" altLang="ko-KR" sz="2600" b="1" dirty="0" err="1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법인</a:t>
            </a:r>
            <a:r>
              <a:rPr lang="en-US" altLang="ko-KR" sz="260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간 </a:t>
            </a:r>
            <a:r>
              <a:rPr lang="en-US" altLang="ko-KR" sz="2600" b="1" dirty="0" err="1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귀속</a:t>
            </a:r>
            <a:r>
              <a:rPr lang="en-US" altLang="ko-KR" sz="260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2600" b="1" dirty="0" err="1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오류</a:t>
            </a:r>
            <a:endParaRPr lang="en-US" altLang="ko-KR" sz="2600" dirty="0"/>
          </a:p>
        </p:txBody>
      </p:sp>
      <p:sp>
        <p:nvSpPr>
          <p:cNvPr id="17" name="Shape 15">
            <a:extLst>
              <a:ext uri="{FF2B5EF4-FFF2-40B4-BE49-F238E27FC236}">
                <a16:creationId xmlns:a16="http://schemas.microsoft.com/office/drawing/2014/main" id="{1EA92877-95C3-9C59-6B75-AAEDA622B4B3}"/>
              </a:ext>
            </a:extLst>
          </p:cNvPr>
          <p:cNvSpPr/>
          <p:nvPr/>
        </p:nvSpPr>
        <p:spPr>
          <a:xfrm>
            <a:off x="640080" y="6355080"/>
            <a:ext cx="1091153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AF9FE2A7-0AD0-C954-EC2E-66A0C6518815}"/>
              </a:ext>
            </a:extLst>
          </p:cNvPr>
          <p:cNvSpPr/>
          <p:nvPr/>
        </p:nvSpPr>
        <p:spPr>
          <a:xfrm>
            <a:off x="11002975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000" dirty="0"/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E3573A67-EEFF-D346-451D-ACA8E1BD8848}"/>
              </a:ext>
            </a:extLst>
          </p:cNvPr>
          <p:cNvGrpSpPr/>
          <p:nvPr/>
        </p:nvGrpSpPr>
        <p:grpSpPr>
          <a:xfrm>
            <a:off x="635924" y="6488089"/>
            <a:ext cx="1210069" cy="139927"/>
            <a:chOff x="3396462" y="5633787"/>
            <a:chExt cx="4502939" cy="520700"/>
          </a:xfrm>
        </p:grpSpPr>
        <p:pic>
          <p:nvPicPr>
            <p:cNvPr id="23" name="그림 22">
              <a:extLst>
                <a:ext uri="{FF2B5EF4-FFF2-40B4-BE49-F238E27FC236}">
                  <a16:creationId xmlns:a16="http://schemas.microsoft.com/office/drawing/2014/main" id="{AB14E825-02FE-1022-5736-FF7403DDD20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396462" y="5633787"/>
              <a:ext cx="2152891" cy="520699"/>
            </a:xfrm>
            <a:prstGeom prst="rect">
              <a:avLst/>
            </a:prstGeom>
          </p:spPr>
        </p:pic>
        <p:pic>
          <p:nvPicPr>
            <p:cNvPr id="24" name="그림 23" descr="COWORKER">
              <a:extLst>
                <a:ext uri="{FF2B5EF4-FFF2-40B4-BE49-F238E27FC236}">
                  <a16:creationId xmlns:a16="http://schemas.microsoft.com/office/drawing/2014/main" id="{6D3DE423-E9F5-372D-233B-0F2F1A930AD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816601" y="5633787"/>
              <a:ext cx="2082800" cy="520700"/>
            </a:xfrm>
            <a:prstGeom prst="rect">
              <a:avLst/>
            </a:prstGeom>
          </p:spPr>
        </p:pic>
      </p:grpSp>
      <p:sp>
        <p:nvSpPr>
          <p:cNvPr id="26" name="Shape 3">
            <a:extLst>
              <a:ext uri="{FF2B5EF4-FFF2-40B4-BE49-F238E27FC236}">
                <a16:creationId xmlns:a16="http://schemas.microsoft.com/office/drawing/2014/main" id="{6FF2E10D-E5CA-A82B-4E0D-62058DF6F910}"/>
              </a:ext>
            </a:extLst>
          </p:cNvPr>
          <p:cNvSpPr/>
          <p:nvPr/>
        </p:nvSpPr>
        <p:spPr>
          <a:xfrm>
            <a:off x="1640668" y="2644329"/>
            <a:ext cx="8834120" cy="3286569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/>
          <a:effectLst>
            <a:outerShdw blurRad="101600" dist="254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2DD3F79D-BCAB-BEF6-C686-F086F971D763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402" t="54328" r="7353" b="-1322"/>
          <a:stretch>
            <a:fillRect/>
          </a:stretch>
        </p:blipFill>
        <p:spPr>
          <a:xfrm>
            <a:off x="1845993" y="2753788"/>
            <a:ext cx="8492293" cy="3064974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Shape 3">
            <a:extLst>
              <a:ext uri="{FF2B5EF4-FFF2-40B4-BE49-F238E27FC236}">
                <a16:creationId xmlns:a16="http://schemas.microsoft.com/office/drawing/2014/main" id="{51CEE519-7B70-3E65-92BE-B3D989BE151D}"/>
              </a:ext>
            </a:extLst>
          </p:cNvPr>
          <p:cNvSpPr/>
          <p:nvPr/>
        </p:nvSpPr>
        <p:spPr>
          <a:xfrm>
            <a:off x="1640668" y="1810512"/>
            <a:ext cx="8834120" cy="557784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/>
          <a:effectLst>
            <a:outerShdw blurRad="101600" dist="254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Text 7">
            <a:extLst>
              <a:ext uri="{FF2B5EF4-FFF2-40B4-BE49-F238E27FC236}">
                <a16:creationId xmlns:a16="http://schemas.microsoft.com/office/drawing/2014/main" id="{558911F8-DBCF-B019-59A7-1C1775045C86}"/>
              </a:ext>
            </a:extLst>
          </p:cNvPr>
          <p:cNvSpPr/>
          <p:nvPr/>
        </p:nvSpPr>
        <p:spPr>
          <a:xfrm>
            <a:off x="2340810" y="1859040"/>
            <a:ext cx="7502658" cy="41899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>
              <a:lnSpc>
                <a:spcPct val="140000"/>
              </a:lnSpc>
            </a:pPr>
            <a:r>
              <a:rPr lang="ko-KR" altLang="en-US" sz="1400" b="1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연재 상태</a:t>
            </a:r>
            <a:r>
              <a:rPr lang="en-US" altLang="ko-KR" sz="1400" b="1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</a:t>
            </a:r>
            <a:r>
              <a:rPr lang="ko-KR" altLang="en-US" sz="1400" b="1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완결 여부</a:t>
            </a:r>
            <a:r>
              <a:rPr lang="en-US" altLang="ko-KR" sz="1400" b="1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</a:t>
            </a:r>
            <a:r>
              <a:rPr lang="ko-KR" altLang="en-US" sz="1400" b="1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따른 매출</a:t>
            </a:r>
            <a:r>
              <a:rPr lang="en-US" altLang="ko-KR" sz="1400" b="1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</a:t>
            </a:r>
            <a:r>
              <a:rPr lang="ko-KR" altLang="en-US" sz="1400" b="1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선수수익 구분 및 </a:t>
            </a:r>
            <a:r>
              <a:rPr lang="ko-KR" altLang="en-US" sz="1400" b="1" dirty="0" err="1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법인별</a:t>
            </a:r>
            <a:r>
              <a:rPr lang="ko-KR" altLang="en-US" sz="1400" b="1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귀속 주체 판단 오류 사례</a:t>
            </a:r>
          </a:p>
        </p:txBody>
      </p:sp>
    </p:spTree>
    <p:extLst>
      <p:ext uri="{BB962C8B-B14F-4D97-AF65-F5344CB8AC3E}">
        <p14:creationId xmlns:p14="http://schemas.microsoft.com/office/powerpoint/2010/main" val="14734742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Picture 1" descr="image.png">
            <a:extLst>
              <a:ext uri="{FF2B5EF4-FFF2-40B4-BE49-F238E27FC236}">
                <a16:creationId xmlns:a16="http://schemas.microsoft.com/office/drawing/2014/main" id="{F6C2486C-13E7-7D1F-F325-235F825C65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1E3A8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SOLUTION · 해결 방향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351215" y="43891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매뉴얼 설계 원칙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40080" y="713232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그래서 무엇을 만들었나 — 해결 방향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/>
        </p:spPr>
        <p:txBody>
          <a:bodyPr/>
          <a:lstStyle/>
          <a:p>
            <a:pPr algn="ctr"/>
            <a:endParaRPr lang="ko-KR" altLang="en-US" dirty="0"/>
          </a:p>
        </p:txBody>
      </p:sp>
      <p:sp>
        <p:nvSpPr>
          <p:cNvPr id="6" name="Text 4"/>
          <p:cNvSpPr/>
          <p:nvPr/>
        </p:nvSpPr>
        <p:spPr>
          <a:xfrm>
            <a:off x="914400" y="1691640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사업부가 직접 봐도 이해되는 매뉴얼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40080" y="2880360"/>
            <a:ext cx="5257800" cy="192024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/>
          <a:effectLst>
            <a:outerShdw blurRad="101600" dist="254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1028700" y="3177540"/>
            <a:ext cx="502920" cy="502920"/>
          </a:xfrm>
          <a:prstGeom prst="ellipse">
            <a:avLst/>
          </a:prstGeom>
          <a:solidFill>
            <a:srgbClr val="1E3A8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1028700" y="31775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691640" y="3182112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선택과 집중</a:t>
            </a: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1691640" y="3564346"/>
            <a:ext cx="369417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전체 회계기준을 모두 담지 않고, 사업부가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실제로 헷갈리는 핵심 항목 Top 5 중심으로 압축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172200" y="2880360"/>
            <a:ext cx="5257800" cy="1920240"/>
          </a:xfrm>
          <a:prstGeom prst="roundRect">
            <a:avLst>
              <a:gd name="adj" fmla="val 3810"/>
            </a:avLst>
          </a:prstGeom>
          <a:solidFill>
            <a:schemeClr val="bg1"/>
          </a:solidFill>
          <a:ln/>
          <a:effectLst>
            <a:outerShdw blurRad="101600" dist="254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6560820" y="3177540"/>
            <a:ext cx="502920" cy="502920"/>
          </a:xfrm>
          <a:prstGeom prst="ellipse">
            <a:avLst/>
          </a:prstGeom>
          <a:solidFill>
            <a:srgbClr val="1E3A8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6560820" y="31775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223760" y="3182112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체감 우선순위</a:t>
            </a: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7223759" y="3564346"/>
            <a:ext cx="377921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 err="1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매출인식</a:t>
            </a:r>
            <a:r>
              <a:rPr lang="en-US" sz="14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시점 등 사업부 체감상 혼란도가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높은 케이스를 매뉴얼 최상단에 우선 반영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502920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3A8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Top 5 </a:t>
            </a:r>
            <a:r>
              <a:rPr lang="en-US" sz="1200" b="1" dirty="0" err="1">
                <a:solidFill>
                  <a:srgbClr val="1E3A8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</a:t>
            </a:r>
            <a:r>
              <a:rPr lang="en-US" sz="1200" b="1" dirty="0">
                <a:solidFill>
                  <a:srgbClr val="1E3A8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b="1" dirty="0" err="1">
                <a:solidFill>
                  <a:srgbClr val="1E3A8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항목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5394960"/>
            <a:ext cx="2029968" cy="50292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/>
          <a:effectLst>
            <a:outerShdw blurRad="101600" dist="254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19" name="Text 17"/>
          <p:cNvSpPr/>
          <p:nvPr/>
        </p:nvSpPr>
        <p:spPr>
          <a:xfrm>
            <a:off x="640080" y="5394960"/>
            <a:ext cx="20299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ko-KR" altLang="en-US" sz="10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매출 구조</a:t>
            </a:r>
            <a:endParaRPr lang="en-US" altLang="ko-KR" sz="1050" dirty="0"/>
          </a:p>
        </p:txBody>
      </p:sp>
      <p:sp>
        <p:nvSpPr>
          <p:cNvPr id="20" name="Shape 18"/>
          <p:cNvSpPr/>
          <p:nvPr/>
        </p:nvSpPr>
        <p:spPr>
          <a:xfrm>
            <a:off x="2816352" y="5394960"/>
            <a:ext cx="2029968" cy="50292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/>
          <a:effectLst>
            <a:outerShdw blurRad="101600" dist="254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2816352" y="5394960"/>
            <a:ext cx="20299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매출 인식 시점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992624" y="5394960"/>
            <a:ext cx="2029968" cy="50292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/>
          <a:effectLst>
            <a:outerShdw blurRad="101600" dist="254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4992624" y="5394960"/>
            <a:ext cx="20299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altLang="ko-KR" sz="1050" b="1" dirty="0" err="1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계정</a:t>
            </a:r>
            <a:r>
              <a:rPr lang="en-US" altLang="ko-KR" sz="10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050" b="1" dirty="0" err="1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과목</a:t>
            </a:r>
            <a:r>
              <a:rPr lang="en-US" altLang="ko-KR" sz="10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0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구분</a:t>
            </a:r>
            <a:endParaRPr lang="en-US" altLang="ko-KR" sz="1050" dirty="0"/>
          </a:p>
        </p:txBody>
      </p:sp>
      <p:sp>
        <p:nvSpPr>
          <p:cNvPr id="24" name="Shape 22"/>
          <p:cNvSpPr/>
          <p:nvPr/>
        </p:nvSpPr>
        <p:spPr>
          <a:xfrm>
            <a:off x="7168896" y="5394960"/>
            <a:ext cx="2029968" cy="50292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/>
          <a:effectLst>
            <a:outerShdw blurRad="101600" dist="254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7168896" y="5394960"/>
            <a:ext cx="20299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ko-KR" altLang="en-US" sz="10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</a:rPr>
              <a:t>기본 회계 원칙</a:t>
            </a:r>
            <a:endParaRPr lang="en-US" altLang="ko-KR" sz="1050" dirty="0"/>
          </a:p>
        </p:txBody>
      </p:sp>
      <p:sp>
        <p:nvSpPr>
          <p:cNvPr id="26" name="Shape 24"/>
          <p:cNvSpPr/>
          <p:nvPr/>
        </p:nvSpPr>
        <p:spPr>
          <a:xfrm>
            <a:off x="9345168" y="5394960"/>
            <a:ext cx="2029968" cy="502920"/>
          </a:xfrm>
          <a:prstGeom prst="roundRect">
            <a:avLst>
              <a:gd name="adj" fmla="val 10909"/>
            </a:avLst>
          </a:prstGeom>
          <a:solidFill>
            <a:schemeClr val="bg1"/>
          </a:solidFill>
          <a:ln/>
          <a:effectLst>
            <a:outerShdw blurRad="101600" dist="254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9345168" y="5394960"/>
            <a:ext cx="20299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법인 간 귀속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" y="6355080"/>
            <a:ext cx="1091153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29"/>
          <p:cNvSpPr/>
          <p:nvPr/>
        </p:nvSpPr>
        <p:spPr>
          <a:xfrm>
            <a:off x="11002975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000" dirty="0"/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06507091-C4D6-95E9-7903-F8341B1FF37B}"/>
              </a:ext>
            </a:extLst>
          </p:cNvPr>
          <p:cNvGrpSpPr/>
          <p:nvPr/>
        </p:nvGrpSpPr>
        <p:grpSpPr>
          <a:xfrm>
            <a:off x="635924" y="6488089"/>
            <a:ext cx="1210069" cy="139927"/>
            <a:chOff x="3396462" y="5633787"/>
            <a:chExt cx="4502939" cy="520700"/>
          </a:xfrm>
        </p:grpSpPr>
        <p:pic>
          <p:nvPicPr>
            <p:cNvPr id="38" name="그림 37">
              <a:extLst>
                <a:ext uri="{FF2B5EF4-FFF2-40B4-BE49-F238E27FC236}">
                  <a16:creationId xmlns:a16="http://schemas.microsoft.com/office/drawing/2014/main" id="{0E47F2CE-6405-915D-2CDE-F04AE408CF6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396462" y="5633787"/>
              <a:ext cx="2152891" cy="520699"/>
            </a:xfrm>
            <a:prstGeom prst="rect">
              <a:avLst/>
            </a:prstGeom>
          </p:spPr>
        </p:pic>
        <p:pic>
          <p:nvPicPr>
            <p:cNvPr id="39" name="그림 38" descr="COWORKER">
              <a:extLst>
                <a:ext uri="{FF2B5EF4-FFF2-40B4-BE49-F238E27FC236}">
                  <a16:creationId xmlns:a16="http://schemas.microsoft.com/office/drawing/2014/main" id="{C908E3C0-45C4-F65B-5DED-1188306C14A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816601" y="5633787"/>
              <a:ext cx="2082800" cy="52070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Picture 1" descr="image.png">
            <a:extLst>
              <a:ext uri="{FF2B5EF4-FFF2-40B4-BE49-F238E27FC236}">
                <a16:creationId xmlns:a16="http://schemas.microsoft.com/office/drawing/2014/main" id="{F8C2FE43-70E0-3068-4EAB-9F82BEA69A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1E3A8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PROCESS · 설계 과정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351215" y="43891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설계 과정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40080" y="713232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8주간의 설계 과정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925197" y="3207556"/>
            <a:ext cx="10200004" cy="0"/>
          </a:xfrm>
          <a:prstGeom prst="line">
            <a:avLst/>
          </a:prstGeom>
          <a:noFill/>
          <a:ln w="254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854142" y="3106972"/>
            <a:ext cx="201168" cy="201168"/>
          </a:xfrm>
          <a:prstGeom prst="ellipse">
            <a:avLst/>
          </a:prstGeom>
          <a:solidFill>
            <a:srgbClr val="1E3A8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1214468" y="2521756"/>
            <a:ext cx="14805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3A8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W1 ~ W4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3436156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문제점 탐색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3847636"/>
            <a:ext cx="2651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반려 원인 및 계정과목 오류 사례 수집,</a:t>
            </a:r>
            <a:endParaRPr lang="en-US" sz="120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 방향성 정립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87719" y="3106972"/>
            <a:ext cx="201168" cy="201168"/>
          </a:xfrm>
          <a:prstGeom prst="ellipse">
            <a:avLst/>
          </a:prstGeom>
          <a:solidFill>
            <a:srgbClr val="1E3A8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3362423" y="2521756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3A8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W4 ~ W6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362423" y="3436156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매뉴얼 구조화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362423" y="3847636"/>
            <a:ext cx="2651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매출/사업부 유형별 구조 세분화,</a:t>
            </a:r>
            <a:endParaRPr lang="en-US" sz="120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ko-KR" altLang="en-US" sz="12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항목별 세부</a:t>
            </a:r>
            <a:r>
              <a:rPr lang="en-US" sz="1200" dirty="0" err="1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내용</a:t>
            </a:r>
            <a:r>
              <a:rPr lang="en-US" sz="12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작성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21296" y="3106972"/>
            <a:ext cx="201168" cy="201168"/>
          </a:xfrm>
          <a:prstGeom prst="ellipse">
            <a:avLst/>
          </a:prstGeom>
          <a:solidFill>
            <a:srgbClr val="1E3A8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6096000" y="2521756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3A8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W5 ~ W8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096000" y="3436156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웹앱 시스템 개발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096000" y="3847636"/>
            <a:ext cx="2651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HTML 초안 구현 및</a:t>
            </a:r>
            <a:endParaRPr lang="en-US" sz="120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Google Apps Script </a:t>
            </a:r>
            <a:r>
              <a:rPr lang="ko-KR" altLang="en-US" sz="12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연동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890863" y="3106972"/>
            <a:ext cx="201168" cy="201168"/>
          </a:xfrm>
          <a:prstGeom prst="ellipse">
            <a:avLst/>
          </a:prstGeom>
          <a:solidFill>
            <a:srgbClr val="1E3A8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9244889" y="2521756"/>
            <a:ext cx="14805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3A8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W7 ~ W8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698992" y="3436156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 및 final 배포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698992" y="3847636"/>
            <a:ext cx="2651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세무 파트 연동,</a:t>
            </a:r>
            <a:endParaRPr lang="en-US" sz="120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ko-KR" altLang="en-US" sz="12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</a:rPr>
              <a:t>발표 자료 작성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" y="6355080"/>
            <a:ext cx="1091153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2"/>
          <p:cNvSpPr/>
          <p:nvPr/>
        </p:nvSpPr>
        <p:spPr>
          <a:xfrm>
            <a:off x="11002975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000" dirty="0"/>
          </a:p>
        </p:txBody>
      </p: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749CE85C-D27C-B26A-6396-7221E9278ABB}"/>
              </a:ext>
            </a:extLst>
          </p:cNvPr>
          <p:cNvGrpSpPr/>
          <p:nvPr/>
        </p:nvGrpSpPr>
        <p:grpSpPr>
          <a:xfrm>
            <a:off x="635924" y="6488089"/>
            <a:ext cx="1210069" cy="139927"/>
            <a:chOff x="3396462" y="5633787"/>
            <a:chExt cx="4502939" cy="520700"/>
          </a:xfrm>
        </p:grpSpPr>
        <p:pic>
          <p:nvPicPr>
            <p:cNvPr id="28" name="그림 27">
              <a:extLst>
                <a:ext uri="{FF2B5EF4-FFF2-40B4-BE49-F238E27FC236}">
                  <a16:creationId xmlns:a16="http://schemas.microsoft.com/office/drawing/2014/main" id="{56EC2C4E-A9A7-0BFF-3760-927DDE28A68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396462" y="5633787"/>
              <a:ext cx="2152891" cy="520699"/>
            </a:xfrm>
            <a:prstGeom prst="rect">
              <a:avLst/>
            </a:prstGeom>
          </p:spPr>
        </p:pic>
        <p:pic>
          <p:nvPicPr>
            <p:cNvPr id="29" name="그림 28" descr="COWORKER">
              <a:extLst>
                <a:ext uri="{FF2B5EF4-FFF2-40B4-BE49-F238E27FC236}">
                  <a16:creationId xmlns:a16="http://schemas.microsoft.com/office/drawing/2014/main" id="{F386405E-0B0B-0D03-E24C-E475A75D7FD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816601" y="5633787"/>
              <a:ext cx="2082800" cy="52070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Picture 1" descr="image.png">
            <a:extLst>
              <a:ext uri="{FF2B5EF4-FFF2-40B4-BE49-F238E27FC236}">
                <a16:creationId xmlns:a16="http://schemas.microsoft.com/office/drawing/2014/main" id="{4F9E8D19-C25B-598F-3F80-C37A24BC96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1" name="Shape 6">
            <a:extLst>
              <a:ext uri="{FF2B5EF4-FFF2-40B4-BE49-F238E27FC236}">
                <a16:creationId xmlns:a16="http://schemas.microsoft.com/office/drawing/2014/main" id="{8CF18630-6727-A417-DAB3-08A0502440B6}"/>
              </a:ext>
            </a:extLst>
          </p:cNvPr>
          <p:cNvSpPr/>
          <p:nvPr/>
        </p:nvSpPr>
        <p:spPr>
          <a:xfrm>
            <a:off x="640080" y="1536192"/>
            <a:ext cx="10881360" cy="4439413"/>
          </a:xfrm>
          <a:prstGeom prst="rect">
            <a:avLst/>
          </a:prstGeom>
          <a:solidFill>
            <a:schemeClr val="bg1"/>
          </a:solidFill>
          <a:ln/>
          <a:effectLst>
            <a:outerShdw blurRad="101600" dist="254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" name="Text 0"/>
          <p:cNvSpPr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1E3A8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IMPROVEMENT · 개선 내용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351215" y="43891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As-Is → To-Be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40080" y="713232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방식과 Wiki 시스템 도입 후 개선 방식 비교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667255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구분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2651760" y="1667255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방식 (As-Is)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949440" y="1667255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3A8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개선 방식 (To-Be)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124455"/>
            <a:ext cx="10881360" cy="960120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ko-KR" altLang="en-US" sz="1200"/>
          </a:p>
        </p:txBody>
      </p:sp>
      <p:sp>
        <p:nvSpPr>
          <p:cNvPr id="9" name="Text 7"/>
          <p:cNvSpPr/>
          <p:nvPr/>
        </p:nvSpPr>
        <p:spPr>
          <a:xfrm>
            <a:off x="914400" y="2124455"/>
            <a:ext cx="17373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매뉴얼 접근성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651760" y="2124455"/>
            <a:ext cx="39319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파편화된 메일/메신저 문의에 의존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583680" y="2124455"/>
            <a:ext cx="365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3A8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949440" y="2124455"/>
            <a:ext cx="45720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표준화된 단일 웹 매뉴얼, URL 접속으로 즉시 확인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3084575"/>
            <a:ext cx="17373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거래구조 설명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651760" y="3084575"/>
            <a:ext cx="39319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단순화되어 세부 사업부별 특수성 미반영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83680" y="3084575"/>
            <a:ext cx="365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3A8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949440" y="3084575"/>
            <a:ext cx="45720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6개 매출유형별 거래구조 표준화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044695"/>
            <a:ext cx="10881360" cy="960120"/>
          </a:xfrm>
          <a:prstGeom prst="rect">
            <a:avLst/>
          </a:prstGeom>
          <a:solidFill>
            <a:srgbClr val="F1F5F9"/>
          </a:solidFill>
          <a:ln/>
        </p:spPr>
        <p:txBody>
          <a:bodyPr/>
          <a:lstStyle/>
          <a:p>
            <a:endParaRPr lang="ko-KR" altLang="en-US" sz="1200"/>
          </a:p>
        </p:txBody>
      </p:sp>
      <p:sp>
        <p:nvSpPr>
          <p:cNvPr id="18" name="Text 16"/>
          <p:cNvSpPr/>
          <p:nvPr/>
        </p:nvSpPr>
        <p:spPr>
          <a:xfrm>
            <a:off x="914400" y="4044695"/>
            <a:ext cx="17373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실무 보조 도구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651760" y="4044695"/>
            <a:ext cx="39319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담당자별 개인 판단으로 작성 오류 빈번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583680" y="4044695"/>
            <a:ext cx="365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3A8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949440" y="4044695"/>
            <a:ext cx="45720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계정과목 가이드 및 용어사전 통합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14400" y="5004815"/>
            <a:ext cx="17373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최신성 유지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651760" y="5004815"/>
            <a:ext cx="39319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지연된 개정 사항 공유 누락, 구버전 사용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583680" y="5004815"/>
            <a:ext cx="365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3A8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949440" y="5004815"/>
            <a:ext cx="45720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실시간 웹앱 기반으로 회계기준·세법 변경 시 즉시 반영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40080" y="6355080"/>
            <a:ext cx="1091153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6"/>
          <p:cNvSpPr/>
          <p:nvPr/>
        </p:nvSpPr>
        <p:spPr>
          <a:xfrm>
            <a:off x="11002975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1000" dirty="0"/>
          </a:p>
        </p:txBody>
      </p: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86F5C58E-D1B8-1CE1-B926-9CB1FE6C9090}"/>
              </a:ext>
            </a:extLst>
          </p:cNvPr>
          <p:cNvGrpSpPr/>
          <p:nvPr/>
        </p:nvGrpSpPr>
        <p:grpSpPr>
          <a:xfrm>
            <a:off x="635924" y="6488089"/>
            <a:ext cx="1210069" cy="139927"/>
            <a:chOff x="3396462" y="5633787"/>
            <a:chExt cx="4502939" cy="520700"/>
          </a:xfrm>
        </p:grpSpPr>
        <p:pic>
          <p:nvPicPr>
            <p:cNvPr id="32" name="그림 31">
              <a:extLst>
                <a:ext uri="{FF2B5EF4-FFF2-40B4-BE49-F238E27FC236}">
                  <a16:creationId xmlns:a16="http://schemas.microsoft.com/office/drawing/2014/main" id="{98F7334B-AE62-DA0B-C1BF-F586B37D3C1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396462" y="5633787"/>
              <a:ext cx="2152891" cy="520699"/>
            </a:xfrm>
            <a:prstGeom prst="rect">
              <a:avLst/>
            </a:prstGeom>
          </p:spPr>
        </p:pic>
        <p:pic>
          <p:nvPicPr>
            <p:cNvPr id="33" name="그림 32" descr="COWORKER">
              <a:extLst>
                <a:ext uri="{FF2B5EF4-FFF2-40B4-BE49-F238E27FC236}">
                  <a16:creationId xmlns:a16="http://schemas.microsoft.com/office/drawing/2014/main" id="{2A8C4082-6425-679C-BE1E-78D2B89164F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816601" y="5633787"/>
              <a:ext cx="2082800" cy="520700"/>
            </a:xfrm>
            <a:prstGeom prst="rect">
              <a:avLst/>
            </a:prstGeom>
          </p:spPr>
        </p:pic>
      </p:grp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1" descr="image.png">
            <a:extLst>
              <a:ext uri="{FF2B5EF4-FFF2-40B4-BE49-F238E27FC236}">
                <a16:creationId xmlns:a16="http://schemas.microsoft.com/office/drawing/2014/main" id="{EC46FC42-444D-6A29-842E-A64330AF15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/>
          <a:effectLst>
            <a:outerShdw blurRad="101600" dist="25400" dir="5400000" algn="bl" rotWithShape="0">
              <a:srgbClr val="1E293B">
                <a:alpha val="8000"/>
              </a:srgbClr>
            </a:outerShdw>
          </a:effectLst>
        </p:spPr>
      </p:pic>
      <p:sp>
        <p:nvSpPr>
          <p:cNvPr id="2" name="Text 0"/>
          <p:cNvSpPr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1E3A8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DEMO · 결과물 시연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351215" y="43891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웹앱 화면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40080" y="713232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결과물 시연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6675120" cy="4480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[ 실제 화면 스크린샷 삽입 영역 ]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589520" y="1828800"/>
            <a:ext cx="457200" cy="457200"/>
          </a:xfrm>
          <a:prstGeom prst="ellipse">
            <a:avLst/>
          </a:prstGeom>
          <a:solidFill>
            <a:srgbClr val="1E3A8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758952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183880" y="182880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웹 기반 접근성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183880" y="2148840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별도 프로그램 설치 없이 브라우저를 통해</a:t>
            </a:r>
            <a:endParaRPr lang="en-US" sz="14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사내 직원 누구나 즉시 접근 가능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589520" y="3337560"/>
            <a:ext cx="457200" cy="457200"/>
          </a:xfrm>
          <a:prstGeom prst="ellipse">
            <a:avLst/>
          </a:prstGeom>
          <a:solidFill>
            <a:srgbClr val="1E3A8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7589520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183880" y="333756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카테고리 내비게이션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183880" y="3657600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매출 유형별, 사업부별 가이드,</a:t>
            </a:r>
            <a:endParaRPr lang="en-US" sz="14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용어사전 탭 분류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589520" y="4846320"/>
            <a:ext cx="457200" cy="457200"/>
          </a:xfrm>
          <a:prstGeom prst="ellipse">
            <a:avLst/>
          </a:prstGeom>
          <a:solidFill>
            <a:srgbClr val="1E3A8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7589520" y="4846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183880" y="484632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직관적인 UI/UX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183880" y="5166360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검색 및 필터 기능을 통해</a:t>
            </a:r>
            <a:endParaRPr lang="en-US" sz="14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모르는 회계 기준을 10초 내 확인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" y="6355080"/>
            <a:ext cx="1091153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9"/>
          <p:cNvSpPr/>
          <p:nvPr/>
        </p:nvSpPr>
        <p:spPr>
          <a:xfrm>
            <a:off x="11002975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08</a:t>
            </a:r>
            <a:endParaRPr lang="en-US" sz="1000" dirty="0"/>
          </a:p>
        </p:txBody>
      </p:sp>
      <p:grpSp>
        <p:nvGrpSpPr>
          <p:cNvPr id="24" name="그룹 23">
            <a:extLst>
              <a:ext uri="{FF2B5EF4-FFF2-40B4-BE49-F238E27FC236}">
                <a16:creationId xmlns:a16="http://schemas.microsoft.com/office/drawing/2014/main" id="{138BB2D2-5F09-CF17-940D-4A14B01D6D2D}"/>
              </a:ext>
            </a:extLst>
          </p:cNvPr>
          <p:cNvGrpSpPr/>
          <p:nvPr/>
        </p:nvGrpSpPr>
        <p:grpSpPr>
          <a:xfrm>
            <a:off x="635924" y="6488089"/>
            <a:ext cx="1210069" cy="139927"/>
            <a:chOff x="3396462" y="5633787"/>
            <a:chExt cx="4502939" cy="520700"/>
          </a:xfrm>
        </p:grpSpPr>
        <p:pic>
          <p:nvPicPr>
            <p:cNvPr id="25" name="그림 24">
              <a:extLst>
                <a:ext uri="{FF2B5EF4-FFF2-40B4-BE49-F238E27FC236}">
                  <a16:creationId xmlns:a16="http://schemas.microsoft.com/office/drawing/2014/main" id="{44576942-B6BC-B3F8-85FB-4EB6F6D2F94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396462" y="5633787"/>
              <a:ext cx="2152891" cy="520699"/>
            </a:xfrm>
            <a:prstGeom prst="rect">
              <a:avLst/>
            </a:prstGeom>
          </p:spPr>
        </p:pic>
        <p:pic>
          <p:nvPicPr>
            <p:cNvPr id="26" name="그림 25" descr="COWORKER">
              <a:extLst>
                <a:ext uri="{FF2B5EF4-FFF2-40B4-BE49-F238E27FC236}">
                  <a16:creationId xmlns:a16="http://schemas.microsoft.com/office/drawing/2014/main" id="{5E6A62E3-A00F-C745-F375-2B28BB937A4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816601" y="5633787"/>
              <a:ext cx="2082800" cy="520700"/>
            </a:xfrm>
            <a:prstGeom prst="rect">
              <a:avLst/>
            </a:prstGeom>
          </p:spPr>
        </p:pic>
      </p:grpSp>
      <p:pic>
        <p:nvPicPr>
          <p:cNvPr id="28" name="그림 27">
            <a:extLst>
              <a:ext uri="{FF2B5EF4-FFF2-40B4-BE49-F238E27FC236}">
                <a16:creationId xmlns:a16="http://schemas.microsoft.com/office/drawing/2014/main" id="{A7EBD4D9-ED40-2FE4-2634-37DB3E28A633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r="5525"/>
          <a:stretch>
            <a:fillRect/>
          </a:stretch>
        </p:blipFill>
        <p:spPr>
          <a:xfrm>
            <a:off x="727688" y="1822769"/>
            <a:ext cx="6482738" cy="4329214"/>
          </a:xfrm>
          <a:prstGeom prst="rect">
            <a:avLst/>
          </a:prstGeom>
        </p:spPr>
      </p:pic>
      <p:pic>
        <p:nvPicPr>
          <p:cNvPr id="32" name="Picture 2" descr="image.png">
            <a:extLst>
              <a:ext uri="{FF2B5EF4-FFF2-40B4-BE49-F238E27FC236}">
                <a16:creationId xmlns:a16="http://schemas.microsoft.com/office/drawing/2014/main" id="{033CF2B1-B7B7-4EB7-EAF2-AABCF3E69CE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1500" y="1675447"/>
            <a:ext cx="6812280" cy="4589834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IMPACT 1 · 정량 성과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351215" y="43891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Before → After 비교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40080" y="713232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정량</a:t>
            </a:r>
            <a:r>
              <a:rPr lang="en-US" sz="2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성과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3474720" cy="3017520"/>
          </a:xfrm>
          <a:prstGeom prst="roundRect">
            <a:avLst>
              <a:gd name="adj" fmla="val 2424"/>
            </a:avLst>
          </a:prstGeom>
          <a:solidFill>
            <a:srgbClr val="1E29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640080" y="2148840"/>
            <a:ext cx="3474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30%↓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640080" y="3154680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결재 반려건 감소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3657600"/>
            <a:ext cx="29260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회계기준 판단 오류 사전 예방으로</a:t>
            </a:r>
            <a:endParaRPr lang="en-US" sz="140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반려 및 수정 재처리 절감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43400" y="1874520"/>
            <a:ext cx="3474720" cy="3017520"/>
          </a:xfrm>
          <a:prstGeom prst="roundRect">
            <a:avLst>
              <a:gd name="adj" fmla="val 2424"/>
            </a:avLst>
          </a:prstGeom>
          <a:solidFill>
            <a:srgbClr val="1E29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4343400" y="2148840"/>
            <a:ext cx="3474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30%↓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4343400" y="3154680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문의 감소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617720" y="3657600"/>
            <a:ext cx="29260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반복 질의응답 최소화로</a:t>
            </a:r>
            <a:endParaRPr lang="en-US" sz="140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회계팀 업무 집중도 향상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46720" y="1874520"/>
            <a:ext cx="3474720" cy="3017520"/>
          </a:xfrm>
          <a:prstGeom prst="roundRect">
            <a:avLst>
              <a:gd name="adj" fmla="val 2424"/>
            </a:avLst>
          </a:prstGeom>
          <a:solidFill>
            <a:srgbClr val="1E29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8046720" y="2148840"/>
            <a:ext cx="3474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40h/연</a:t>
            </a:r>
            <a:endParaRPr lang="en-US" sz="4600" dirty="0"/>
          </a:p>
        </p:txBody>
      </p:sp>
      <p:sp>
        <p:nvSpPr>
          <p:cNvPr id="15" name="Text 13"/>
          <p:cNvSpPr/>
          <p:nvPr/>
        </p:nvSpPr>
        <p:spPr>
          <a:xfrm>
            <a:off x="8046720" y="3154680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업무 시간 절감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321040" y="3657600"/>
            <a:ext cx="29260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문의 1건당 10분, 월 20건 기준</a:t>
            </a:r>
            <a:endParaRPr lang="en-US" sz="1400" dirty="0"/>
          </a:p>
          <a:p>
            <a:pPr marL="0" indent="0" algn="ctr">
              <a:lnSpc>
                <a:spcPct val="135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연간 40시간 소모 절감 효과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" y="512064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914400" y="5120640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매뉴얼 배포 전 실측 데이터(반려 150건, 문의 500명 대 8명 구조) 기준 — 분기별 재집계로 달성 여부 추적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" y="6355080"/>
            <a:ext cx="10911535" cy="0"/>
          </a:xfrm>
          <a:prstGeom prst="line">
            <a:avLst/>
          </a:prstGeom>
          <a:noFill/>
          <a:ln w="9525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0"/>
          <p:cNvSpPr/>
          <p:nvPr/>
        </p:nvSpPr>
        <p:spPr>
          <a:xfrm>
            <a:off x="11002975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09</a:t>
            </a:r>
            <a:endParaRPr lang="en-US" sz="1000" dirty="0"/>
          </a:p>
        </p:txBody>
      </p:sp>
      <p:grpSp>
        <p:nvGrpSpPr>
          <p:cNvPr id="26" name="그룹 25">
            <a:extLst>
              <a:ext uri="{FF2B5EF4-FFF2-40B4-BE49-F238E27FC236}">
                <a16:creationId xmlns:a16="http://schemas.microsoft.com/office/drawing/2014/main" id="{06CB91ED-284A-1817-C79C-151544BA1873}"/>
              </a:ext>
            </a:extLst>
          </p:cNvPr>
          <p:cNvGrpSpPr/>
          <p:nvPr/>
        </p:nvGrpSpPr>
        <p:grpSpPr>
          <a:xfrm>
            <a:off x="635924" y="6488089"/>
            <a:ext cx="1210069" cy="139927"/>
            <a:chOff x="3396462" y="5633787"/>
            <a:chExt cx="4502939" cy="520700"/>
          </a:xfrm>
        </p:grpSpPr>
        <p:pic>
          <p:nvPicPr>
            <p:cNvPr id="27" name="그림 26">
              <a:extLst>
                <a:ext uri="{FF2B5EF4-FFF2-40B4-BE49-F238E27FC236}">
                  <a16:creationId xmlns:a16="http://schemas.microsoft.com/office/drawing/2014/main" id="{305D1059-6938-7A21-FCEC-B47E6293590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396462" y="5633787"/>
              <a:ext cx="2152891" cy="520699"/>
            </a:xfrm>
            <a:prstGeom prst="rect">
              <a:avLst/>
            </a:prstGeom>
          </p:spPr>
        </p:pic>
        <p:pic>
          <p:nvPicPr>
            <p:cNvPr id="28" name="그림 27" descr="COWORKER">
              <a:extLst>
                <a:ext uri="{FF2B5EF4-FFF2-40B4-BE49-F238E27FC236}">
                  <a16:creationId xmlns:a16="http://schemas.microsoft.com/office/drawing/2014/main" id="{A74D011E-55CE-ABAA-BBC6-3247F0EA0B2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816601" y="5633787"/>
              <a:ext cx="2082800" cy="52070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IMPACT 2 · 정성적 변화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351215" y="43891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숫자 이면의 변화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40080" y="713232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정성적</a:t>
            </a:r>
            <a:r>
              <a:rPr lang="en-US" sz="2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변화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3474720" cy="3566160"/>
          </a:xfrm>
          <a:prstGeom prst="roundRect">
            <a:avLst>
              <a:gd name="adj" fmla="val 2105"/>
            </a:avLst>
          </a:prstGeom>
          <a:solidFill>
            <a:srgbClr val="1E29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2057400" y="2194560"/>
            <a:ext cx="640080" cy="64008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2057400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68680" y="306324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사업부 자립적 판단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3604913"/>
            <a:ext cx="2926080" cy="1261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회계팀을 거치지 않고도</a:t>
            </a:r>
            <a:endParaRPr lang="en-US" sz="14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사업부 </a:t>
            </a:r>
            <a:r>
              <a:rPr lang="en-US" sz="14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스스로</a:t>
            </a:r>
            <a:r>
              <a:rPr lang="en-US" sz="1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판단</a:t>
            </a:r>
            <a:r>
              <a:rPr lang="en-US" sz="1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가능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43400" y="1874520"/>
            <a:ext cx="3474720" cy="3566160"/>
          </a:xfrm>
          <a:prstGeom prst="roundRect">
            <a:avLst>
              <a:gd name="adj" fmla="val 2105"/>
            </a:avLst>
          </a:prstGeom>
          <a:solidFill>
            <a:srgbClr val="1E29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5760720" y="2194560"/>
            <a:ext cx="640080" cy="64008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5760720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572000" y="306324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의사결정 속도 향상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17720" y="3604913"/>
            <a:ext cx="2926080" cy="1261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회계팀 확인 대기시간이 사라지며</a:t>
            </a:r>
            <a:endParaRPr lang="en-US" sz="14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현업 의사결정 사이클 단축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046720" y="1874520"/>
            <a:ext cx="3474720" cy="3566160"/>
          </a:xfrm>
          <a:prstGeom prst="roundRect">
            <a:avLst>
              <a:gd name="adj" fmla="val 2105"/>
            </a:avLst>
          </a:prstGeom>
          <a:solidFill>
            <a:srgbClr val="1E29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9464040" y="2194560"/>
            <a:ext cx="640080" cy="640080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9464040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275320" y="306324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외부 대응력 강화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321040" y="3604913"/>
            <a:ext cx="2926080" cy="12618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40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외부 미팅에서 사업부가 직접</a:t>
            </a:r>
            <a:endParaRPr lang="en-US" sz="1400" dirty="0"/>
          </a:p>
          <a:p>
            <a:pPr marL="0" indent="0" algn="ctr">
              <a:lnSpc>
                <a:spcPct val="140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계약·매출 구조를 설명 가능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" y="55778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회계팀 의존도를 낮추는 게 아니라, 사업부의 판단 역량 자체를 높이는 작업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6355080"/>
            <a:ext cx="10911535" cy="0"/>
          </a:xfrm>
          <a:prstGeom prst="line">
            <a:avLst/>
          </a:prstGeom>
          <a:noFill/>
          <a:ln w="9525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2"/>
          <p:cNvSpPr/>
          <p:nvPr/>
        </p:nvSpPr>
        <p:spPr>
          <a:xfrm>
            <a:off x="11002975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</a:t>
            </a:r>
            <a:endParaRPr lang="en-US" sz="1000" dirty="0"/>
          </a:p>
        </p:txBody>
      </p: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DB69D6E2-6757-6CF8-A470-758C466F9F1B}"/>
              </a:ext>
            </a:extLst>
          </p:cNvPr>
          <p:cNvGrpSpPr/>
          <p:nvPr/>
        </p:nvGrpSpPr>
        <p:grpSpPr>
          <a:xfrm>
            <a:off x="635924" y="6488089"/>
            <a:ext cx="1210069" cy="139927"/>
            <a:chOff x="3396462" y="5633787"/>
            <a:chExt cx="4502939" cy="520700"/>
          </a:xfrm>
        </p:grpSpPr>
        <p:pic>
          <p:nvPicPr>
            <p:cNvPr id="28" name="그림 27">
              <a:extLst>
                <a:ext uri="{FF2B5EF4-FFF2-40B4-BE49-F238E27FC236}">
                  <a16:creationId xmlns:a16="http://schemas.microsoft.com/office/drawing/2014/main" id="{A9EABF1A-3D2C-C92D-ED70-DCA7B20A416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396462" y="5633787"/>
              <a:ext cx="2152891" cy="520699"/>
            </a:xfrm>
            <a:prstGeom prst="rect">
              <a:avLst/>
            </a:prstGeom>
          </p:spPr>
        </p:pic>
        <p:pic>
          <p:nvPicPr>
            <p:cNvPr id="29" name="그림 28" descr="COWORKER">
              <a:extLst>
                <a:ext uri="{FF2B5EF4-FFF2-40B4-BE49-F238E27FC236}">
                  <a16:creationId xmlns:a16="http://schemas.microsoft.com/office/drawing/2014/main" id="{F85B4743-05D9-B2B6-93B7-7BB8B1F7B23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816601" y="5633787"/>
              <a:ext cx="2082800" cy="52070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IMPACT 3 · 조직 리스크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351215" y="43891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인수인계 리스크 완화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40080" y="713232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조직</a:t>
            </a:r>
            <a:r>
              <a:rPr lang="en-US" sz="2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리스크 완화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914400" y="1783080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담당자가 바뀌어도, 판단 기준은 남는다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40080" y="2971800"/>
            <a:ext cx="5257800" cy="2651760"/>
          </a:xfrm>
          <a:prstGeom prst="roundRect">
            <a:avLst>
              <a:gd name="adj" fmla="val 2759"/>
            </a:avLst>
          </a:prstGeom>
          <a:solidFill>
            <a:srgbClr val="1E293B"/>
          </a:solidFill>
          <a:ln w="12700">
            <a:solidFill>
              <a:srgbClr val="7F1D1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914400" y="320040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매뉴얼 부재 시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3657600"/>
            <a:ext cx="46634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• 조직개편·인사이동 시 업무공백 발생</a:t>
            </a:r>
            <a:endParaRPr lang="en-US" sz="1400" dirty="0"/>
          </a:p>
          <a:p>
            <a:pPr marL="0" indent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• 담당자 개인 지식에 의존한 전표 처리</a:t>
            </a:r>
            <a:endParaRPr lang="en-US" sz="1400" dirty="0"/>
          </a:p>
          <a:p>
            <a:pPr marL="0" indent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• 인수인계 과정에서 판단 기준 유실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63640" y="2971800"/>
            <a:ext cx="5257800" cy="2651760"/>
          </a:xfrm>
          <a:prstGeom prst="roundRect">
            <a:avLst>
              <a:gd name="adj" fmla="val 2759"/>
            </a:avLst>
          </a:prstGeom>
          <a:solidFill>
            <a:srgbClr val="1E293B"/>
          </a:solidFill>
          <a:ln w="1270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6537960" y="320040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매뉴얼 존재 시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37960" y="3657600"/>
            <a:ext cx="46634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• 담당자가 바뀌어도 판단 기준은 문서로 유지</a:t>
            </a:r>
            <a:endParaRPr lang="en-US" sz="1400" dirty="0"/>
          </a:p>
          <a:p>
            <a:pPr marL="0" indent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• 사람 의존 지식을 시스템으로 이전</a:t>
            </a:r>
            <a:endParaRPr lang="en-US" sz="1400" dirty="0"/>
          </a:p>
          <a:p>
            <a:pPr marL="0" indent="0">
              <a:lnSpc>
                <a:spcPct val="160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• 인수인계 리스크 및 전표공백 최소화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6355080"/>
            <a:ext cx="10911535" cy="0"/>
          </a:xfrm>
          <a:prstGeom prst="line">
            <a:avLst/>
          </a:prstGeom>
          <a:noFill/>
          <a:ln w="9525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4"/>
          <p:cNvSpPr/>
          <p:nvPr/>
        </p:nvSpPr>
        <p:spPr>
          <a:xfrm>
            <a:off x="11002975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</a:t>
            </a:r>
            <a:endParaRPr lang="en-US" sz="1000" dirty="0"/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32CD8B19-69FC-4B17-455D-24B635BD7C07}"/>
              </a:ext>
            </a:extLst>
          </p:cNvPr>
          <p:cNvGrpSpPr/>
          <p:nvPr/>
        </p:nvGrpSpPr>
        <p:grpSpPr>
          <a:xfrm>
            <a:off x="635924" y="6488089"/>
            <a:ext cx="1210069" cy="139927"/>
            <a:chOff x="3396462" y="5633787"/>
            <a:chExt cx="4502939" cy="520700"/>
          </a:xfrm>
        </p:grpSpPr>
        <p:pic>
          <p:nvPicPr>
            <p:cNvPr id="20" name="그림 19">
              <a:extLst>
                <a:ext uri="{FF2B5EF4-FFF2-40B4-BE49-F238E27FC236}">
                  <a16:creationId xmlns:a16="http://schemas.microsoft.com/office/drawing/2014/main" id="{EF4AE326-8A0D-412D-E340-3286508351A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396462" y="5633787"/>
              <a:ext cx="2152891" cy="520699"/>
            </a:xfrm>
            <a:prstGeom prst="rect">
              <a:avLst/>
            </a:prstGeom>
          </p:spPr>
        </p:pic>
        <p:pic>
          <p:nvPicPr>
            <p:cNvPr id="21" name="그림 20" descr="COWORKER">
              <a:extLst>
                <a:ext uri="{FF2B5EF4-FFF2-40B4-BE49-F238E27FC236}">
                  <a16:creationId xmlns:a16="http://schemas.microsoft.com/office/drawing/2014/main" id="{55E3CB72-3F6C-7414-72C8-76150CCC173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816601" y="5633787"/>
              <a:ext cx="2082800" cy="52070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MESSAGE · 클로징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1371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000" b="1" dirty="0">
                <a:solidFill>
                  <a:srgbClr val="1E3A8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“</a:t>
            </a:r>
            <a:endParaRPr lang="en-US" sz="7000" dirty="0"/>
          </a:p>
        </p:txBody>
      </p:sp>
      <p:sp>
        <p:nvSpPr>
          <p:cNvPr id="4" name="Text 2"/>
          <p:cNvSpPr/>
          <p:nvPr/>
        </p:nvSpPr>
        <p:spPr>
          <a:xfrm>
            <a:off x="822960" y="2148840"/>
            <a:ext cx="10515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문의 대응 매뉴얼이 아니라,</a:t>
            </a:r>
            <a:endParaRPr lang="en-US" sz="3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사업부의 회계 리터러시를 높이는 작업입니다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22960" y="4343400"/>
            <a:ext cx="3383280" cy="1188720"/>
          </a:xfrm>
          <a:prstGeom prst="roundRect">
            <a:avLst>
              <a:gd name="adj" fmla="val 6154"/>
            </a:avLst>
          </a:prstGeom>
          <a:solidFill>
            <a:srgbClr val="1E29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1097280" y="448056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정량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97280" y="48463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반려·문의 30%↓, 연 40h 절감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480560" y="4343400"/>
            <a:ext cx="3383280" cy="1188720"/>
          </a:xfrm>
          <a:prstGeom prst="roundRect">
            <a:avLst>
              <a:gd name="adj" fmla="val 6154"/>
            </a:avLst>
          </a:prstGeom>
          <a:solidFill>
            <a:srgbClr val="1E29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4754880" y="448056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정성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754880" y="48463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사업부 자립 판단 → 의사결정 속도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138160" y="4343400"/>
            <a:ext cx="3383280" cy="1188720"/>
          </a:xfrm>
          <a:prstGeom prst="roundRect">
            <a:avLst>
              <a:gd name="adj" fmla="val 6154"/>
            </a:avLst>
          </a:prstGeom>
          <a:solidFill>
            <a:srgbClr val="1E29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8412480" y="448056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조직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412480" y="48463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인수인계 리스크 완화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6355080"/>
            <a:ext cx="10911535" cy="0"/>
          </a:xfrm>
          <a:prstGeom prst="line">
            <a:avLst/>
          </a:prstGeom>
          <a:noFill/>
          <a:ln w="9525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5"/>
          <p:cNvSpPr/>
          <p:nvPr/>
        </p:nvSpPr>
        <p:spPr>
          <a:xfrm>
            <a:off x="11002975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</a:t>
            </a:r>
            <a:endParaRPr lang="en-US" sz="1000" dirty="0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35A75B5-497E-2F99-38D1-CC8BD9975F5E}"/>
              </a:ext>
            </a:extLst>
          </p:cNvPr>
          <p:cNvGrpSpPr/>
          <p:nvPr/>
        </p:nvGrpSpPr>
        <p:grpSpPr>
          <a:xfrm>
            <a:off x="635924" y="6488089"/>
            <a:ext cx="1210069" cy="139927"/>
            <a:chOff x="3396462" y="5633787"/>
            <a:chExt cx="4502939" cy="520700"/>
          </a:xfrm>
        </p:grpSpPr>
        <p:pic>
          <p:nvPicPr>
            <p:cNvPr id="21" name="그림 20">
              <a:extLst>
                <a:ext uri="{FF2B5EF4-FFF2-40B4-BE49-F238E27FC236}">
                  <a16:creationId xmlns:a16="http://schemas.microsoft.com/office/drawing/2014/main" id="{0623A3C0-C436-D998-E6CF-92D12718686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396462" y="5633787"/>
              <a:ext cx="2152891" cy="520699"/>
            </a:xfrm>
            <a:prstGeom prst="rect">
              <a:avLst/>
            </a:prstGeom>
          </p:spPr>
        </p:pic>
        <p:pic>
          <p:nvPicPr>
            <p:cNvPr id="22" name="그림 21" descr="COWORKER">
              <a:extLst>
                <a:ext uri="{FF2B5EF4-FFF2-40B4-BE49-F238E27FC236}">
                  <a16:creationId xmlns:a16="http://schemas.microsoft.com/office/drawing/2014/main" id="{90DAE34F-7FCA-22B4-8467-E1576D376B0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816601" y="5633787"/>
              <a:ext cx="2082800" cy="52070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1" descr="image.png">
            <a:extLst>
              <a:ext uri="{FF2B5EF4-FFF2-40B4-BE49-F238E27FC236}">
                <a16:creationId xmlns:a16="http://schemas.microsoft.com/office/drawing/2014/main" id="{CAE8A6E8-993B-AE67-1A36-ABB0A7346C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1E3A8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NEXT STEP · 후속 계획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351215" y="43891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후속 필요 사항 및 향후 계획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40080" y="713232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후속 필요 사항 및 향후 계획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5257800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/>
          <a:effectLst>
            <a:outerShdw blurRad="101600" dist="254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960120" y="2103120"/>
            <a:ext cx="457200" cy="457200"/>
          </a:xfrm>
          <a:prstGeom prst="ellipse">
            <a:avLst/>
          </a:prstGeom>
          <a:solidFill>
            <a:srgbClr val="1E3A8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96012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554480" y="2057400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세무</a:t>
            </a:r>
            <a:r>
              <a:rPr lang="en-US" sz="160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파트 최종 결합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554480" y="2514600"/>
            <a:ext cx="33756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세무 매뉴얼 연동 완료 및 링크 통합 테스트 수행</a:t>
            </a: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(8월 말 배포 목표)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72200" y="1783080"/>
            <a:ext cx="5257800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/>
          <a:effectLst>
            <a:outerShdw blurRad="101600" dist="254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6492240" y="2103120"/>
            <a:ext cx="457200" cy="457200"/>
          </a:xfrm>
          <a:prstGeom prst="ellipse">
            <a:avLst/>
          </a:prstGeom>
          <a:solidFill>
            <a:srgbClr val="1E3A8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649224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086600" y="2057400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전사</a:t>
            </a:r>
            <a:r>
              <a:rPr lang="en-US" sz="160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안내 및 교육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086600" y="2514600"/>
            <a:ext cx="33756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사업부 대상 회계 Wiki 활용 가이드 공유 및</a:t>
            </a: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신규 입사자 온보딩 필수 모듈로 등록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4069080"/>
            <a:ext cx="5257800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/>
          <a:effectLst>
            <a:outerShdw blurRad="101600" dist="254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960120" y="4389120"/>
            <a:ext cx="457200" cy="457200"/>
          </a:xfrm>
          <a:prstGeom prst="ellipse">
            <a:avLst/>
          </a:prstGeom>
          <a:solidFill>
            <a:srgbClr val="1E3A8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960120" y="4389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554480" y="4343400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피드백</a:t>
            </a:r>
            <a:r>
              <a:rPr lang="en-US" sz="160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기반 업데이트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554480" y="4800600"/>
            <a:ext cx="33756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현업 FAQ 채널을 신설하여</a:t>
            </a:r>
            <a:endParaRPr lang="en-US" sz="12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자주 묻는 질문을 Wiki 매뉴얼에 지속 반영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172200" y="4069080"/>
            <a:ext cx="5257800" cy="2057400"/>
          </a:xfrm>
          <a:prstGeom prst="roundRect">
            <a:avLst>
              <a:gd name="adj" fmla="val 3556"/>
            </a:avLst>
          </a:prstGeom>
          <a:solidFill>
            <a:schemeClr val="bg1"/>
          </a:solidFill>
          <a:ln/>
          <a:effectLst>
            <a:outerShdw blurRad="101600" dist="254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6492240" y="4389120"/>
            <a:ext cx="457200" cy="457200"/>
          </a:xfrm>
          <a:prstGeom prst="ellipse">
            <a:avLst/>
          </a:prstGeom>
          <a:solidFill>
            <a:srgbClr val="1E3A8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6492240" y="4389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086600" y="4343400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주기적</a:t>
            </a:r>
            <a:r>
              <a:rPr lang="en-US" sz="160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최신화 프로세스 정립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086600" y="4800600"/>
            <a:ext cx="33756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회계기준·세법 </a:t>
            </a:r>
            <a:r>
              <a:rPr lang="en-US" sz="1200" dirty="0" err="1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변경사항을</a:t>
            </a:r>
            <a:r>
              <a:rPr lang="en-US" sz="12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정기적으로</a:t>
            </a:r>
            <a:r>
              <a:rPr lang="en-US" sz="1200" dirty="0"/>
              <a:t> </a:t>
            </a:r>
            <a:r>
              <a:rPr lang="en-US" sz="1200" dirty="0" err="1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반영하는</a:t>
            </a:r>
            <a:r>
              <a:rPr lang="en-US" sz="12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br>
              <a:rPr lang="en-US" sz="12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</a:br>
            <a:r>
              <a:rPr lang="en-US" sz="1200" dirty="0" err="1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업데이트</a:t>
            </a:r>
            <a:r>
              <a:rPr lang="en-US" sz="12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주기 수립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0080" y="6355080"/>
            <a:ext cx="1091153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5"/>
          <p:cNvSpPr/>
          <p:nvPr/>
        </p:nvSpPr>
        <p:spPr>
          <a:xfrm>
            <a:off x="11002975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13</a:t>
            </a:r>
            <a:endParaRPr lang="en-US" sz="1000" dirty="0"/>
          </a:p>
        </p:txBody>
      </p: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32FFFA01-B431-F1FB-C052-2B8D59847093}"/>
              </a:ext>
            </a:extLst>
          </p:cNvPr>
          <p:cNvGrpSpPr/>
          <p:nvPr/>
        </p:nvGrpSpPr>
        <p:grpSpPr>
          <a:xfrm>
            <a:off x="635924" y="6488089"/>
            <a:ext cx="1210069" cy="139927"/>
            <a:chOff x="3396462" y="5633787"/>
            <a:chExt cx="4502939" cy="520700"/>
          </a:xfrm>
        </p:grpSpPr>
        <p:pic>
          <p:nvPicPr>
            <p:cNvPr id="31" name="그림 30">
              <a:extLst>
                <a:ext uri="{FF2B5EF4-FFF2-40B4-BE49-F238E27FC236}">
                  <a16:creationId xmlns:a16="http://schemas.microsoft.com/office/drawing/2014/main" id="{8BCC00A6-E9F4-FB7F-A73C-7FF121D1BF4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396462" y="5633787"/>
              <a:ext cx="2152891" cy="520699"/>
            </a:xfrm>
            <a:prstGeom prst="rect">
              <a:avLst/>
            </a:prstGeom>
          </p:spPr>
        </p:pic>
        <p:pic>
          <p:nvPicPr>
            <p:cNvPr id="32" name="그림 31" descr="COWORKER">
              <a:extLst>
                <a:ext uri="{FF2B5EF4-FFF2-40B4-BE49-F238E27FC236}">
                  <a16:creationId xmlns:a16="http://schemas.microsoft.com/office/drawing/2014/main" id="{71779463-D4BE-ECD9-60B7-EC823268B0D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816601" y="5633787"/>
              <a:ext cx="2082800" cy="52070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BDD526-2B08-AFE4-6E0F-7E05E597E6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Picture 1" descr="image.png">
            <a:extLst>
              <a:ext uri="{FF2B5EF4-FFF2-40B4-BE49-F238E27FC236}">
                <a16:creationId xmlns:a16="http://schemas.microsoft.com/office/drawing/2014/main" id="{C94436D1-97E9-62D5-33C2-7115B0966A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ext 0">
            <a:extLst>
              <a:ext uri="{FF2B5EF4-FFF2-40B4-BE49-F238E27FC236}">
                <a16:creationId xmlns:a16="http://schemas.microsoft.com/office/drawing/2014/main" id="{329C8DFB-0CA7-103B-0174-6E2A23B5B938}"/>
              </a:ext>
            </a:extLst>
          </p:cNvPr>
          <p:cNvSpPr/>
          <p:nvPr/>
        </p:nvSpPr>
        <p:spPr>
          <a:xfrm>
            <a:off x="640080" y="384048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1E3A8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LESSON · 배운 점</a:t>
            </a:r>
            <a:endParaRPr lang="en-US" sz="1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80F81658-A421-9E9E-F35D-8FB9123B6AC8}"/>
              </a:ext>
            </a:extLst>
          </p:cNvPr>
          <p:cNvSpPr/>
          <p:nvPr/>
        </p:nvSpPr>
        <p:spPr>
          <a:xfrm>
            <a:off x="8351215" y="438912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배운 점 / 느낀 점</a:t>
            </a:r>
            <a:endParaRPr lang="en-US" sz="105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CE23CAC-6F45-515A-529E-CB93C6029DB9}"/>
              </a:ext>
            </a:extLst>
          </p:cNvPr>
          <p:cNvSpPr/>
          <p:nvPr/>
        </p:nvSpPr>
        <p:spPr>
          <a:xfrm>
            <a:off x="640080" y="713232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배운 점 / 느낀 점</a:t>
            </a:r>
            <a:endParaRPr lang="en-US" sz="26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97CD2FAE-04AA-3CCF-5076-AC275F1ADBE3}"/>
              </a:ext>
            </a:extLst>
          </p:cNvPr>
          <p:cNvSpPr/>
          <p:nvPr/>
        </p:nvSpPr>
        <p:spPr>
          <a:xfrm>
            <a:off x="800100" y="1788072"/>
            <a:ext cx="10591800" cy="1272903"/>
          </a:xfrm>
          <a:prstGeom prst="roundRect">
            <a:avLst>
              <a:gd name="adj" fmla="val 2105"/>
            </a:avLst>
          </a:prstGeom>
          <a:solidFill>
            <a:schemeClr val="bg1"/>
          </a:solidFill>
          <a:ln/>
          <a:effectLst>
            <a:outerShdw blurRad="101600" dist="254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315A06DD-5120-166C-E9C5-0906FD4DF9A6}"/>
              </a:ext>
            </a:extLst>
          </p:cNvPr>
          <p:cNvSpPr/>
          <p:nvPr/>
        </p:nvSpPr>
        <p:spPr>
          <a:xfrm>
            <a:off x="1085216" y="2173063"/>
            <a:ext cx="502920" cy="502920"/>
          </a:xfrm>
          <a:prstGeom prst="ellipse">
            <a:avLst/>
          </a:prstGeom>
          <a:solidFill>
            <a:srgbClr val="1E3A8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44F3175A-A2DE-B232-6F29-08B56F7C4275}"/>
              </a:ext>
            </a:extLst>
          </p:cNvPr>
          <p:cNvSpPr/>
          <p:nvPr/>
        </p:nvSpPr>
        <p:spPr>
          <a:xfrm>
            <a:off x="1085216" y="2173063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CF805562-C990-C3E8-6AB6-2E2574EB5172}"/>
              </a:ext>
            </a:extLst>
          </p:cNvPr>
          <p:cNvSpPr/>
          <p:nvPr/>
        </p:nvSpPr>
        <p:spPr>
          <a:xfrm>
            <a:off x="1726159" y="1894752"/>
            <a:ext cx="2880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현업 관점의 커뮤니케이션</a:t>
            </a:r>
            <a:endParaRPr lang="en-US" sz="16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F547762D-B43F-2936-F765-6C0A5929BEE3}"/>
              </a:ext>
            </a:extLst>
          </p:cNvPr>
          <p:cNvSpPr/>
          <p:nvPr/>
        </p:nvSpPr>
        <p:spPr>
          <a:xfrm>
            <a:off x="1726159" y="2359572"/>
            <a:ext cx="861930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5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회계팀의 언어가 아닌 타 </a:t>
            </a:r>
            <a:r>
              <a:rPr lang="en-US" sz="1400" dirty="0" err="1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사업부</a:t>
            </a:r>
            <a:r>
              <a:rPr lang="en-US" sz="14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400" dirty="0" err="1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실무자가</a:t>
            </a:r>
            <a:r>
              <a:rPr lang="en-US" sz="1400" dirty="0"/>
              <a:t> </a:t>
            </a:r>
            <a:r>
              <a:rPr lang="en-US" sz="1400" dirty="0" err="1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이해하기</a:t>
            </a:r>
            <a:r>
              <a:rPr lang="en-US" sz="14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쉬운 언어로 기준을 재정의하는 법을 배웠습니다.</a:t>
            </a:r>
            <a:endParaRPr lang="en-US" sz="1400" dirty="0"/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50D819E4-A704-4AC4-477F-D1D1712EC6AB}"/>
              </a:ext>
            </a:extLst>
          </p:cNvPr>
          <p:cNvSpPr/>
          <p:nvPr/>
        </p:nvSpPr>
        <p:spPr>
          <a:xfrm>
            <a:off x="640080" y="6355080"/>
            <a:ext cx="1091153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0">
            <a:extLst>
              <a:ext uri="{FF2B5EF4-FFF2-40B4-BE49-F238E27FC236}">
                <a16:creationId xmlns:a16="http://schemas.microsoft.com/office/drawing/2014/main" id="{68F02EE6-7D08-9C82-F07D-1C9B4F090269}"/>
              </a:ext>
            </a:extLst>
          </p:cNvPr>
          <p:cNvSpPr/>
          <p:nvPr/>
        </p:nvSpPr>
        <p:spPr>
          <a:xfrm>
            <a:off x="11002975" y="6455664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14</a:t>
            </a:r>
            <a:endParaRPr lang="en-US" sz="1000" dirty="0"/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A84CD78E-4A12-4E3F-1F19-B2B039F0677D}"/>
              </a:ext>
            </a:extLst>
          </p:cNvPr>
          <p:cNvGrpSpPr/>
          <p:nvPr/>
        </p:nvGrpSpPr>
        <p:grpSpPr>
          <a:xfrm>
            <a:off x="635924" y="6488089"/>
            <a:ext cx="1210069" cy="139927"/>
            <a:chOff x="3396462" y="5633787"/>
            <a:chExt cx="4502939" cy="520700"/>
          </a:xfrm>
        </p:grpSpPr>
        <p:pic>
          <p:nvPicPr>
            <p:cNvPr id="26" name="그림 25">
              <a:extLst>
                <a:ext uri="{FF2B5EF4-FFF2-40B4-BE49-F238E27FC236}">
                  <a16:creationId xmlns:a16="http://schemas.microsoft.com/office/drawing/2014/main" id="{314A732C-7FE1-43A8-F95A-25FCDB807C7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396462" y="5633787"/>
              <a:ext cx="2152891" cy="520699"/>
            </a:xfrm>
            <a:prstGeom prst="rect">
              <a:avLst/>
            </a:prstGeom>
          </p:spPr>
        </p:pic>
        <p:pic>
          <p:nvPicPr>
            <p:cNvPr id="27" name="그림 26" descr="COWORKER">
              <a:extLst>
                <a:ext uri="{FF2B5EF4-FFF2-40B4-BE49-F238E27FC236}">
                  <a16:creationId xmlns:a16="http://schemas.microsoft.com/office/drawing/2014/main" id="{87B18F38-CA16-DA7E-4436-4D4AAEB83CE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816601" y="5633787"/>
              <a:ext cx="2082800" cy="520700"/>
            </a:xfrm>
            <a:prstGeom prst="rect">
              <a:avLst/>
            </a:prstGeom>
          </p:spPr>
        </p:pic>
      </p:grpSp>
      <p:sp>
        <p:nvSpPr>
          <p:cNvPr id="21" name="Shape 3">
            <a:extLst>
              <a:ext uri="{FF2B5EF4-FFF2-40B4-BE49-F238E27FC236}">
                <a16:creationId xmlns:a16="http://schemas.microsoft.com/office/drawing/2014/main" id="{5569F125-7E0D-9EF4-832F-E6BC6401AEE2}"/>
              </a:ext>
            </a:extLst>
          </p:cNvPr>
          <p:cNvSpPr/>
          <p:nvPr/>
        </p:nvSpPr>
        <p:spPr>
          <a:xfrm>
            <a:off x="800100" y="3239558"/>
            <a:ext cx="10591800" cy="1272903"/>
          </a:xfrm>
          <a:prstGeom prst="roundRect">
            <a:avLst>
              <a:gd name="adj" fmla="val 2105"/>
            </a:avLst>
          </a:prstGeom>
          <a:solidFill>
            <a:schemeClr val="bg1"/>
          </a:solidFill>
          <a:ln/>
          <a:effectLst>
            <a:outerShdw blurRad="101600" dist="254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4">
            <a:extLst>
              <a:ext uri="{FF2B5EF4-FFF2-40B4-BE49-F238E27FC236}">
                <a16:creationId xmlns:a16="http://schemas.microsoft.com/office/drawing/2014/main" id="{6EEBB966-83CE-6CA3-59CD-F0217245E5FD}"/>
              </a:ext>
            </a:extLst>
          </p:cNvPr>
          <p:cNvSpPr/>
          <p:nvPr/>
        </p:nvSpPr>
        <p:spPr>
          <a:xfrm>
            <a:off x="1085216" y="3624549"/>
            <a:ext cx="502920" cy="502920"/>
          </a:xfrm>
          <a:prstGeom prst="ellipse">
            <a:avLst/>
          </a:prstGeom>
          <a:solidFill>
            <a:srgbClr val="1E3A8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5">
            <a:extLst>
              <a:ext uri="{FF2B5EF4-FFF2-40B4-BE49-F238E27FC236}">
                <a16:creationId xmlns:a16="http://schemas.microsoft.com/office/drawing/2014/main" id="{ED1F9A7F-C33E-0325-CD66-8AE152AC86A7}"/>
              </a:ext>
            </a:extLst>
          </p:cNvPr>
          <p:cNvSpPr/>
          <p:nvPr/>
        </p:nvSpPr>
        <p:spPr>
          <a:xfrm>
            <a:off x="1085216" y="3624549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>2</a:t>
            </a:r>
            <a:endParaRPr lang="en-US" sz="1800" dirty="0"/>
          </a:p>
        </p:txBody>
      </p:sp>
      <p:sp>
        <p:nvSpPr>
          <p:cNvPr id="28" name="Text 6">
            <a:extLst>
              <a:ext uri="{FF2B5EF4-FFF2-40B4-BE49-F238E27FC236}">
                <a16:creationId xmlns:a16="http://schemas.microsoft.com/office/drawing/2014/main" id="{1078665E-4191-7CF0-9785-61279497639E}"/>
              </a:ext>
            </a:extLst>
          </p:cNvPr>
          <p:cNvSpPr/>
          <p:nvPr/>
        </p:nvSpPr>
        <p:spPr>
          <a:xfrm>
            <a:off x="1726159" y="3346238"/>
            <a:ext cx="2880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ko-KR" altLang="en-US" sz="160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시스템을 통한 문제 해결</a:t>
            </a:r>
            <a:endParaRPr lang="en-US" sz="1600" dirty="0"/>
          </a:p>
        </p:txBody>
      </p:sp>
      <p:sp>
        <p:nvSpPr>
          <p:cNvPr id="29" name="Text 7">
            <a:extLst>
              <a:ext uri="{FF2B5EF4-FFF2-40B4-BE49-F238E27FC236}">
                <a16:creationId xmlns:a16="http://schemas.microsoft.com/office/drawing/2014/main" id="{42BACF5F-9234-FA0C-4037-A8168554A2E1}"/>
              </a:ext>
            </a:extLst>
          </p:cNvPr>
          <p:cNvSpPr/>
          <p:nvPr/>
        </p:nvSpPr>
        <p:spPr>
          <a:xfrm>
            <a:off x="1726159" y="3811058"/>
            <a:ext cx="861930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5000"/>
              </a:lnSpc>
              <a:buNone/>
            </a:pPr>
            <a:r>
              <a:rPr lang="ko-KR" altLang="en-US" sz="14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일회성 안내에 그치지 않고 </a:t>
            </a:r>
            <a:r>
              <a:rPr lang="en-US" altLang="ko-KR" sz="14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Google Apps Script </a:t>
            </a:r>
            <a:r>
              <a:rPr lang="ko-KR" altLang="en-US" sz="14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기반의 지속 가능한 시스템 구축 가치를 체득했습니다</a:t>
            </a:r>
            <a:r>
              <a:rPr lang="en-US" altLang="ko-KR" sz="14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400" dirty="0"/>
          </a:p>
        </p:txBody>
      </p:sp>
      <p:sp>
        <p:nvSpPr>
          <p:cNvPr id="30" name="Shape 3">
            <a:extLst>
              <a:ext uri="{FF2B5EF4-FFF2-40B4-BE49-F238E27FC236}">
                <a16:creationId xmlns:a16="http://schemas.microsoft.com/office/drawing/2014/main" id="{89C345E5-2D7B-FC5E-D9BE-2F313B160C53}"/>
              </a:ext>
            </a:extLst>
          </p:cNvPr>
          <p:cNvSpPr/>
          <p:nvPr/>
        </p:nvSpPr>
        <p:spPr>
          <a:xfrm>
            <a:off x="800100" y="4687721"/>
            <a:ext cx="10591800" cy="1272903"/>
          </a:xfrm>
          <a:prstGeom prst="roundRect">
            <a:avLst>
              <a:gd name="adj" fmla="val 2105"/>
            </a:avLst>
          </a:prstGeom>
          <a:solidFill>
            <a:schemeClr val="bg1"/>
          </a:solidFill>
          <a:ln/>
          <a:effectLst>
            <a:outerShdw blurRad="101600" dist="25400" dir="5400000" algn="bl" rotWithShape="0">
              <a:srgbClr val="1E293B">
                <a:alpha val="8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4">
            <a:extLst>
              <a:ext uri="{FF2B5EF4-FFF2-40B4-BE49-F238E27FC236}">
                <a16:creationId xmlns:a16="http://schemas.microsoft.com/office/drawing/2014/main" id="{4109E5D3-EFE7-AA3E-C99E-14E090699605}"/>
              </a:ext>
            </a:extLst>
          </p:cNvPr>
          <p:cNvSpPr/>
          <p:nvPr/>
        </p:nvSpPr>
        <p:spPr>
          <a:xfrm>
            <a:off x="1085216" y="5072712"/>
            <a:ext cx="502920" cy="502920"/>
          </a:xfrm>
          <a:prstGeom prst="ellipse">
            <a:avLst/>
          </a:prstGeom>
          <a:solidFill>
            <a:srgbClr val="1E3A8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Text 5">
            <a:extLst>
              <a:ext uri="{FF2B5EF4-FFF2-40B4-BE49-F238E27FC236}">
                <a16:creationId xmlns:a16="http://schemas.microsoft.com/office/drawing/2014/main" id="{A65894DB-45C4-B1FD-A90F-215F12C00527}"/>
              </a:ext>
            </a:extLst>
          </p:cNvPr>
          <p:cNvSpPr/>
          <p:nvPr/>
        </p:nvSpPr>
        <p:spPr>
          <a:xfrm>
            <a:off x="1085216" y="50727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>3</a:t>
            </a:r>
            <a:endParaRPr lang="en-US" sz="1800" dirty="0"/>
          </a:p>
        </p:txBody>
      </p:sp>
      <p:sp>
        <p:nvSpPr>
          <p:cNvPr id="33" name="Text 6">
            <a:extLst>
              <a:ext uri="{FF2B5EF4-FFF2-40B4-BE49-F238E27FC236}">
                <a16:creationId xmlns:a16="http://schemas.microsoft.com/office/drawing/2014/main" id="{AC8F0CD2-CCCE-0E0C-771A-553D08E3714E}"/>
              </a:ext>
            </a:extLst>
          </p:cNvPr>
          <p:cNvSpPr/>
          <p:nvPr/>
        </p:nvSpPr>
        <p:spPr>
          <a:xfrm>
            <a:off x="1726159" y="4794401"/>
            <a:ext cx="28803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ko-KR" altLang="en-US" sz="160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실무 기여의 보람</a:t>
            </a:r>
            <a:endParaRPr lang="en-US" sz="1600" dirty="0"/>
          </a:p>
        </p:txBody>
      </p:sp>
      <p:sp>
        <p:nvSpPr>
          <p:cNvPr id="34" name="Text 7">
            <a:extLst>
              <a:ext uri="{FF2B5EF4-FFF2-40B4-BE49-F238E27FC236}">
                <a16:creationId xmlns:a16="http://schemas.microsoft.com/office/drawing/2014/main" id="{E1E5CAA6-DDA4-5901-447A-14746891600D}"/>
              </a:ext>
            </a:extLst>
          </p:cNvPr>
          <p:cNvSpPr/>
          <p:nvPr/>
        </p:nvSpPr>
        <p:spPr>
          <a:xfrm>
            <a:off x="1726159" y="5259221"/>
            <a:ext cx="861930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5000"/>
              </a:lnSpc>
              <a:buNone/>
            </a:pPr>
            <a:r>
              <a:rPr lang="ko-KR" altLang="en-US" sz="14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과제 제출에 머무르지 않고 전사 업무 효율화</a:t>
            </a:r>
            <a:r>
              <a:rPr lang="en-US" altLang="ko-KR" sz="14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</a:t>
            </a:r>
            <a:r>
              <a:rPr lang="ko-KR" altLang="en-US" sz="14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 </a:t>
            </a:r>
            <a:r>
              <a:rPr lang="en-US" altLang="ko-KR" sz="14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40</a:t>
            </a:r>
            <a:r>
              <a:rPr lang="ko-KR" altLang="en-US" sz="14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 절감</a:t>
            </a:r>
            <a:r>
              <a:rPr lang="en-US" altLang="ko-KR" sz="14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</a:t>
            </a:r>
            <a:r>
              <a:rPr lang="ko-KR" altLang="en-US" sz="14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실질적으로 기여할 수 있었습니다</a:t>
            </a:r>
            <a:r>
              <a:rPr lang="en-US" altLang="ko-KR" sz="14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54561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218859" y="2328862"/>
            <a:ext cx="1754281" cy="7048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4800" b="0" i="0" u="none" dirty="0">
                <a:solidFill>
                  <a:srgbClr val="0F172A"/>
                </a:solidFill>
                <a:latin typeface="Noto Sans KR Black"/>
              </a:rPr>
              <a:t>Q &amp; A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4CE4A785-6FCB-6126-1A37-AADA6DBCF99F}"/>
              </a:ext>
            </a:extLst>
          </p:cNvPr>
          <p:cNvGrpSpPr/>
          <p:nvPr/>
        </p:nvGrpSpPr>
        <p:grpSpPr>
          <a:xfrm>
            <a:off x="5321430" y="6529300"/>
            <a:ext cx="1549140" cy="179136"/>
            <a:chOff x="3396462" y="5633787"/>
            <a:chExt cx="4502939" cy="520700"/>
          </a:xfrm>
        </p:grpSpPr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2CBAB48E-39BB-B478-6843-EC05A5A7543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396462" y="5633787"/>
              <a:ext cx="2152891" cy="520699"/>
            </a:xfrm>
            <a:prstGeom prst="rect">
              <a:avLst/>
            </a:prstGeom>
          </p:spPr>
        </p:pic>
        <p:pic>
          <p:nvPicPr>
            <p:cNvPr id="14" name="그림 13" descr="COWORKER">
              <a:extLst>
                <a:ext uri="{FF2B5EF4-FFF2-40B4-BE49-F238E27FC236}">
                  <a16:creationId xmlns:a16="http://schemas.microsoft.com/office/drawing/2014/main" id="{F0B64A8F-6E22-A69F-97C3-D8A4F7224A9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816601" y="5633787"/>
              <a:ext cx="2082800" cy="520700"/>
            </a:xfrm>
            <a:prstGeom prst="rect">
              <a:avLst/>
            </a:prstGeom>
          </p:spPr>
        </p:pic>
      </p:grpSp>
      <p:pic>
        <p:nvPicPr>
          <p:cNvPr id="16" name="그림 15">
            <a:extLst>
              <a:ext uri="{FF2B5EF4-FFF2-40B4-BE49-F238E27FC236}">
                <a16:creationId xmlns:a16="http://schemas.microsoft.com/office/drawing/2014/main" id="{2DE1FA85-D465-7E26-0602-3D1A1B0F36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5066459" y="2828571"/>
            <a:ext cx="2467319" cy="2534003"/>
          </a:xfrm>
          <a:prstGeom prst="rect">
            <a:avLst/>
          </a:prstGeom>
        </p:spPr>
      </p:pic>
      <p:sp>
        <p:nvSpPr>
          <p:cNvPr id="5" name="Shape 33">
            <a:extLst>
              <a:ext uri="{FF2B5EF4-FFF2-40B4-BE49-F238E27FC236}">
                <a16:creationId xmlns:a16="http://schemas.microsoft.com/office/drawing/2014/main" id="{1570546C-B0F9-BF32-D2EB-A7864DBFF8A2}"/>
              </a:ext>
            </a:extLst>
          </p:cNvPr>
          <p:cNvSpPr/>
          <p:nvPr/>
        </p:nvSpPr>
        <p:spPr>
          <a:xfrm>
            <a:off x="640080" y="6355080"/>
            <a:ext cx="1091153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165313-9E46-173C-FEE1-3591CE337B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>
            <a:extLst>
              <a:ext uri="{FF2B5EF4-FFF2-40B4-BE49-F238E27FC236}">
                <a16:creationId xmlns:a16="http://schemas.microsoft.com/office/drawing/2014/main" id="{2735AC43-5B22-EB9D-1DDC-2CD30377A7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13B2B7F-71D9-D06F-58E6-C6EC6F3356F0}"/>
              </a:ext>
            </a:extLst>
          </p:cNvPr>
          <p:cNvSpPr txBox="1"/>
          <p:nvPr/>
        </p:nvSpPr>
        <p:spPr>
          <a:xfrm>
            <a:off x="3631779" y="2328862"/>
            <a:ext cx="4928441" cy="738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ko-KR" altLang="en-US" sz="4800" b="1" dirty="0">
                <a:solidFill>
                  <a:srgbClr val="0F172A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감사합니다</a:t>
            </a:r>
            <a:endParaRPr sz="4800" b="1" i="0" u="none" dirty="0">
              <a:solidFill>
                <a:srgbClr val="0F172A"/>
              </a:solidFill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36CEC148-70D4-A7E1-4439-8E7F76A9E477}"/>
              </a:ext>
            </a:extLst>
          </p:cNvPr>
          <p:cNvGrpSpPr/>
          <p:nvPr/>
        </p:nvGrpSpPr>
        <p:grpSpPr>
          <a:xfrm>
            <a:off x="5321430" y="6529300"/>
            <a:ext cx="1549140" cy="179136"/>
            <a:chOff x="3396462" y="5633787"/>
            <a:chExt cx="4502939" cy="520700"/>
          </a:xfrm>
        </p:grpSpPr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883A0443-74C6-9DD9-53CD-57BA2BE6BC8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396462" y="5633787"/>
              <a:ext cx="2152891" cy="520699"/>
            </a:xfrm>
            <a:prstGeom prst="rect">
              <a:avLst/>
            </a:prstGeom>
          </p:spPr>
        </p:pic>
        <p:pic>
          <p:nvPicPr>
            <p:cNvPr id="14" name="그림 13" descr="COWORKER">
              <a:extLst>
                <a:ext uri="{FF2B5EF4-FFF2-40B4-BE49-F238E27FC236}">
                  <a16:creationId xmlns:a16="http://schemas.microsoft.com/office/drawing/2014/main" id="{01018767-5F14-B0DC-8195-6FDDA8F57CF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816601" y="5633787"/>
              <a:ext cx="2082800" cy="520700"/>
            </a:xfrm>
            <a:prstGeom prst="rect">
              <a:avLst/>
            </a:prstGeom>
          </p:spPr>
        </p:pic>
      </p:grpSp>
      <p:pic>
        <p:nvPicPr>
          <p:cNvPr id="16" name="그림 15">
            <a:extLst>
              <a:ext uri="{FF2B5EF4-FFF2-40B4-BE49-F238E27FC236}">
                <a16:creationId xmlns:a16="http://schemas.microsoft.com/office/drawing/2014/main" id="{98966F7F-3FAD-BF22-3302-2254BD041E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5066459" y="2828571"/>
            <a:ext cx="2467319" cy="2534003"/>
          </a:xfrm>
          <a:prstGeom prst="rect">
            <a:avLst/>
          </a:prstGeom>
        </p:spPr>
      </p:pic>
      <p:sp>
        <p:nvSpPr>
          <p:cNvPr id="5" name="Shape 33">
            <a:extLst>
              <a:ext uri="{FF2B5EF4-FFF2-40B4-BE49-F238E27FC236}">
                <a16:creationId xmlns:a16="http://schemas.microsoft.com/office/drawing/2014/main" id="{7D1F17BE-11DD-FE98-101E-C82035753165}"/>
              </a:ext>
            </a:extLst>
          </p:cNvPr>
          <p:cNvSpPr/>
          <p:nvPr/>
        </p:nvSpPr>
        <p:spPr>
          <a:xfrm>
            <a:off x="640080" y="6355080"/>
            <a:ext cx="1091153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69893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208</TotalTime>
  <Words>1111</Words>
  <Application>Microsoft Office PowerPoint</Application>
  <PresentationFormat>와이드스크린</PresentationFormat>
  <Paragraphs>261</Paragraphs>
  <Slides>18</Slides>
  <Notes>16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2" baseType="lpstr">
      <vt:lpstr>Noto Sans KR</vt:lpstr>
      <vt:lpstr>Noto Sans KR Black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문 동진(KSTD)</cp:lastModifiedBy>
  <cp:revision>1</cp:revision>
  <dcterms:created xsi:type="dcterms:W3CDTF">2026-08-07T00:58:23Z</dcterms:created>
  <dcterms:modified xsi:type="dcterms:W3CDTF">2026-08-07T04:27:58Z</dcterms:modified>
</cp:coreProperties>
</file>