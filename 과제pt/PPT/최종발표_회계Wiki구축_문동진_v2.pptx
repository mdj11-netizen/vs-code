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301" r:id="rId3"/>
    <p:sldId id="290" r:id="rId4"/>
    <p:sldId id="293" r:id="rId5"/>
    <p:sldId id="296" r:id="rId6"/>
    <p:sldId id="295" r:id="rId7"/>
    <p:sldId id="283" r:id="rId8"/>
    <p:sldId id="278" r:id="rId9"/>
    <p:sldId id="259" r:id="rId10"/>
    <p:sldId id="307" r:id="rId11"/>
    <p:sldId id="299" r:id="rId12"/>
    <p:sldId id="297" r:id="rId13"/>
    <p:sldId id="275" r:id="rId14"/>
    <p:sldId id="320" r:id="rId15"/>
    <p:sldId id="260" r:id="rId16"/>
    <p:sldId id="261" r:id="rId17"/>
    <p:sldId id="262" r:id="rId18"/>
    <p:sldId id="316" r:id="rId19"/>
    <p:sldId id="263" r:id="rId20"/>
    <p:sldId id="317" r:id="rId21"/>
    <p:sldId id="318" r:id="rId22"/>
    <p:sldId id="319" r:id="rId23"/>
    <p:sldId id="273" r:id="rId24"/>
    <p:sldId id="287" r:id="rId25"/>
    <p:sldId id="258" r:id="rId26"/>
    <p:sldId id="265" r:id="rId27"/>
    <p:sldId id="266" r:id="rId28"/>
    <p:sldId id="268" r:id="rId29"/>
    <p:sldId id="277" r:id="rId30"/>
    <p:sldId id="280" r:id="rId31"/>
    <p:sldId id="279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72A"/>
    <a:srgbClr val="A50021"/>
    <a:srgbClr val="60A5FA"/>
    <a:srgbClr val="AAB4C1"/>
    <a:srgbClr val="8B95A4"/>
    <a:srgbClr val="FBBF24"/>
    <a:srgbClr val="1E293B"/>
    <a:srgbClr val="475569"/>
    <a:srgbClr val="548FD8"/>
    <a:srgbClr val="F1F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3BA9C4-B523-4488-8FFF-7E39137331CA}" v="459" dt="2026-08-11T06:45:21.8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88" autoAdjust="0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1056" y="66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문 동진(KSTD)" userId="3d26c5c2-5d13-41b2-b4a9-bebd91ca5bef" providerId="ADAL" clId="{AC91C77A-115B-4066-B24C-58E72D5C40B6}"/>
    <pc:docChg chg="undo redo custSel addSld delSld modSld sldOrd">
      <pc:chgData name="문 동진(KSTD)" userId="3d26c5c2-5d13-41b2-b4a9-bebd91ca5bef" providerId="ADAL" clId="{AC91C77A-115B-4066-B24C-58E72D5C40B6}" dt="2026-08-11T06:47:20.456" v="4840"/>
      <pc:docMkLst>
        <pc:docMk/>
      </pc:docMkLst>
      <pc:sldChg chg="addSp delSp modSp mod modTransition">
        <pc:chgData name="문 동진(KSTD)" userId="3d26c5c2-5d13-41b2-b4a9-bebd91ca5bef" providerId="ADAL" clId="{AC91C77A-115B-4066-B24C-58E72D5C40B6}" dt="2026-08-11T06:00:07.082" v="4674"/>
        <pc:sldMkLst>
          <pc:docMk/>
          <pc:sldMk cId="0" sldId="256"/>
        </pc:sldMkLst>
        <pc:spChg chg="mod">
          <ac:chgData name="문 동진(KSTD)" userId="3d26c5c2-5d13-41b2-b4a9-bebd91ca5bef" providerId="ADAL" clId="{AC91C77A-115B-4066-B24C-58E72D5C40B6}" dt="2026-08-07T01:41:04.546" v="31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1:41:02.117" v="30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1:41:02.117" v="30" actId="1076"/>
          <ac:spMkLst>
            <pc:docMk/>
            <pc:sldMk cId="0" sldId="256"/>
            <ac:spMk id="4" creationId="{00000000-0000-0000-0000-000000000000}"/>
          </ac:spMkLst>
        </pc:spChg>
        <pc:spChg chg="add">
          <ac:chgData name="문 동진(KSTD)" userId="3d26c5c2-5d13-41b2-b4a9-bebd91ca5bef" providerId="ADAL" clId="{AC91C77A-115B-4066-B24C-58E72D5C40B6}" dt="2026-08-07T01:40:53.593" v="28" actId="22"/>
          <ac:spMkLst>
            <pc:docMk/>
            <pc:sldMk cId="0" sldId="256"/>
            <ac:spMk id="13" creationId="{4CD2997C-AF44-B2F4-E54D-F34B252E7592}"/>
          </ac:spMkLst>
        </pc:spChg>
        <pc:spChg chg="add">
          <ac:chgData name="문 동진(KSTD)" userId="3d26c5c2-5d13-41b2-b4a9-bebd91ca5bef" providerId="ADAL" clId="{AC91C77A-115B-4066-B24C-58E72D5C40B6}" dt="2026-08-07T01:40:53.593" v="28" actId="22"/>
          <ac:spMkLst>
            <pc:docMk/>
            <pc:sldMk cId="0" sldId="256"/>
            <ac:spMk id="15" creationId="{0E423F01-0141-C3F9-20ED-E6FF0F29938D}"/>
          </ac:spMkLst>
        </pc:spChg>
        <pc:grpChg chg="add mod">
          <ac:chgData name="문 동진(KSTD)" userId="3d26c5c2-5d13-41b2-b4a9-bebd91ca5bef" providerId="ADAL" clId="{AC91C77A-115B-4066-B24C-58E72D5C40B6}" dt="2026-08-07T01:41:33.079" v="36" actId="1076"/>
          <ac:grpSpMkLst>
            <pc:docMk/>
            <pc:sldMk cId="0" sldId="256"/>
            <ac:grpSpMk id="16" creationId="{15A8EA95-FA98-15C9-5092-C63B2B8DF361}"/>
          </ac:grpSpMkLst>
        </pc:grpChg>
        <pc:picChg chg="add">
          <ac:chgData name="문 동진(KSTD)" userId="3d26c5c2-5d13-41b2-b4a9-bebd91ca5bef" providerId="ADAL" clId="{AC91C77A-115B-4066-B24C-58E72D5C40B6}" dt="2026-08-07T01:40:53.593" v="28" actId="22"/>
          <ac:picMkLst>
            <pc:docMk/>
            <pc:sldMk cId="0" sldId="256"/>
            <ac:picMk id="11" creationId="{4E911961-C00C-6D3E-F22D-06980ACA2757}"/>
          </ac:picMkLst>
        </pc:picChg>
        <pc:picChg chg="mod">
          <ac:chgData name="문 동진(KSTD)" userId="3d26c5c2-5d13-41b2-b4a9-bebd91ca5bef" providerId="ADAL" clId="{AC91C77A-115B-4066-B24C-58E72D5C40B6}" dt="2026-08-07T01:41:18.650" v="34"/>
          <ac:picMkLst>
            <pc:docMk/>
            <pc:sldMk cId="0" sldId="256"/>
            <ac:picMk id="17" creationId="{AFF47D97-3D80-AE7D-E6C7-02F0C8EBF377}"/>
          </ac:picMkLst>
        </pc:picChg>
        <pc:picChg chg="mod">
          <ac:chgData name="문 동진(KSTD)" userId="3d26c5c2-5d13-41b2-b4a9-bebd91ca5bef" providerId="ADAL" clId="{AC91C77A-115B-4066-B24C-58E72D5C40B6}" dt="2026-08-07T01:41:18.650" v="34"/>
          <ac:picMkLst>
            <pc:docMk/>
            <pc:sldMk cId="0" sldId="256"/>
            <ac:picMk id="18" creationId="{2D71C524-643F-2480-C54E-2D49B5AFB650}"/>
          </ac:picMkLst>
        </pc:picChg>
      </pc:sldChg>
      <pc:sldChg chg="add del ord modTransition setBg">
        <pc:chgData name="문 동진(KSTD)" userId="3d26c5c2-5d13-41b2-b4a9-bebd91ca5bef" providerId="ADAL" clId="{AC91C77A-115B-4066-B24C-58E72D5C40B6}" dt="2026-08-11T04:37:43.394" v="3811" actId="47"/>
        <pc:sldMkLst>
          <pc:docMk/>
          <pc:sldMk cId="0" sldId="257"/>
        </pc:sldMkLst>
      </pc:sldChg>
      <pc:sldChg chg="addSp delSp modSp add del mod ord modTransition setBg">
        <pc:chgData name="문 동진(KSTD)" userId="3d26c5c2-5d13-41b2-b4a9-bebd91ca5bef" providerId="ADAL" clId="{AC91C77A-115B-4066-B24C-58E72D5C40B6}" dt="2026-08-11T06:03:39.285" v="4705" actId="14100"/>
        <pc:sldMkLst>
          <pc:docMk/>
          <pc:sldMk cId="0" sldId="258"/>
        </pc:sldMkLst>
        <pc:spChg chg="add mod">
          <ac:chgData name="문 동진(KSTD)" userId="3d26c5c2-5d13-41b2-b4a9-bebd91ca5bef" providerId="ADAL" clId="{AC91C77A-115B-4066-B24C-58E72D5C40B6}" dt="2026-08-11T05:57:54.510" v="4655"/>
          <ac:spMkLst>
            <pc:docMk/>
            <pc:sldMk cId="0" sldId="258"/>
            <ac:spMk id="2" creationId="{649182D2-4239-2B58-077E-11C82832112D}"/>
          </ac:spMkLst>
        </pc:spChg>
        <pc:spChg chg="add">
          <ac:chgData name="문 동진(KSTD)" userId="3d26c5c2-5d13-41b2-b4a9-bebd91ca5bef" providerId="ADAL" clId="{AC91C77A-115B-4066-B24C-58E72D5C40B6}" dt="2026-08-11T06:02:23.382" v="4688" actId="22"/>
          <ac:spMkLst>
            <pc:docMk/>
            <pc:sldMk cId="0" sldId="258"/>
            <ac:spMk id="7" creationId="{A9751129-FACA-54B8-EB64-D03B9BD64A9F}"/>
          </ac:spMkLst>
        </pc:spChg>
        <pc:spChg chg="del mod">
          <ac:chgData name="문 동진(KSTD)" userId="3d26c5c2-5d13-41b2-b4a9-bebd91ca5bef" providerId="ADAL" clId="{AC91C77A-115B-4066-B24C-58E72D5C40B6}" dt="2026-08-11T06:02:23.069" v="4687" actId="478"/>
          <ac:spMkLst>
            <pc:docMk/>
            <pc:sldMk cId="0" sldId="258"/>
            <ac:spMk id="201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02:49.844" v="4694" actId="120"/>
          <ac:spMkLst>
            <pc:docMk/>
            <pc:sldMk cId="0" sldId="258"/>
            <ac:spMk id="203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03:33.128" v="4703" actId="14100"/>
          <ac:spMkLst>
            <pc:docMk/>
            <pc:sldMk cId="0" sldId="258"/>
            <ac:spMk id="204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03:29.533" v="4702" actId="14100"/>
          <ac:spMkLst>
            <pc:docMk/>
            <pc:sldMk cId="0" sldId="258"/>
            <ac:spMk id="210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01:40.191" v="4682" actId="1076"/>
          <ac:spMkLst>
            <pc:docMk/>
            <pc:sldMk cId="0" sldId="258"/>
            <ac:spMk id="213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1T06:01:28.652" v="4678" actId="478"/>
          <ac:spMkLst>
            <pc:docMk/>
            <pc:sldMk cId="0" sldId="258"/>
            <ac:spMk id="214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01:40.191" v="4682" actId="1076"/>
          <ac:spMkLst>
            <pc:docMk/>
            <pc:sldMk cId="0" sldId="258"/>
            <ac:spMk id="216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1T06:01:26.618" v="4677" actId="478"/>
          <ac:spMkLst>
            <pc:docMk/>
            <pc:sldMk cId="0" sldId="258"/>
            <ac:spMk id="217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03:39.285" v="4705" actId="14100"/>
          <ac:spMkLst>
            <pc:docMk/>
            <pc:sldMk cId="0" sldId="258"/>
            <ac:spMk id="227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7:53.716" v="4654" actId="1076"/>
          <ac:spMkLst>
            <pc:docMk/>
            <pc:sldMk cId="0" sldId="258"/>
            <ac:spMk id="228" creationId="{00000000-0000-0000-0000-000000000000}"/>
          </ac:spMkLst>
        </pc:spChg>
        <pc:grpChg chg="add mod">
          <ac:chgData name="문 동진(KSTD)" userId="3d26c5c2-5d13-41b2-b4a9-bebd91ca5bef" providerId="ADAL" clId="{AC91C77A-115B-4066-B24C-58E72D5C40B6}" dt="2026-08-11T05:57:54.510" v="4655"/>
          <ac:grpSpMkLst>
            <pc:docMk/>
            <pc:sldMk cId="0" sldId="258"/>
            <ac:grpSpMk id="3" creationId="{7E21B17D-C05E-B9FD-AA9B-42E7C3DEEF14}"/>
          </ac:grpSpMkLst>
        </pc:grpChg>
        <pc:picChg chg="mod">
          <ac:chgData name="문 동진(KSTD)" userId="3d26c5c2-5d13-41b2-b4a9-bebd91ca5bef" providerId="ADAL" clId="{AC91C77A-115B-4066-B24C-58E72D5C40B6}" dt="2026-08-11T05:57:54.510" v="4655"/>
          <ac:picMkLst>
            <pc:docMk/>
            <pc:sldMk cId="0" sldId="258"/>
            <ac:picMk id="4" creationId="{17C9B4BE-AFB1-56ED-A55D-76558F92409C}"/>
          </ac:picMkLst>
        </pc:picChg>
        <pc:picChg chg="mod">
          <ac:chgData name="문 동진(KSTD)" userId="3d26c5c2-5d13-41b2-b4a9-bebd91ca5bef" providerId="ADAL" clId="{AC91C77A-115B-4066-B24C-58E72D5C40B6}" dt="2026-08-11T05:57:54.510" v="4655"/>
          <ac:picMkLst>
            <pc:docMk/>
            <pc:sldMk cId="0" sldId="258"/>
            <ac:picMk id="5" creationId="{08D50304-1496-884D-9153-34EF9BB4EE78}"/>
          </ac:picMkLst>
        </pc:picChg>
      </pc:sldChg>
      <pc:sldChg chg="addSp delSp modSp mod ord modTransition">
        <pc:chgData name="문 동진(KSTD)" userId="3d26c5c2-5d13-41b2-b4a9-bebd91ca5bef" providerId="ADAL" clId="{AC91C77A-115B-4066-B24C-58E72D5C40B6}" dt="2026-08-11T06:00:07.082" v="4674"/>
        <pc:sldMkLst>
          <pc:docMk/>
          <pc:sldMk cId="0" sldId="259"/>
        </pc:sldMkLst>
        <pc:spChg chg="mod">
          <ac:chgData name="문 동진(KSTD)" userId="3d26c5c2-5d13-41b2-b4a9-bebd91ca5bef" providerId="ADAL" clId="{AC91C77A-115B-4066-B24C-58E72D5C40B6}" dt="2026-08-07T02:05:45.142" v="383" actId="255"/>
          <ac:spMkLst>
            <pc:docMk/>
            <pc:sldMk cId="0" sldId="259"/>
            <ac:spMk id="4" creationId="{00000000-0000-0000-0000-000000000000}"/>
          </ac:spMkLst>
        </pc:spChg>
        <pc:spChg chg="add del mod">
          <ac:chgData name="문 동진(KSTD)" userId="3d26c5c2-5d13-41b2-b4a9-bebd91ca5bef" providerId="ADAL" clId="{AC91C77A-115B-4066-B24C-58E72D5C40B6}" dt="2026-08-11T02:21:44.280" v="2821" actId="478"/>
          <ac:spMkLst>
            <pc:docMk/>
            <pc:sldMk cId="0" sldId="259"/>
            <ac:spMk id="5" creationId="{00000000-0000-0000-0000-000000000000}"/>
          </ac:spMkLst>
        </pc:spChg>
        <pc:spChg chg="add del mod">
          <ac:chgData name="문 동진(KSTD)" userId="3d26c5c2-5d13-41b2-b4a9-bebd91ca5bef" providerId="ADAL" clId="{AC91C77A-115B-4066-B24C-58E72D5C40B6}" dt="2026-08-11T02:17:12.142" v="2792" actId="478"/>
          <ac:spMkLst>
            <pc:docMk/>
            <pc:sldMk cId="0" sldId="259"/>
            <ac:spMk id="7" creationId="{CA9BAD03-3E62-29A1-EACF-3D07123A55E7}"/>
          </ac:spMkLst>
        </pc:spChg>
        <pc:spChg chg="del mod">
          <ac:chgData name="문 동진(KSTD)" userId="3d26c5c2-5d13-41b2-b4a9-bebd91ca5bef" providerId="ADAL" clId="{AC91C77A-115B-4066-B24C-58E72D5C40B6}" dt="2026-08-11T02:21:44.280" v="2821" actId="478"/>
          <ac:spMkLst>
            <pc:docMk/>
            <pc:sldMk cId="0" sldId="259"/>
            <ac:spMk id="9" creationId="{00000000-0000-0000-0000-000000000000}"/>
          </ac:spMkLst>
        </pc:spChg>
        <pc:spChg chg="add del mod">
          <ac:chgData name="문 동진(KSTD)" userId="3d26c5c2-5d13-41b2-b4a9-bebd91ca5bef" providerId="ADAL" clId="{AC91C77A-115B-4066-B24C-58E72D5C40B6}" dt="2026-08-11T02:17:12.142" v="2792" actId="478"/>
          <ac:spMkLst>
            <pc:docMk/>
            <pc:sldMk cId="0" sldId="259"/>
            <ac:spMk id="12" creationId="{563229A6-6C48-869F-2BF8-942D51FBC39F}"/>
          </ac:spMkLst>
        </pc:spChg>
        <pc:spChg chg="add del mod">
          <ac:chgData name="문 동진(KSTD)" userId="3d26c5c2-5d13-41b2-b4a9-bebd91ca5bef" providerId="ADAL" clId="{AC91C77A-115B-4066-B24C-58E72D5C40B6}" dt="2026-08-11T02:17:12.142" v="2792" actId="478"/>
          <ac:spMkLst>
            <pc:docMk/>
            <pc:sldMk cId="0" sldId="259"/>
            <ac:spMk id="14" creationId="{9B002173-A756-32A3-C58F-4F40BAF32744}"/>
          </ac:spMkLst>
        </pc:spChg>
        <pc:spChg chg="add del mod">
          <ac:chgData name="문 동진(KSTD)" userId="3d26c5c2-5d13-41b2-b4a9-bebd91ca5bef" providerId="ADAL" clId="{AC91C77A-115B-4066-B24C-58E72D5C40B6}" dt="2026-08-11T04:44:32.274" v="3872" actId="478"/>
          <ac:spMkLst>
            <pc:docMk/>
            <pc:sldMk cId="0" sldId="259"/>
            <ac:spMk id="16" creationId="{A267B42E-B46C-EB27-4D66-E7D1522A377E}"/>
          </ac:spMkLst>
        </pc:spChg>
        <pc:spChg chg="del">
          <ac:chgData name="문 동진(KSTD)" userId="3d26c5c2-5d13-41b2-b4a9-bebd91ca5bef" providerId="ADAL" clId="{AC91C77A-115B-4066-B24C-58E72D5C40B6}" dt="2026-08-11T04:44:32.274" v="3872" actId="478"/>
          <ac:spMkLst>
            <pc:docMk/>
            <pc:sldMk cId="0" sldId="259"/>
            <ac:spMk id="17" creationId="{00000000-0000-0000-0000-000000000000}"/>
          </ac:spMkLst>
        </pc:spChg>
        <pc:spChg chg="add del mod">
          <ac:chgData name="문 동진(KSTD)" userId="3d26c5c2-5d13-41b2-b4a9-bebd91ca5bef" providerId="ADAL" clId="{AC91C77A-115B-4066-B24C-58E72D5C40B6}" dt="2026-08-11T04:44:32.274" v="3872" actId="478"/>
          <ac:spMkLst>
            <pc:docMk/>
            <pc:sldMk cId="0" sldId="259"/>
            <ac:spMk id="19" creationId="{55BBB306-9ED7-B091-415F-2075F5416B74}"/>
          </ac:spMkLst>
        </pc:spChg>
        <pc:spChg chg="del">
          <ac:chgData name="문 동진(KSTD)" userId="3d26c5c2-5d13-41b2-b4a9-bebd91ca5bef" providerId="ADAL" clId="{AC91C77A-115B-4066-B24C-58E72D5C40B6}" dt="2026-08-11T02:27:32.642" v="2913" actId="478"/>
          <ac:spMkLst>
            <pc:docMk/>
            <pc:sldMk cId="0" sldId="259"/>
            <ac:spMk id="21" creationId="{00000000-0000-0000-0000-000000000000}"/>
          </ac:spMkLst>
        </pc:spChg>
        <pc:spChg chg="add del mod">
          <ac:chgData name="문 동진(KSTD)" userId="3d26c5c2-5d13-41b2-b4a9-bebd91ca5bef" providerId="ADAL" clId="{AC91C77A-115B-4066-B24C-58E72D5C40B6}" dt="2026-08-11T04:44:32.274" v="3872" actId="478"/>
          <ac:spMkLst>
            <pc:docMk/>
            <pc:sldMk cId="0" sldId="259"/>
            <ac:spMk id="25" creationId="{0B73D6F3-BDA8-8DA5-ECE3-8BA10C976FFA}"/>
          </ac:spMkLst>
        </pc:spChg>
        <pc:spChg chg="add del mod">
          <ac:chgData name="문 동진(KSTD)" userId="3d26c5c2-5d13-41b2-b4a9-bebd91ca5bef" providerId="ADAL" clId="{AC91C77A-115B-4066-B24C-58E72D5C40B6}" dt="2026-08-11T04:44:32.274" v="3872" actId="478"/>
          <ac:spMkLst>
            <pc:docMk/>
            <pc:sldMk cId="0" sldId="259"/>
            <ac:spMk id="26" creationId="{A13C36A1-853E-72BE-BECF-DF7462D32119}"/>
          </ac:spMkLst>
        </pc:spChg>
        <pc:spChg chg="add del mod">
          <ac:chgData name="문 동진(KSTD)" userId="3d26c5c2-5d13-41b2-b4a9-bebd91ca5bef" providerId="ADAL" clId="{AC91C77A-115B-4066-B24C-58E72D5C40B6}" dt="2026-08-11T04:44:32.274" v="3872" actId="478"/>
          <ac:spMkLst>
            <pc:docMk/>
            <pc:sldMk cId="0" sldId="259"/>
            <ac:spMk id="29" creationId="{64E39487-CE16-BC3E-A4F5-C8CB4673FFFA}"/>
          </ac:spMkLst>
        </pc:spChg>
        <pc:spChg chg="add del mod">
          <ac:chgData name="문 동진(KSTD)" userId="3d26c5c2-5d13-41b2-b4a9-bebd91ca5bef" providerId="ADAL" clId="{AC91C77A-115B-4066-B24C-58E72D5C40B6}" dt="2026-08-11T04:44:32.274" v="3872" actId="478"/>
          <ac:spMkLst>
            <pc:docMk/>
            <pc:sldMk cId="0" sldId="259"/>
            <ac:spMk id="32" creationId="{CB3F14C9-0704-04A2-69AC-E149225C3FC8}"/>
          </ac:spMkLst>
        </pc:spChg>
        <pc:spChg chg="add del mod">
          <ac:chgData name="문 동진(KSTD)" userId="3d26c5c2-5d13-41b2-b4a9-bebd91ca5bef" providerId="ADAL" clId="{AC91C77A-115B-4066-B24C-58E72D5C40B6}" dt="2026-08-11T04:41:34.670" v="3835" actId="478"/>
          <ac:spMkLst>
            <pc:docMk/>
            <pc:sldMk cId="0" sldId="259"/>
            <ac:spMk id="36" creationId="{1E0FA866-66BD-3902-117B-653B75FE1752}"/>
          </ac:spMkLst>
        </pc:spChg>
        <pc:spChg chg="add del">
          <ac:chgData name="문 동진(KSTD)" userId="3d26c5c2-5d13-41b2-b4a9-bebd91ca5bef" providerId="ADAL" clId="{AC91C77A-115B-4066-B24C-58E72D5C40B6}" dt="2026-08-11T04:41:06.086" v="3826" actId="22"/>
          <ac:spMkLst>
            <pc:docMk/>
            <pc:sldMk cId="0" sldId="259"/>
            <ac:spMk id="38" creationId="{EDC3613E-0916-409C-05B5-2DC5DC72AF65}"/>
          </ac:spMkLst>
        </pc:spChg>
        <pc:spChg chg="add del">
          <ac:chgData name="문 동진(KSTD)" userId="3d26c5c2-5d13-41b2-b4a9-bebd91ca5bef" providerId="ADAL" clId="{AC91C77A-115B-4066-B24C-58E72D5C40B6}" dt="2026-08-11T04:41:06.086" v="3826" actId="22"/>
          <ac:spMkLst>
            <pc:docMk/>
            <pc:sldMk cId="0" sldId="259"/>
            <ac:spMk id="40" creationId="{DF01EBE0-C0BA-BBF4-4875-0BDD71805D16}"/>
          </ac:spMkLst>
        </pc:spChg>
        <pc:spChg chg="add del">
          <ac:chgData name="문 동진(KSTD)" userId="3d26c5c2-5d13-41b2-b4a9-bebd91ca5bef" providerId="ADAL" clId="{AC91C77A-115B-4066-B24C-58E72D5C40B6}" dt="2026-08-11T04:41:06.086" v="3826" actId="22"/>
          <ac:spMkLst>
            <pc:docMk/>
            <pc:sldMk cId="0" sldId="259"/>
            <ac:spMk id="42" creationId="{EAC13EC8-68BD-9F52-CDDC-A4FDE0018F35}"/>
          </ac:spMkLst>
        </pc:spChg>
        <pc:spChg chg="add del">
          <ac:chgData name="문 동진(KSTD)" userId="3d26c5c2-5d13-41b2-b4a9-bebd91ca5bef" providerId="ADAL" clId="{AC91C77A-115B-4066-B24C-58E72D5C40B6}" dt="2026-08-11T04:41:06.086" v="3826" actId="22"/>
          <ac:spMkLst>
            <pc:docMk/>
            <pc:sldMk cId="0" sldId="259"/>
            <ac:spMk id="46" creationId="{984E1D96-4441-502D-9B10-B0FCC648459B}"/>
          </ac:spMkLst>
        </pc:spChg>
        <pc:spChg chg="add del">
          <ac:chgData name="문 동진(KSTD)" userId="3d26c5c2-5d13-41b2-b4a9-bebd91ca5bef" providerId="ADAL" clId="{AC91C77A-115B-4066-B24C-58E72D5C40B6}" dt="2026-08-11T04:41:17.998" v="3832" actId="22"/>
          <ac:spMkLst>
            <pc:docMk/>
            <pc:sldMk cId="0" sldId="259"/>
            <ac:spMk id="50" creationId="{166419F7-89CA-EEF4-F299-B2389E5E293C}"/>
          </ac:spMkLst>
        </pc:spChg>
        <pc:spChg chg="add del">
          <ac:chgData name="문 동진(KSTD)" userId="3d26c5c2-5d13-41b2-b4a9-bebd91ca5bef" providerId="ADAL" clId="{AC91C77A-115B-4066-B24C-58E72D5C40B6}" dt="2026-08-11T04:41:17.998" v="3832" actId="22"/>
          <ac:spMkLst>
            <pc:docMk/>
            <pc:sldMk cId="0" sldId="259"/>
            <ac:spMk id="52" creationId="{1F336E59-230C-4939-1CF3-FAB914E54083}"/>
          </ac:spMkLst>
        </pc:spChg>
        <pc:spChg chg="add del">
          <ac:chgData name="문 동진(KSTD)" userId="3d26c5c2-5d13-41b2-b4a9-bebd91ca5bef" providerId="ADAL" clId="{AC91C77A-115B-4066-B24C-58E72D5C40B6}" dt="2026-08-11T04:41:17.998" v="3832" actId="22"/>
          <ac:spMkLst>
            <pc:docMk/>
            <pc:sldMk cId="0" sldId="259"/>
            <ac:spMk id="56" creationId="{11A2B730-8E55-3305-19B5-B17D97C4C983}"/>
          </ac:spMkLst>
        </pc:spChg>
        <pc:spChg chg="add del mod">
          <ac:chgData name="문 동진(KSTD)" userId="3d26c5c2-5d13-41b2-b4a9-bebd91ca5bef" providerId="ADAL" clId="{AC91C77A-115B-4066-B24C-58E72D5C40B6}" dt="2026-08-11T04:44:32.274" v="3872" actId="478"/>
          <ac:spMkLst>
            <pc:docMk/>
            <pc:sldMk cId="0" sldId="259"/>
            <ac:spMk id="60" creationId="{D65F1AD6-9F62-B471-9500-076A644C9DFD}"/>
          </ac:spMkLst>
        </pc:spChg>
        <pc:spChg chg="add">
          <ac:chgData name="문 동진(KSTD)" userId="3d26c5c2-5d13-41b2-b4a9-bebd91ca5bef" providerId="ADAL" clId="{AC91C77A-115B-4066-B24C-58E72D5C40B6}" dt="2026-08-11T04:44:42.267" v="3876" actId="22"/>
          <ac:spMkLst>
            <pc:docMk/>
            <pc:sldMk cId="0" sldId="259"/>
            <ac:spMk id="66" creationId="{1407DB99-98BB-4569-5602-20A202D61937}"/>
          </ac:spMkLst>
        </pc:spChg>
        <pc:grpChg chg="add mod">
          <ac:chgData name="문 동진(KSTD)" userId="3d26c5c2-5d13-41b2-b4a9-bebd91ca5bef" providerId="ADAL" clId="{AC91C77A-115B-4066-B24C-58E72D5C40B6}" dt="2026-08-07T01:42:21.548" v="48"/>
          <ac:grpSpMkLst>
            <pc:docMk/>
            <pc:sldMk cId="0" sldId="259"/>
            <ac:grpSpMk id="22" creationId="{99F7EAF8-4380-A8A3-6975-332F67D33C96}"/>
          </ac:grpSpMkLst>
        </pc:grpChg>
        <pc:picChg chg="add del mod">
          <ac:chgData name="문 동진(KSTD)" userId="3d26c5c2-5d13-41b2-b4a9-bebd91ca5bef" providerId="ADAL" clId="{AC91C77A-115B-4066-B24C-58E72D5C40B6}" dt="2026-08-11T02:17:12.142" v="2792" actId="478"/>
          <ac:picMkLst>
            <pc:docMk/>
            <pc:sldMk cId="0" sldId="259"/>
            <ac:picMk id="10" creationId="{63759668-BCBA-4870-A452-A10DFB2BACF1}"/>
          </ac:picMkLst>
        </pc:picChg>
        <pc:picChg chg="mod">
          <ac:chgData name="문 동진(KSTD)" userId="3d26c5c2-5d13-41b2-b4a9-bebd91ca5bef" providerId="ADAL" clId="{AC91C77A-115B-4066-B24C-58E72D5C40B6}" dt="2026-08-07T01:42:21.548" v="48"/>
          <ac:picMkLst>
            <pc:docMk/>
            <pc:sldMk cId="0" sldId="259"/>
            <ac:picMk id="23" creationId="{C0F0D629-28D0-7753-83BE-5DB0019FE78A}"/>
          </ac:picMkLst>
        </pc:picChg>
        <pc:picChg chg="mod">
          <ac:chgData name="문 동진(KSTD)" userId="3d26c5c2-5d13-41b2-b4a9-bebd91ca5bef" providerId="ADAL" clId="{AC91C77A-115B-4066-B24C-58E72D5C40B6}" dt="2026-08-07T01:42:21.548" v="48"/>
          <ac:picMkLst>
            <pc:docMk/>
            <pc:sldMk cId="0" sldId="259"/>
            <ac:picMk id="24" creationId="{CF10DEFB-5279-FBFC-7043-6976F0F542FE}"/>
          </ac:picMkLst>
        </pc:picChg>
        <pc:picChg chg="add del mod">
          <ac:chgData name="문 동진(KSTD)" userId="3d26c5c2-5d13-41b2-b4a9-bebd91ca5bef" providerId="ADAL" clId="{AC91C77A-115B-4066-B24C-58E72D5C40B6}" dt="2026-08-11T04:44:32.274" v="3872" actId="478"/>
          <ac:picMkLst>
            <pc:docMk/>
            <pc:sldMk cId="0" sldId="259"/>
            <ac:picMk id="28" creationId="{46138801-0FEB-E2DD-46D9-7CA5FF83E98C}"/>
          </ac:picMkLst>
        </pc:picChg>
        <pc:picChg chg="add ord">
          <ac:chgData name="문 동진(KSTD)" userId="3d26c5c2-5d13-41b2-b4a9-bebd91ca5bef" providerId="ADAL" clId="{AC91C77A-115B-4066-B24C-58E72D5C40B6}" dt="2026-08-07T04:13:40.184" v="1021" actId="167"/>
          <ac:picMkLst>
            <pc:docMk/>
            <pc:sldMk cId="0" sldId="259"/>
            <ac:picMk id="31" creationId="{41A717DE-DD32-8C87-C288-0D89E8EF59A3}"/>
          </ac:picMkLst>
        </pc:picChg>
        <pc:picChg chg="add del mod">
          <ac:chgData name="문 동진(KSTD)" userId="3d26c5c2-5d13-41b2-b4a9-bebd91ca5bef" providerId="ADAL" clId="{AC91C77A-115B-4066-B24C-58E72D5C40B6}" dt="2026-08-11T04:41:34.670" v="3835" actId="478"/>
          <ac:picMkLst>
            <pc:docMk/>
            <pc:sldMk cId="0" sldId="259"/>
            <ac:picMk id="34" creationId="{75EDBB59-E6CA-2494-3389-78C6470DA457}"/>
          </ac:picMkLst>
        </pc:picChg>
        <pc:picChg chg="add del">
          <ac:chgData name="문 동진(KSTD)" userId="3d26c5c2-5d13-41b2-b4a9-bebd91ca5bef" providerId="ADAL" clId="{AC91C77A-115B-4066-B24C-58E72D5C40B6}" dt="2026-08-11T04:41:06.086" v="3826" actId="22"/>
          <ac:picMkLst>
            <pc:docMk/>
            <pc:sldMk cId="0" sldId="259"/>
            <ac:picMk id="44" creationId="{B2008412-4581-265B-EA60-B958896BE40C}"/>
          </ac:picMkLst>
        </pc:picChg>
        <pc:picChg chg="add del mod">
          <ac:chgData name="문 동진(KSTD)" userId="3d26c5c2-5d13-41b2-b4a9-bebd91ca5bef" providerId="ADAL" clId="{AC91C77A-115B-4066-B24C-58E72D5C40B6}" dt="2026-08-11T04:41:09.980" v="3830" actId="22"/>
          <ac:picMkLst>
            <pc:docMk/>
            <pc:sldMk cId="0" sldId="259"/>
            <ac:picMk id="48" creationId="{38FB91BE-F2FD-960F-39E2-C2198342B1DC}"/>
          </ac:picMkLst>
        </pc:picChg>
        <pc:picChg chg="add del">
          <ac:chgData name="문 동진(KSTD)" userId="3d26c5c2-5d13-41b2-b4a9-bebd91ca5bef" providerId="ADAL" clId="{AC91C77A-115B-4066-B24C-58E72D5C40B6}" dt="2026-08-11T04:41:17.998" v="3832" actId="22"/>
          <ac:picMkLst>
            <pc:docMk/>
            <pc:sldMk cId="0" sldId="259"/>
            <ac:picMk id="54" creationId="{CC6BB45A-2AE9-A05F-13FF-2ED217A199AD}"/>
          </ac:picMkLst>
        </pc:picChg>
        <pc:picChg chg="add del mod">
          <ac:chgData name="문 동진(KSTD)" userId="3d26c5c2-5d13-41b2-b4a9-bebd91ca5bef" providerId="ADAL" clId="{AC91C77A-115B-4066-B24C-58E72D5C40B6}" dt="2026-08-11T04:44:32.274" v="3872" actId="478"/>
          <ac:picMkLst>
            <pc:docMk/>
            <pc:sldMk cId="0" sldId="259"/>
            <ac:picMk id="58" creationId="{68250709-CC0A-2F16-155D-9B80497A2B60}"/>
          </ac:picMkLst>
        </pc:picChg>
        <pc:picChg chg="add del mod">
          <ac:chgData name="문 동진(KSTD)" userId="3d26c5c2-5d13-41b2-b4a9-bebd91ca5bef" providerId="ADAL" clId="{AC91C77A-115B-4066-B24C-58E72D5C40B6}" dt="2026-08-11T05:52:02.785" v="4639" actId="478"/>
          <ac:picMkLst>
            <pc:docMk/>
            <pc:sldMk cId="0" sldId="259"/>
            <ac:picMk id="62" creationId="{4ABB88AC-6393-A674-D461-EF858BCF418F}"/>
          </ac:picMkLst>
        </pc:picChg>
        <pc:picChg chg="add mod">
          <ac:chgData name="문 동진(KSTD)" userId="3d26c5c2-5d13-41b2-b4a9-bebd91ca5bef" providerId="ADAL" clId="{AC91C77A-115B-4066-B24C-58E72D5C40B6}" dt="2026-08-11T04:44:36.691" v="3875" actId="14100"/>
          <ac:picMkLst>
            <pc:docMk/>
            <pc:sldMk cId="0" sldId="259"/>
            <ac:picMk id="64" creationId="{4A9C7375-8A61-0B88-0C39-9D8E2E4DE8EF}"/>
          </ac:picMkLst>
        </pc:picChg>
      </pc:sldChg>
      <pc:sldChg chg="addSp delSp modSp mod modTransition">
        <pc:chgData name="문 동진(KSTD)" userId="3d26c5c2-5d13-41b2-b4a9-bebd91ca5bef" providerId="ADAL" clId="{AC91C77A-115B-4066-B24C-58E72D5C40B6}" dt="2026-08-11T06:00:07.082" v="4674"/>
        <pc:sldMkLst>
          <pc:docMk/>
          <pc:sldMk cId="0" sldId="260"/>
        </pc:sldMkLst>
        <pc:spChg chg="mod">
          <ac:chgData name="문 동진(KSTD)" userId="3d26c5c2-5d13-41b2-b4a9-bebd91ca5bef" providerId="ADAL" clId="{AC91C77A-115B-4066-B24C-58E72D5C40B6}" dt="2026-08-11T02:34:36.379" v="3006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4:04:53.897" v="805" actId="122"/>
          <ac:spMkLst>
            <pc:docMk/>
            <pc:sldMk cId="0" sldId="260"/>
            <ac:spMk id="5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4:04:56.923" v="806" actId="122"/>
          <ac:spMkLst>
            <pc:docMk/>
            <pc:sldMk cId="0" sldId="260"/>
            <ac:spMk id="6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2:53.140" v="4641" actId="164"/>
          <ac:spMkLst>
            <pc:docMk/>
            <pc:sldMk cId="0" sldId="260"/>
            <ac:spMk id="7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2:53.140" v="4641" actId="164"/>
          <ac:spMkLst>
            <pc:docMk/>
            <pc:sldMk cId="0" sldId="260"/>
            <ac:spMk id="9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19:49.919" v="4338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19:20.285" v="4242"/>
          <ac:spMkLst>
            <pc:docMk/>
            <pc:sldMk cId="0" sldId="260"/>
            <ac:spMk id="11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2:53.140" v="4641" actId="164"/>
          <ac:spMkLst>
            <pc:docMk/>
            <pc:sldMk cId="0" sldId="260"/>
            <ac:spMk id="12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2:53.140" v="4641" actId="164"/>
          <ac:spMkLst>
            <pc:docMk/>
            <pc:sldMk cId="0" sldId="260"/>
            <ac:spMk id="14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20:06.934" v="4344" actId="108"/>
          <ac:spMkLst>
            <pc:docMk/>
            <pc:sldMk cId="0" sldId="260"/>
            <ac:spMk id="15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2:53.140" v="4641" actId="164"/>
          <ac:spMkLst>
            <pc:docMk/>
            <pc:sldMk cId="0" sldId="260"/>
            <ac:spMk id="16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2:53.140" v="4641" actId="164"/>
          <ac:spMkLst>
            <pc:docMk/>
            <pc:sldMk cId="0" sldId="260"/>
            <ac:spMk id="17" creationId="{00000000-0000-0000-0000-000000000000}"/>
          </ac:spMkLst>
        </pc:spChg>
        <pc:spChg chg="add del mod">
          <ac:chgData name="문 동진(KSTD)" userId="3d26c5c2-5d13-41b2-b4a9-bebd91ca5bef" providerId="ADAL" clId="{AC91C77A-115B-4066-B24C-58E72D5C40B6}" dt="2026-08-11T05:52:53.140" v="4641" actId="164"/>
          <ac:spMkLst>
            <pc:docMk/>
            <pc:sldMk cId="0" sldId="260"/>
            <ac:spMk id="18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2:53.140" v="4641" actId="164"/>
          <ac:spMkLst>
            <pc:docMk/>
            <pc:sldMk cId="0" sldId="260"/>
            <ac:spMk id="19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2:53.140" v="4641" actId="164"/>
          <ac:spMkLst>
            <pc:docMk/>
            <pc:sldMk cId="0" sldId="260"/>
            <ac:spMk id="20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21:12.735" v="4357" actId="107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21:12.735" v="4357" actId="107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2:53.140" v="4641" actId="164"/>
          <ac:spMkLst>
            <pc:docMk/>
            <pc:sldMk cId="0" sldId="260"/>
            <ac:spMk id="23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21:12.735" v="4357" actId="1076"/>
          <ac:spMkLst>
            <pc:docMk/>
            <pc:sldMk cId="0" sldId="260"/>
            <ac:spMk id="24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21:12.735" v="4357" actId="1076"/>
          <ac:spMkLst>
            <pc:docMk/>
            <pc:sldMk cId="0" sldId="260"/>
            <ac:spMk id="25" creationId="{00000000-0000-0000-0000-000000000000}"/>
          </ac:spMkLst>
        </pc:spChg>
        <pc:spChg chg="del mod">
          <ac:chgData name="문 동진(KSTD)" userId="3d26c5c2-5d13-41b2-b4a9-bebd91ca5bef" providerId="ADAL" clId="{AC91C77A-115B-4066-B24C-58E72D5C40B6}" dt="2026-08-11T05:20:39.650" v="4350" actId="478"/>
          <ac:spMkLst>
            <pc:docMk/>
            <pc:sldMk cId="0" sldId="260"/>
            <ac:spMk id="26" creationId="{00000000-0000-0000-0000-000000000000}"/>
          </ac:spMkLst>
        </pc:spChg>
        <pc:spChg chg="del mod">
          <ac:chgData name="문 동진(KSTD)" userId="3d26c5c2-5d13-41b2-b4a9-bebd91ca5bef" providerId="ADAL" clId="{AC91C77A-115B-4066-B24C-58E72D5C40B6}" dt="2026-08-11T05:20:39.650" v="4350" actId="478"/>
          <ac:spMkLst>
            <pc:docMk/>
            <pc:sldMk cId="0" sldId="260"/>
            <ac:spMk id="27" creationId="{00000000-0000-0000-0000-000000000000}"/>
          </ac:spMkLst>
        </pc:spChg>
        <pc:spChg chg="add del mod">
          <ac:chgData name="문 동진(KSTD)" userId="3d26c5c2-5d13-41b2-b4a9-bebd91ca5bef" providerId="ADAL" clId="{AC91C77A-115B-4066-B24C-58E72D5C40B6}" dt="2026-08-11T05:21:04.197" v="4355"/>
          <ac:spMkLst>
            <pc:docMk/>
            <pc:sldMk cId="0" sldId="260"/>
            <ac:spMk id="28" creationId="{9C47B9B9-EE05-359F-B53C-77D726883744}"/>
          </ac:spMkLst>
        </pc:spChg>
        <pc:spChg chg="del">
          <ac:chgData name="문 동진(KSTD)" userId="3d26c5c2-5d13-41b2-b4a9-bebd91ca5bef" providerId="ADAL" clId="{AC91C77A-115B-4066-B24C-58E72D5C40B6}" dt="2026-08-11T02:27:40.177" v="2918" actId="478"/>
          <ac:spMkLst>
            <pc:docMk/>
            <pc:sldMk cId="0" sldId="260"/>
            <ac:spMk id="33" creationId="{00000000-0000-0000-0000-000000000000}"/>
          </ac:spMkLst>
        </pc:spChg>
        <pc:grpChg chg="add mod">
          <ac:chgData name="문 동진(KSTD)" userId="3d26c5c2-5d13-41b2-b4a9-bebd91ca5bef" providerId="ADAL" clId="{AC91C77A-115B-4066-B24C-58E72D5C40B6}" dt="2026-08-07T01:42:29.880" v="54"/>
          <ac:grpSpMkLst>
            <pc:docMk/>
            <pc:sldMk cId="0" sldId="260"/>
            <ac:grpSpMk id="37" creationId="{06507091-C4D6-95E9-7903-F8341B1FF37B}"/>
          </ac:grpSpMkLst>
        </pc:grpChg>
        <pc:picChg chg="mod">
          <ac:chgData name="문 동진(KSTD)" userId="3d26c5c2-5d13-41b2-b4a9-bebd91ca5bef" providerId="ADAL" clId="{AC91C77A-115B-4066-B24C-58E72D5C40B6}" dt="2026-08-07T01:42:29.880" v="54"/>
          <ac:picMkLst>
            <pc:docMk/>
            <pc:sldMk cId="0" sldId="260"/>
            <ac:picMk id="38" creationId="{0E47F2CE-6405-915D-2CDE-F04AE408CF6D}"/>
          </ac:picMkLst>
        </pc:picChg>
        <pc:picChg chg="mod">
          <ac:chgData name="문 동진(KSTD)" userId="3d26c5c2-5d13-41b2-b4a9-bebd91ca5bef" providerId="ADAL" clId="{AC91C77A-115B-4066-B24C-58E72D5C40B6}" dt="2026-08-07T01:42:29.880" v="54"/>
          <ac:picMkLst>
            <pc:docMk/>
            <pc:sldMk cId="0" sldId="260"/>
            <ac:picMk id="39" creationId="{C908E3C0-45C4-F65B-5DED-1188306C14AD}"/>
          </ac:picMkLst>
        </pc:picChg>
        <pc:picChg chg="add ord">
          <ac:chgData name="문 동진(KSTD)" userId="3d26c5c2-5d13-41b2-b4a9-bebd91ca5bef" providerId="ADAL" clId="{AC91C77A-115B-4066-B24C-58E72D5C40B6}" dt="2026-08-07T04:14:17.747" v="1036" actId="167"/>
          <ac:picMkLst>
            <pc:docMk/>
            <pc:sldMk cId="0" sldId="260"/>
            <ac:picMk id="51" creationId="{F6C2486C-13E7-7D1F-F325-235F825C653F}"/>
          </ac:picMkLst>
        </pc:picChg>
      </pc:sldChg>
      <pc:sldChg chg="addSp delSp modSp mod modTransition">
        <pc:chgData name="문 동진(KSTD)" userId="3d26c5c2-5d13-41b2-b4a9-bebd91ca5bef" providerId="ADAL" clId="{AC91C77A-115B-4066-B24C-58E72D5C40B6}" dt="2026-08-11T06:00:07.082" v="4674"/>
        <pc:sldMkLst>
          <pc:docMk/>
          <pc:sldMk cId="0" sldId="261"/>
        </pc:sldMkLst>
        <pc:spChg chg="mod">
          <ac:chgData name="문 동진(KSTD)" userId="3d26c5c2-5d13-41b2-b4a9-bebd91ca5bef" providerId="ADAL" clId="{AC91C77A-115B-4066-B24C-58E72D5C40B6}" dt="2026-08-11T05:53:05.469" v="4645" actId="164"/>
          <ac:spMkLst>
            <pc:docMk/>
            <pc:sldMk cId="0" sldId="261"/>
            <ac:spMk id="5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2:22:58.628" v="619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3:05.469" v="4645" actId="164"/>
          <ac:spMkLst>
            <pc:docMk/>
            <pc:sldMk cId="0" sldId="261"/>
            <ac:spMk id="7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3:05.469" v="4645" actId="164"/>
          <ac:spMkLst>
            <pc:docMk/>
            <pc:sldMk cId="0" sldId="261"/>
            <ac:spMk id="8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3:05.469" v="4645" actId="164"/>
          <ac:spMkLst>
            <pc:docMk/>
            <pc:sldMk cId="0" sldId="261"/>
            <ac:spMk id="9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4:09:11.440" v="937" actId="1410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3:05.469" v="4645" actId="164"/>
          <ac:spMkLst>
            <pc:docMk/>
            <pc:sldMk cId="0" sldId="261"/>
            <ac:spMk id="11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4:09:11.440" v="937" actId="14100"/>
          <ac:spMkLst>
            <pc:docMk/>
            <pc:sldMk cId="0" sldId="261"/>
            <ac:spMk id="12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3:05.469" v="4645" actId="164"/>
          <ac:spMkLst>
            <pc:docMk/>
            <pc:sldMk cId="0" sldId="261"/>
            <ac:spMk id="13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4:09:11.440" v="937" actId="14100"/>
          <ac:spMkLst>
            <pc:docMk/>
            <pc:sldMk cId="0" sldId="261"/>
            <ac:spMk id="14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3:05.469" v="4645" actId="164"/>
          <ac:spMkLst>
            <pc:docMk/>
            <pc:sldMk cId="0" sldId="261"/>
            <ac:spMk id="15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3:05.469" v="4645" actId="164"/>
          <ac:spMkLst>
            <pc:docMk/>
            <pc:sldMk cId="0" sldId="261"/>
            <ac:spMk id="16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1:57:36.652" v="2578"/>
          <ac:spMkLst>
            <pc:docMk/>
            <pc:sldMk cId="0" sldId="261"/>
            <ac:spMk id="17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3:05.469" v="4645" actId="164"/>
          <ac:spMkLst>
            <pc:docMk/>
            <pc:sldMk cId="0" sldId="261"/>
            <ac:spMk id="18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4:09:11.440" v="937" actId="14100"/>
          <ac:spMkLst>
            <pc:docMk/>
            <pc:sldMk cId="0" sldId="261"/>
            <ac:spMk id="19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3:05.469" v="4645" actId="164"/>
          <ac:spMkLst>
            <pc:docMk/>
            <pc:sldMk cId="0" sldId="261"/>
            <ac:spMk id="20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1:57:41.879" v="2584"/>
          <ac:spMkLst>
            <pc:docMk/>
            <pc:sldMk cId="0" sldId="261"/>
            <ac:spMk id="21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1T02:27:41.513" v="2919" actId="478"/>
          <ac:spMkLst>
            <pc:docMk/>
            <pc:sldMk cId="0" sldId="261"/>
            <ac:spMk id="26" creationId="{00000000-0000-0000-0000-000000000000}"/>
          </ac:spMkLst>
        </pc:spChg>
        <pc:grpChg chg="add mod">
          <ac:chgData name="문 동진(KSTD)" userId="3d26c5c2-5d13-41b2-b4a9-bebd91ca5bef" providerId="ADAL" clId="{AC91C77A-115B-4066-B24C-58E72D5C40B6}" dt="2026-08-07T01:42:26.676" v="52"/>
          <ac:grpSpMkLst>
            <pc:docMk/>
            <pc:sldMk cId="0" sldId="261"/>
            <ac:grpSpMk id="27" creationId="{749CE85C-D27C-B26A-6396-7221E9278ABB}"/>
          </ac:grpSpMkLst>
        </pc:grpChg>
        <pc:picChg chg="mod">
          <ac:chgData name="문 동진(KSTD)" userId="3d26c5c2-5d13-41b2-b4a9-bebd91ca5bef" providerId="ADAL" clId="{AC91C77A-115B-4066-B24C-58E72D5C40B6}" dt="2026-08-07T01:42:26.676" v="52"/>
          <ac:picMkLst>
            <pc:docMk/>
            <pc:sldMk cId="0" sldId="261"/>
            <ac:picMk id="28" creationId="{56EC2C4E-A9A7-0BFF-3760-927DDE28A680}"/>
          </ac:picMkLst>
        </pc:picChg>
        <pc:picChg chg="mod">
          <ac:chgData name="문 동진(KSTD)" userId="3d26c5c2-5d13-41b2-b4a9-bebd91ca5bef" providerId="ADAL" clId="{AC91C77A-115B-4066-B24C-58E72D5C40B6}" dt="2026-08-07T01:42:26.676" v="52"/>
          <ac:picMkLst>
            <pc:docMk/>
            <pc:sldMk cId="0" sldId="261"/>
            <ac:picMk id="29" creationId="{F386405E-0B0B-0D03-E24C-E475A75D7FD1}"/>
          </ac:picMkLst>
        </pc:picChg>
        <pc:picChg chg="add ord">
          <ac:chgData name="문 동진(KSTD)" userId="3d26c5c2-5d13-41b2-b4a9-bebd91ca5bef" providerId="ADAL" clId="{AC91C77A-115B-4066-B24C-58E72D5C40B6}" dt="2026-08-07T04:13:27.347" v="1017" actId="167"/>
          <ac:picMkLst>
            <pc:docMk/>
            <pc:sldMk cId="0" sldId="261"/>
            <ac:picMk id="33" creationId="{F8C2FE43-70E0-3068-4EAB-9F82BEA69A47}"/>
          </ac:picMkLst>
        </pc:picChg>
      </pc:sldChg>
      <pc:sldChg chg="addSp delSp modSp mod modTransition setBg">
        <pc:chgData name="문 동진(KSTD)" userId="3d26c5c2-5d13-41b2-b4a9-bebd91ca5bef" providerId="ADAL" clId="{AC91C77A-115B-4066-B24C-58E72D5C40B6}" dt="2026-08-11T06:10:37.253" v="4723" actId="1076"/>
        <pc:sldMkLst>
          <pc:docMk/>
          <pc:sldMk cId="0" sldId="262"/>
        </pc:sldMkLst>
        <pc:spChg chg="mod">
          <ac:chgData name="문 동진(KSTD)" userId="3d26c5c2-5d13-41b2-b4a9-bebd91ca5bef" providerId="ADAL" clId="{AC91C77A-115B-4066-B24C-58E72D5C40B6}" dt="2026-08-11T06:10:28.281" v="4720" actId="164"/>
          <ac:spMkLst>
            <pc:docMk/>
            <pc:sldMk cId="0" sldId="262"/>
            <ac:spMk id="5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4:10:33.062" v="996" actId="404"/>
          <ac:spMkLst>
            <pc:docMk/>
            <pc:sldMk cId="0" sldId="262"/>
            <ac:spMk id="6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10:28.281" v="4720" actId="164"/>
          <ac:spMkLst>
            <pc:docMk/>
            <pc:sldMk cId="0" sldId="262"/>
            <ac:spMk id="7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4:24:37.610" v="1129" actId="108"/>
          <ac:spMkLst>
            <pc:docMk/>
            <pc:sldMk cId="0" sldId="262"/>
            <ac:spMk id="8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10:28.281" v="4720" actId="164"/>
          <ac:spMkLst>
            <pc:docMk/>
            <pc:sldMk cId="0" sldId="262"/>
            <ac:spMk id="9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2:18:38.371" v="580" actId="122"/>
          <ac:spMkLst>
            <pc:docMk/>
            <pc:sldMk cId="0" sldId="262"/>
            <ac:spMk id="10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10:28.281" v="4720" actId="164"/>
          <ac:spMkLst>
            <pc:docMk/>
            <pc:sldMk cId="0" sldId="262"/>
            <ac:spMk id="11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4:10:40.306" v="997" actId="404"/>
          <ac:spMkLst>
            <pc:docMk/>
            <pc:sldMk cId="0" sldId="262"/>
            <ac:spMk id="12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10:28.281" v="4720" actId="164"/>
          <ac:spMkLst>
            <pc:docMk/>
            <pc:sldMk cId="0" sldId="262"/>
            <ac:spMk id="13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10:28.281" v="4720" actId="164"/>
          <ac:spMkLst>
            <pc:docMk/>
            <pc:sldMk cId="0" sldId="262"/>
            <ac:spMk id="14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10:28.281" v="4720" actId="164"/>
          <ac:spMkLst>
            <pc:docMk/>
            <pc:sldMk cId="0" sldId="262"/>
            <ac:spMk id="16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4:25:50.825" v="1140" actId="207"/>
          <ac:spMkLst>
            <pc:docMk/>
            <pc:sldMk cId="0" sldId="262"/>
            <ac:spMk id="17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10:28.281" v="4720" actId="164"/>
          <ac:spMkLst>
            <pc:docMk/>
            <pc:sldMk cId="0" sldId="262"/>
            <ac:spMk id="18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4:10:40.306" v="997" actId="404"/>
          <ac:spMkLst>
            <pc:docMk/>
            <pc:sldMk cId="0" sldId="262"/>
            <ac:spMk id="19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4:10:40.306" v="997" actId="404"/>
          <ac:spMkLst>
            <pc:docMk/>
            <pc:sldMk cId="0" sldId="262"/>
            <ac:spMk id="20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10:28.281" v="4720" actId="164"/>
          <ac:spMkLst>
            <pc:docMk/>
            <pc:sldMk cId="0" sldId="262"/>
            <ac:spMk id="21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4:10:40.306" v="997" actId="404"/>
          <ac:spMkLst>
            <pc:docMk/>
            <pc:sldMk cId="0" sldId="262"/>
            <ac:spMk id="22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10:28.281" v="4720" actId="164"/>
          <ac:spMkLst>
            <pc:docMk/>
            <pc:sldMk cId="0" sldId="262"/>
            <ac:spMk id="23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2:19:35.659" v="588" actId="255"/>
          <ac:spMkLst>
            <pc:docMk/>
            <pc:sldMk cId="0" sldId="262"/>
            <ac:spMk id="24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4:10:40.306" v="997" actId="404"/>
          <ac:spMkLst>
            <pc:docMk/>
            <pc:sldMk cId="0" sldId="262"/>
            <ac:spMk id="25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1T02:27:42.830" v="2920" actId="478"/>
          <ac:spMkLst>
            <pc:docMk/>
            <pc:sldMk cId="0" sldId="262"/>
            <ac:spMk id="30" creationId="{00000000-0000-0000-0000-000000000000}"/>
          </ac:spMkLst>
        </pc:spChg>
        <pc:spChg chg="add mod ord">
          <ac:chgData name="문 동진(KSTD)" userId="3d26c5c2-5d13-41b2-b4a9-bebd91ca5bef" providerId="ADAL" clId="{AC91C77A-115B-4066-B24C-58E72D5C40B6}" dt="2026-08-07T04:25:20.618" v="1134" actId="167"/>
          <ac:spMkLst>
            <pc:docMk/>
            <pc:sldMk cId="0" sldId="262"/>
            <ac:spMk id="41" creationId="{8CF18630-6727-A417-DAB3-08A0502440B6}"/>
          </ac:spMkLst>
        </pc:spChg>
        <pc:grpChg chg="mod">
          <ac:chgData name="문 동진(KSTD)" userId="3d26c5c2-5d13-41b2-b4a9-bebd91ca5bef" providerId="ADAL" clId="{AC91C77A-115B-4066-B24C-58E72D5C40B6}" dt="2026-08-11T06:10:37.253" v="4723" actId="1076"/>
          <ac:grpSpMkLst>
            <pc:docMk/>
            <pc:sldMk cId="0" sldId="262"/>
            <ac:grpSpMk id="27" creationId="{42567CEE-E332-83F7-9637-2461B88E82FC}"/>
          </ac:grpSpMkLst>
        </pc:grpChg>
        <pc:grpChg chg="add mod">
          <ac:chgData name="문 동진(KSTD)" userId="3d26c5c2-5d13-41b2-b4a9-bebd91ca5bef" providerId="ADAL" clId="{AC91C77A-115B-4066-B24C-58E72D5C40B6}" dt="2026-08-07T01:42:37.815" v="56"/>
          <ac:grpSpMkLst>
            <pc:docMk/>
            <pc:sldMk cId="0" sldId="262"/>
            <ac:grpSpMk id="31" creationId="{86F5C58E-D1B8-1CE1-B926-9CB1FE6C9090}"/>
          </ac:grpSpMkLst>
        </pc:grpChg>
        <pc:picChg chg="mod">
          <ac:chgData name="문 동진(KSTD)" userId="3d26c5c2-5d13-41b2-b4a9-bebd91ca5bef" providerId="ADAL" clId="{AC91C77A-115B-4066-B24C-58E72D5C40B6}" dt="2026-08-07T01:42:37.815" v="56"/>
          <ac:picMkLst>
            <pc:docMk/>
            <pc:sldMk cId="0" sldId="262"/>
            <ac:picMk id="32" creationId="{98F7334B-AE62-DA0B-C1BF-F586B37D3C12}"/>
          </ac:picMkLst>
        </pc:picChg>
        <pc:picChg chg="mod">
          <ac:chgData name="문 동진(KSTD)" userId="3d26c5c2-5d13-41b2-b4a9-bebd91ca5bef" providerId="ADAL" clId="{AC91C77A-115B-4066-B24C-58E72D5C40B6}" dt="2026-08-07T01:42:37.815" v="56"/>
          <ac:picMkLst>
            <pc:docMk/>
            <pc:sldMk cId="0" sldId="262"/>
            <ac:picMk id="33" creationId="{2A8C4082-6425-679C-BE1E-78D2B89164F4}"/>
          </ac:picMkLst>
        </pc:picChg>
        <pc:picChg chg="add ord">
          <ac:chgData name="문 동진(KSTD)" userId="3d26c5c2-5d13-41b2-b4a9-bebd91ca5bef" providerId="ADAL" clId="{AC91C77A-115B-4066-B24C-58E72D5C40B6}" dt="2026-08-07T04:25:22.811" v="1135" actId="167"/>
          <ac:picMkLst>
            <pc:docMk/>
            <pc:sldMk cId="0" sldId="262"/>
            <ac:picMk id="35" creationId="{4F9E8D19-C25B-598F-3F80-C37A24BC96DE}"/>
          </ac:picMkLst>
        </pc:picChg>
      </pc:sldChg>
      <pc:sldChg chg="addSp delSp modSp mod modTransition setBg">
        <pc:chgData name="문 동진(KSTD)" userId="3d26c5c2-5d13-41b2-b4a9-bebd91ca5bef" providerId="ADAL" clId="{AC91C77A-115B-4066-B24C-58E72D5C40B6}" dt="2026-08-11T06:45:21.826" v="4838" actId="20577"/>
        <pc:sldMkLst>
          <pc:docMk/>
          <pc:sldMk cId="0" sldId="263"/>
        </pc:sldMkLst>
        <pc:spChg chg="del mod">
          <ac:chgData name="문 동진(KSTD)" userId="3d26c5c2-5d13-41b2-b4a9-bebd91ca5bef" providerId="ADAL" clId="{AC91C77A-115B-4066-B24C-58E72D5C40B6}" dt="2026-08-11T05:25:01.390" v="4380" actId="478"/>
          <ac:spMkLst>
            <pc:docMk/>
            <pc:sldMk cId="0" sldId="263"/>
            <ac:spMk id="6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25:23.613" v="4390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28:36.475" v="4405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45:21.826" v="4838" actId="20577"/>
          <ac:spMkLst>
            <pc:docMk/>
            <pc:sldMk cId="0" sldId="263"/>
            <ac:spMk id="9" creationId="{00000000-0000-0000-0000-000000000000}"/>
          </ac:spMkLst>
        </pc:spChg>
        <pc:spChg chg="del mod">
          <ac:chgData name="문 동진(KSTD)" userId="3d26c5c2-5d13-41b2-b4a9-bebd91ca5bef" providerId="ADAL" clId="{AC91C77A-115B-4066-B24C-58E72D5C40B6}" dt="2026-08-11T05:23:58.426" v="4373" actId="478"/>
          <ac:spMkLst>
            <pc:docMk/>
            <pc:sldMk cId="0" sldId="263"/>
            <ac:spMk id="10" creationId="{00000000-0000-0000-0000-000000000000}"/>
          </ac:spMkLst>
        </pc:spChg>
        <pc:spChg chg="del mod">
          <ac:chgData name="문 동진(KSTD)" userId="3d26c5c2-5d13-41b2-b4a9-bebd91ca5bef" providerId="ADAL" clId="{AC91C77A-115B-4066-B24C-58E72D5C40B6}" dt="2026-08-11T05:25:10.297" v="4386" actId="478"/>
          <ac:spMkLst>
            <pc:docMk/>
            <pc:sldMk cId="0" sldId="263"/>
            <ac:spMk id="11" creationId="{00000000-0000-0000-0000-000000000000}"/>
          </ac:spMkLst>
        </pc:spChg>
        <pc:spChg chg="del mod">
          <ac:chgData name="문 동진(KSTD)" userId="3d26c5c2-5d13-41b2-b4a9-bebd91ca5bef" providerId="ADAL" clId="{AC91C77A-115B-4066-B24C-58E72D5C40B6}" dt="2026-08-11T05:25:10.297" v="4386" actId="478"/>
          <ac:spMkLst>
            <pc:docMk/>
            <pc:sldMk cId="0" sldId="263"/>
            <ac:spMk id="12" creationId="{00000000-0000-0000-0000-000000000000}"/>
          </ac:spMkLst>
        </pc:spChg>
        <pc:spChg chg="del mod">
          <ac:chgData name="문 동진(KSTD)" userId="3d26c5c2-5d13-41b2-b4a9-bebd91ca5bef" providerId="ADAL" clId="{AC91C77A-115B-4066-B24C-58E72D5C40B6}" dt="2026-08-11T05:25:10.297" v="4386" actId="478"/>
          <ac:spMkLst>
            <pc:docMk/>
            <pc:sldMk cId="0" sldId="263"/>
            <ac:spMk id="13" creationId="{00000000-0000-0000-0000-000000000000}"/>
          </ac:spMkLst>
        </pc:spChg>
        <pc:spChg chg="del mod">
          <ac:chgData name="문 동진(KSTD)" userId="3d26c5c2-5d13-41b2-b4a9-bebd91ca5bef" providerId="ADAL" clId="{AC91C77A-115B-4066-B24C-58E72D5C40B6}" dt="2026-08-11T05:23:56.991" v="4372" actId="478"/>
          <ac:spMkLst>
            <pc:docMk/>
            <pc:sldMk cId="0" sldId="263"/>
            <ac:spMk id="14" creationId="{00000000-0000-0000-0000-000000000000}"/>
          </ac:spMkLst>
        </pc:spChg>
        <pc:spChg chg="del mod">
          <ac:chgData name="문 동진(KSTD)" userId="3d26c5c2-5d13-41b2-b4a9-bebd91ca5bef" providerId="ADAL" clId="{AC91C77A-115B-4066-B24C-58E72D5C40B6}" dt="2026-08-11T05:25:10.297" v="4386" actId="478"/>
          <ac:spMkLst>
            <pc:docMk/>
            <pc:sldMk cId="0" sldId="263"/>
            <ac:spMk id="15" creationId="{00000000-0000-0000-0000-000000000000}"/>
          </ac:spMkLst>
        </pc:spChg>
        <pc:spChg chg="del mod">
          <ac:chgData name="문 동진(KSTD)" userId="3d26c5c2-5d13-41b2-b4a9-bebd91ca5bef" providerId="ADAL" clId="{AC91C77A-115B-4066-B24C-58E72D5C40B6}" dt="2026-08-11T05:25:10.297" v="4386" actId="478"/>
          <ac:spMkLst>
            <pc:docMk/>
            <pc:sldMk cId="0" sldId="263"/>
            <ac:spMk id="16" creationId="{00000000-0000-0000-0000-000000000000}"/>
          </ac:spMkLst>
        </pc:spChg>
        <pc:spChg chg="del mod">
          <ac:chgData name="문 동진(KSTD)" userId="3d26c5c2-5d13-41b2-b4a9-bebd91ca5bef" providerId="ADAL" clId="{AC91C77A-115B-4066-B24C-58E72D5C40B6}" dt="2026-08-11T05:25:10.297" v="4386" actId="478"/>
          <ac:spMkLst>
            <pc:docMk/>
            <pc:sldMk cId="0" sldId="263"/>
            <ac:spMk id="17" creationId="{00000000-0000-0000-0000-000000000000}"/>
          </ac:spMkLst>
        </pc:spChg>
        <pc:spChg chg="del mod">
          <ac:chgData name="문 동진(KSTD)" userId="3d26c5c2-5d13-41b2-b4a9-bebd91ca5bef" providerId="ADAL" clId="{AC91C77A-115B-4066-B24C-58E72D5C40B6}" dt="2026-08-11T05:23:53.560" v="4369" actId="478"/>
          <ac:spMkLst>
            <pc:docMk/>
            <pc:sldMk cId="0" sldId="263"/>
            <ac:spMk id="18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1T02:27:44.179" v="2921" actId="478"/>
          <ac:spMkLst>
            <pc:docMk/>
            <pc:sldMk cId="0" sldId="263"/>
            <ac:spMk id="23" creationId="{00000000-0000-0000-0000-000000000000}"/>
          </ac:spMkLst>
        </pc:spChg>
        <pc:grpChg chg="add mod">
          <ac:chgData name="문 동진(KSTD)" userId="3d26c5c2-5d13-41b2-b4a9-bebd91ca5bef" providerId="ADAL" clId="{AC91C77A-115B-4066-B24C-58E72D5C40B6}" dt="2026-08-07T01:42:40.838" v="58"/>
          <ac:grpSpMkLst>
            <pc:docMk/>
            <pc:sldMk cId="0" sldId="263"/>
            <ac:grpSpMk id="24" creationId="{138BB2D2-5F09-CF17-940D-4A14B01D6D2D}"/>
          </ac:grpSpMkLst>
        </pc:grpChg>
        <pc:picChg chg="add del mod">
          <ac:chgData name="문 동진(KSTD)" userId="3d26c5c2-5d13-41b2-b4a9-bebd91ca5bef" providerId="ADAL" clId="{AC91C77A-115B-4066-B24C-58E72D5C40B6}" dt="2026-08-10T04:01:25.795" v="1381" actId="22"/>
          <ac:picMkLst>
            <pc:docMk/>
            <pc:sldMk cId="0" sldId="263"/>
            <ac:picMk id="20" creationId="{37FA240C-2F12-1D76-80CC-6088FCB65B3F}"/>
          </ac:picMkLst>
        </pc:picChg>
        <pc:picChg chg="add mod modCrop">
          <ac:chgData name="문 동진(KSTD)" userId="3d26c5c2-5d13-41b2-b4a9-bebd91ca5bef" providerId="ADAL" clId="{AC91C77A-115B-4066-B24C-58E72D5C40B6}" dt="2026-08-11T05:49:26.017" v="4611" actId="14861"/>
          <ac:picMkLst>
            <pc:docMk/>
            <pc:sldMk cId="0" sldId="263"/>
            <ac:picMk id="20" creationId="{F6659416-3CF8-AEE6-EC60-674EF1748FB2}"/>
          </ac:picMkLst>
        </pc:picChg>
        <pc:picChg chg="add del mod modCrop">
          <ac:chgData name="문 동진(KSTD)" userId="3d26c5c2-5d13-41b2-b4a9-bebd91ca5bef" providerId="ADAL" clId="{AC91C77A-115B-4066-B24C-58E72D5C40B6}" dt="2026-08-11T05:24:54.263" v="4374" actId="478"/>
          <ac:picMkLst>
            <pc:docMk/>
            <pc:sldMk cId="0" sldId="263"/>
            <ac:picMk id="22" creationId="{9E3F41DE-9B51-B6C1-7B55-4F6CF2D5FE6B}"/>
          </ac:picMkLst>
        </pc:picChg>
        <pc:picChg chg="mod">
          <ac:chgData name="문 동진(KSTD)" userId="3d26c5c2-5d13-41b2-b4a9-bebd91ca5bef" providerId="ADAL" clId="{AC91C77A-115B-4066-B24C-58E72D5C40B6}" dt="2026-08-07T01:42:40.838" v="58"/>
          <ac:picMkLst>
            <pc:docMk/>
            <pc:sldMk cId="0" sldId="263"/>
            <ac:picMk id="25" creationId="{44576942-B6BC-B3F8-85FB-4EB6F6D2F947}"/>
          </ac:picMkLst>
        </pc:picChg>
        <pc:picChg chg="mod">
          <ac:chgData name="문 동진(KSTD)" userId="3d26c5c2-5d13-41b2-b4a9-bebd91ca5bef" providerId="ADAL" clId="{AC91C77A-115B-4066-B24C-58E72D5C40B6}" dt="2026-08-07T01:42:40.838" v="58"/>
          <ac:picMkLst>
            <pc:docMk/>
            <pc:sldMk cId="0" sldId="263"/>
            <ac:picMk id="26" creationId="{5E6A62E3-A00F-C745-F375-2B28BB937A41}"/>
          </ac:picMkLst>
        </pc:picChg>
        <pc:picChg chg="add del mod modCrop">
          <ac:chgData name="문 동진(KSTD)" userId="3d26c5c2-5d13-41b2-b4a9-bebd91ca5bef" providerId="ADAL" clId="{AC91C77A-115B-4066-B24C-58E72D5C40B6}" dt="2026-08-10T04:01:34.098" v="1385" actId="478"/>
          <ac:picMkLst>
            <pc:docMk/>
            <pc:sldMk cId="0" sldId="263"/>
            <ac:picMk id="28" creationId="{A7EBD4D9-ED40-2FE4-2634-37DB3E28A633}"/>
          </ac:picMkLst>
        </pc:picChg>
        <pc:picChg chg="add mod ord">
          <ac:chgData name="문 동진(KSTD)" userId="3d26c5c2-5d13-41b2-b4a9-bebd91ca5bef" providerId="ADAL" clId="{AC91C77A-115B-4066-B24C-58E72D5C40B6}" dt="2026-08-11T05:23:55.548" v="4371" actId="1076"/>
          <ac:picMkLst>
            <pc:docMk/>
            <pc:sldMk cId="0" sldId="263"/>
            <ac:picMk id="30" creationId="{EC46FC42-444D-6A29-842E-A64330AF1556}"/>
          </ac:picMkLst>
        </pc:picChg>
        <pc:picChg chg="add del mod ord">
          <ac:chgData name="문 동진(KSTD)" userId="3d26c5c2-5d13-41b2-b4a9-bebd91ca5bef" providerId="ADAL" clId="{AC91C77A-115B-4066-B24C-58E72D5C40B6}" dt="2026-08-11T05:24:55.370" v="4375" actId="478"/>
          <ac:picMkLst>
            <pc:docMk/>
            <pc:sldMk cId="0" sldId="263"/>
            <ac:picMk id="32" creationId="{033CF2B1-B7B7-4EB7-EAF2-AABCF3E69CE8}"/>
          </ac:picMkLst>
        </pc:picChg>
      </pc:sldChg>
      <pc:sldChg chg="addSp delSp modSp del mod ord setBg">
        <pc:chgData name="문 동진(KSTD)" userId="3d26c5c2-5d13-41b2-b4a9-bebd91ca5bef" providerId="ADAL" clId="{AC91C77A-115B-4066-B24C-58E72D5C40B6}" dt="2026-08-10T06:08:34.480" v="1463" actId="47"/>
        <pc:sldMkLst>
          <pc:docMk/>
          <pc:sldMk cId="0" sldId="264"/>
        </pc:sldMkLst>
      </pc:sldChg>
      <pc:sldChg chg="addSp delSp modSp mod modTransition">
        <pc:chgData name="문 동진(KSTD)" userId="3d26c5c2-5d13-41b2-b4a9-bebd91ca5bef" providerId="ADAL" clId="{AC91C77A-115B-4066-B24C-58E72D5C40B6}" dt="2026-08-11T06:00:07.082" v="4674"/>
        <pc:sldMkLst>
          <pc:docMk/>
          <pc:sldMk cId="0" sldId="265"/>
        </pc:sldMkLst>
        <pc:spChg chg="mod">
          <ac:chgData name="문 동진(KSTD)" userId="3d26c5c2-5d13-41b2-b4a9-bebd91ca5bef" providerId="ADAL" clId="{AC91C77A-115B-4066-B24C-58E72D5C40B6}" dt="2026-08-11T04:56:08.328" v="3990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3:52:35.333" v="739" actId="20577"/>
          <ac:spMkLst>
            <pc:docMk/>
            <pc:sldMk cId="0" sldId="265"/>
            <ac:spMk id="4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0:46.486" v="4636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0:46.486" v="4636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0:52.250" v="4637" actId="1076"/>
          <ac:spMkLst>
            <pc:docMk/>
            <pc:sldMk cId="0" sldId="265"/>
            <ac:spMk id="8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3:53:28.050" v="755"/>
          <ac:spMkLst>
            <pc:docMk/>
            <pc:sldMk cId="0" sldId="265"/>
            <ac:spMk id="9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0:46.486" v="4636" actId="107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0:46.486" v="4636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0:52.250" v="4637" actId="107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2:25:17.098" v="638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0:46.486" v="4636" actId="107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0:46.486" v="4636" actId="107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0:52.250" v="4637" actId="1076"/>
          <ac:spMkLst>
            <pc:docMk/>
            <pc:sldMk cId="0" sldId="265"/>
            <ac:spMk id="18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2:25:17.098" v="638" actId="107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4:56:12.254" v="3991" actId="207"/>
          <ac:spMkLst>
            <pc:docMk/>
            <pc:sldMk cId="0" sldId="265"/>
            <ac:spMk id="20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1T02:27:48.196" v="2923" actId="478"/>
          <ac:spMkLst>
            <pc:docMk/>
            <pc:sldMk cId="0" sldId="265"/>
            <ac:spMk id="26" creationId="{00000000-0000-0000-0000-000000000000}"/>
          </ac:spMkLst>
        </pc:spChg>
        <pc:grpChg chg="add mod">
          <ac:chgData name="문 동진(KSTD)" userId="3d26c5c2-5d13-41b2-b4a9-bebd91ca5bef" providerId="ADAL" clId="{AC91C77A-115B-4066-B24C-58E72D5C40B6}" dt="2026-08-07T01:42:48.520" v="62"/>
          <ac:grpSpMkLst>
            <pc:docMk/>
            <pc:sldMk cId="0" sldId="265"/>
            <ac:grpSpMk id="27" creationId="{DB69D6E2-6757-6CF8-A470-758C466F9F1B}"/>
          </ac:grpSpMkLst>
        </pc:grpChg>
        <pc:picChg chg="mod">
          <ac:chgData name="문 동진(KSTD)" userId="3d26c5c2-5d13-41b2-b4a9-bebd91ca5bef" providerId="ADAL" clId="{AC91C77A-115B-4066-B24C-58E72D5C40B6}" dt="2026-08-07T01:42:48.520" v="62"/>
          <ac:picMkLst>
            <pc:docMk/>
            <pc:sldMk cId="0" sldId="265"/>
            <ac:picMk id="28" creationId="{A9EABF1A-3D2C-C92D-ED70-DCA7B20A4167}"/>
          </ac:picMkLst>
        </pc:picChg>
        <pc:picChg chg="mod">
          <ac:chgData name="문 동진(KSTD)" userId="3d26c5c2-5d13-41b2-b4a9-bebd91ca5bef" providerId="ADAL" clId="{AC91C77A-115B-4066-B24C-58E72D5C40B6}" dt="2026-08-07T01:42:48.520" v="62"/>
          <ac:picMkLst>
            <pc:docMk/>
            <pc:sldMk cId="0" sldId="265"/>
            <ac:picMk id="29" creationId="{F85B4743-05D9-B2B6-93B7-7BB8B1F7B23F}"/>
          </ac:picMkLst>
        </pc:picChg>
      </pc:sldChg>
      <pc:sldChg chg="addSp delSp modSp mod ord modTransition">
        <pc:chgData name="문 동진(KSTD)" userId="3d26c5c2-5d13-41b2-b4a9-bebd91ca5bef" providerId="ADAL" clId="{AC91C77A-115B-4066-B24C-58E72D5C40B6}" dt="2026-08-11T06:39:38.321" v="4772"/>
        <pc:sldMkLst>
          <pc:docMk/>
          <pc:sldMk cId="0" sldId="266"/>
        </pc:sldMkLst>
        <pc:spChg chg="mod">
          <ac:chgData name="문 동진(KSTD)" userId="3d26c5c2-5d13-41b2-b4a9-bebd91ca5bef" providerId="ADAL" clId="{AC91C77A-115B-4066-B24C-58E72D5C40B6}" dt="2026-08-11T06:33:18.422" v="4726"/>
          <ac:spMkLst>
            <pc:docMk/>
            <pc:sldMk cId="0" sldId="266"/>
            <ac:spMk id="4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39:38.321" v="4772"/>
          <ac:spMkLst>
            <pc:docMk/>
            <pc:sldMk cId="0" sldId="266"/>
            <ac:spMk id="6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3:52:59.499" v="744" actId="403"/>
          <ac:spMkLst>
            <pc:docMk/>
            <pc:sldMk cId="0" sldId="266"/>
            <ac:spMk id="8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3:53:01.476" v="745" actId="403"/>
          <ac:spMkLst>
            <pc:docMk/>
            <pc:sldMk cId="0" sldId="266"/>
            <ac:spMk id="9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3:52:59.499" v="744" actId="403"/>
          <ac:spMkLst>
            <pc:docMk/>
            <pc:sldMk cId="0" sldId="266"/>
            <ac:spMk id="11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3:53:01.476" v="745" actId="403"/>
          <ac:spMkLst>
            <pc:docMk/>
            <pc:sldMk cId="0" sldId="266"/>
            <ac:spMk id="12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1T02:27:52.765" v="2925" actId="478"/>
          <ac:spMkLst>
            <pc:docMk/>
            <pc:sldMk cId="0" sldId="266"/>
            <ac:spMk id="18" creationId="{00000000-0000-0000-0000-000000000000}"/>
          </ac:spMkLst>
        </pc:spChg>
        <pc:grpChg chg="add mod">
          <ac:chgData name="문 동진(KSTD)" userId="3d26c5c2-5d13-41b2-b4a9-bebd91ca5bef" providerId="ADAL" clId="{AC91C77A-115B-4066-B24C-58E72D5C40B6}" dt="2026-08-07T01:42:51.673" v="64"/>
          <ac:grpSpMkLst>
            <pc:docMk/>
            <pc:sldMk cId="0" sldId="266"/>
            <ac:grpSpMk id="19" creationId="{32CD8B19-69FC-4B17-455D-24B635BD7C07}"/>
          </ac:grpSpMkLst>
        </pc:grpChg>
        <pc:picChg chg="mod">
          <ac:chgData name="문 동진(KSTD)" userId="3d26c5c2-5d13-41b2-b4a9-bebd91ca5bef" providerId="ADAL" clId="{AC91C77A-115B-4066-B24C-58E72D5C40B6}" dt="2026-08-07T01:42:51.673" v="64"/>
          <ac:picMkLst>
            <pc:docMk/>
            <pc:sldMk cId="0" sldId="266"/>
            <ac:picMk id="20" creationId="{EF4AE326-8A0D-412D-E340-3286508351AB}"/>
          </ac:picMkLst>
        </pc:picChg>
        <pc:picChg chg="mod">
          <ac:chgData name="문 동진(KSTD)" userId="3d26c5c2-5d13-41b2-b4a9-bebd91ca5bef" providerId="ADAL" clId="{AC91C77A-115B-4066-B24C-58E72D5C40B6}" dt="2026-08-07T01:42:51.673" v="64"/>
          <ac:picMkLst>
            <pc:docMk/>
            <pc:sldMk cId="0" sldId="266"/>
            <ac:picMk id="21" creationId="{55E3CB72-3F6C-7414-72C8-76150CCC1737}"/>
          </ac:picMkLst>
        </pc:picChg>
      </pc:sldChg>
      <pc:sldChg chg="addSp delSp modSp add del mod modTransition setBg">
        <pc:chgData name="문 동진(KSTD)" userId="3d26c5c2-5d13-41b2-b4a9-bebd91ca5bef" providerId="ADAL" clId="{AC91C77A-115B-4066-B24C-58E72D5C40B6}" dt="2026-08-11T06:18:04.140" v="4724" actId="47"/>
        <pc:sldMkLst>
          <pc:docMk/>
          <pc:sldMk cId="0" sldId="267"/>
        </pc:sldMkLst>
        <pc:spChg chg="mod">
          <ac:chgData name="문 동진(KSTD)" userId="3d26c5c2-5d13-41b2-b4a9-bebd91ca5bef" providerId="ADAL" clId="{AC91C77A-115B-4066-B24C-58E72D5C40B6}" dt="2026-08-11T06:06:00.605" v="4711" actId="20577"/>
          <ac:spMkLst>
            <pc:docMk/>
            <pc:sldMk cId="0" sldId="267"/>
            <ac:spMk id="4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1T02:27:53.827" v="2926" actId="478"/>
          <ac:spMkLst>
            <pc:docMk/>
            <pc:sldMk cId="0" sldId="267"/>
            <ac:spMk id="19" creationId="{00000000-0000-0000-0000-000000000000}"/>
          </ac:spMkLst>
        </pc:spChg>
      </pc:sldChg>
      <pc:sldChg chg="addSp delSp modSp mod modTransition">
        <pc:chgData name="문 동진(KSTD)" userId="3d26c5c2-5d13-41b2-b4a9-bebd91ca5bef" providerId="ADAL" clId="{AC91C77A-115B-4066-B24C-58E72D5C40B6}" dt="2026-08-11T06:00:07.082" v="4674"/>
        <pc:sldMkLst>
          <pc:docMk/>
          <pc:sldMk cId="0" sldId="268"/>
        </pc:sldMkLst>
        <pc:spChg chg="mod">
          <ac:chgData name="문 동진(KSTD)" userId="3d26c5c2-5d13-41b2-b4a9-bebd91ca5bef" providerId="ADAL" clId="{AC91C77A-115B-4066-B24C-58E72D5C40B6}" dt="2026-08-07T04:19:19.070" v="1071" actId="207"/>
          <ac:spMkLst>
            <pc:docMk/>
            <pc:sldMk cId="0" sldId="268"/>
            <ac:spMk id="5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2:21:26.671" v="599" actId="20577"/>
          <ac:spMkLst>
            <pc:docMk/>
            <pc:sldMk cId="0" sldId="268"/>
            <ac:spMk id="8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4:46:46.329" v="3896" actId="14100"/>
          <ac:spMkLst>
            <pc:docMk/>
            <pc:sldMk cId="0" sldId="268"/>
            <ac:spMk id="9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4:19:19.070" v="1071" actId="207"/>
          <ac:spMkLst>
            <pc:docMk/>
            <pc:sldMk cId="0" sldId="268"/>
            <ac:spMk id="10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2:21:29.649" v="602" actId="20577"/>
          <ac:spMkLst>
            <pc:docMk/>
            <pc:sldMk cId="0" sldId="268"/>
            <ac:spMk id="13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4:46:53.672" v="3897" actId="107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4:19:19.070" v="1071" actId="207"/>
          <ac:spMkLst>
            <pc:docMk/>
            <pc:sldMk cId="0" sldId="268"/>
            <ac:spMk id="15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2:21:35.061" v="608" actId="20577"/>
          <ac:spMkLst>
            <pc:docMk/>
            <pc:sldMk cId="0" sldId="268"/>
            <ac:spMk id="18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4:46:46.329" v="3896" actId="14100"/>
          <ac:spMkLst>
            <pc:docMk/>
            <pc:sldMk cId="0" sldId="268"/>
            <ac:spMk id="19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4:19:19.070" v="1071" actId="207"/>
          <ac:spMkLst>
            <pc:docMk/>
            <pc:sldMk cId="0" sldId="268"/>
            <ac:spMk id="20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4:47:04.076" v="3908" actId="20577"/>
          <ac:spMkLst>
            <pc:docMk/>
            <pc:sldMk cId="0" sldId="268"/>
            <ac:spMk id="23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4:47:01.012" v="3900" actId="20577"/>
          <ac:spMkLst>
            <pc:docMk/>
            <pc:sldMk cId="0" sldId="268"/>
            <ac:spMk id="24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1T02:27:54.720" v="2927" actId="478"/>
          <ac:spMkLst>
            <pc:docMk/>
            <pc:sldMk cId="0" sldId="268"/>
            <ac:spMk id="29" creationId="{00000000-0000-0000-0000-000000000000}"/>
          </ac:spMkLst>
        </pc:spChg>
        <pc:grpChg chg="add mod">
          <ac:chgData name="문 동진(KSTD)" userId="3d26c5c2-5d13-41b2-b4a9-bebd91ca5bef" providerId="ADAL" clId="{AC91C77A-115B-4066-B24C-58E72D5C40B6}" dt="2026-08-07T01:42:56.782" v="68"/>
          <ac:grpSpMkLst>
            <pc:docMk/>
            <pc:sldMk cId="0" sldId="268"/>
            <ac:grpSpMk id="30" creationId="{32FFFA01-B431-F1FB-C052-2B8D59847093}"/>
          </ac:grpSpMkLst>
        </pc:grpChg>
        <pc:picChg chg="mod">
          <ac:chgData name="문 동진(KSTD)" userId="3d26c5c2-5d13-41b2-b4a9-bebd91ca5bef" providerId="ADAL" clId="{AC91C77A-115B-4066-B24C-58E72D5C40B6}" dt="2026-08-07T01:42:56.782" v="68"/>
          <ac:picMkLst>
            <pc:docMk/>
            <pc:sldMk cId="0" sldId="268"/>
            <ac:picMk id="31" creationId="{8BCC00A6-E9F4-FB7F-A73C-7FF121D1BF44}"/>
          </ac:picMkLst>
        </pc:picChg>
        <pc:picChg chg="mod">
          <ac:chgData name="문 동진(KSTD)" userId="3d26c5c2-5d13-41b2-b4a9-bebd91ca5bef" providerId="ADAL" clId="{AC91C77A-115B-4066-B24C-58E72D5C40B6}" dt="2026-08-07T01:42:56.782" v="68"/>
          <ac:picMkLst>
            <pc:docMk/>
            <pc:sldMk cId="0" sldId="268"/>
            <ac:picMk id="32" creationId="{71779463-D4BE-ECD9-60B7-EC823268B0DC}"/>
          </ac:picMkLst>
        </pc:picChg>
        <pc:picChg chg="add ord">
          <ac:chgData name="문 동진(KSTD)" userId="3d26c5c2-5d13-41b2-b4a9-bebd91ca5bef" providerId="ADAL" clId="{AC91C77A-115B-4066-B24C-58E72D5C40B6}" dt="2026-08-07T04:12:55.375" v="1009" actId="167"/>
          <ac:picMkLst>
            <pc:docMk/>
            <pc:sldMk cId="0" sldId="268"/>
            <ac:picMk id="34" creationId="{CAE8A6E8-993B-AE67-1A36-ABB0A7346C20}"/>
          </ac:picMkLst>
        </pc:picChg>
      </pc:sldChg>
      <pc:sldChg chg="addSp delSp modSp add mod ord modTransition setBg">
        <pc:chgData name="문 동진(KSTD)" userId="3d26c5c2-5d13-41b2-b4a9-bebd91ca5bef" providerId="ADAL" clId="{AC91C77A-115B-4066-B24C-58E72D5C40B6}" dt="2026-08-11T06:00:07.082" v="4674"/>
        <pc:sldMkLst>
          <pc:docMk/>
          <pc:sldMk cId="0" sldId="273"/>
        </pc:sldMkLst>
        <pc:spChg chg="mod">
          <ac:chgData name="문 동진(KSTD)" userId="3d26c5c2-5d13-41b2-b4a9-bebd91ca5bef" providerId="ADAL" clId="{AC91C77A-115B-4066-B24C-58E72D5C40B6}" dt="2026-08-11T05:50:23.080" v="4635" actId="1076"/>
          <ac:spMkLst>
            <pc:docMk/>
            <pc:sldMk cId="0" sldId="273"/>
            <ac:spMk id="5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0:23.080" v="4635" actId="1076"/>
          <ac:spMkLst>
            <pc:docMk/>
            <pc:sldMk cId="0" sldId="273"/>
            <ac:spMk id="6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0:23.080" v="4635" actId="1076"/>
          <ac:spMkLst>
            <pc:docMk/>
            <pc:sldMk cId="0" sldId="273"/>
            <ac:spMk id="7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1T04:57:33.958" v="4002" actId="478"/>
          <ac:spMkLst>
            <pc:docMk/>
            <pc:sldMk cId="0" sldId="273"/>
            <ac:spMk id="8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0:23.080" v="4635" actId="1076"/>
          <ac:spMkLst>
            <pc:docMk/>
            <pc:sldMk cId="0" sldId="273"/>
            <ac:spMk id="9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0:23.080" v="4635" actId="107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0:23.080" v="4635" actId="1076"/>
          <ac:spMkLst>
            <pc:docMk/>
            <pc:sldMk cId="0" sldId="273"/>
            <ac:spMk id="11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1T04:57:33.958" v="4002" actId="478"/>
          <ac:spMkLst>
            <pc:docMk/>
            <pc:sldMk cId="0" sldId="273"/>
            <ac:spMk id="12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0:23.080" v="4635" actId="1076"/>
          <ac:spMkLst>
            <pc:docMk/>
            <pc:sldMk cId="0" sldId="273"/>
            <ac:spMk id="13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0:23.080" v="4635" actId="1076"/>
          <ac:spMkLst>
            <pc:docMk/>
            <pc:sldMk cId="0" sldId="273"/>
            <ac:spMk id="14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0:23.080" v="4635" actId="1076"/>
          <ac:spMkLst>
            <pc:docMk/>
            <pc:sldMk cId="0" sldId="273"/>
            <ac:spMk id="15" creationId="{00000000-0000-0000-0000-000000000000}"/>
          </ac:spMkLst>
        </pc:spChg>
        <pc:spChg chg="del mod">
          <ac:chgData name="문 동진(KSTD)" userId="3d26c5c2-5d13-41b2-b4a9-bebd91ca5bef" providerId="ADAL" clId="{AC91C77A-115B-4066-B24C-58E72D5C40B6}" dt="2026-08-11T04:57:33.958" v="4002" actId="478"/>
          <ac:spMkLst>
            <pc:docMk/>
            <pc:sldMk cId="0" sldId="273"/>
            <ac:spMk id="16" creationId="{00000000-0000-0000-0000-000000000000}"/>
          </ac:spMkLst>
        </pc:spChg>
        <pc:spChg chg="del mod">
          <ac:chgData name="문 동진(KSTD)" userId="3d26c5c2-5d13-41b2-b4a9-bebd91ca5bef" providerId="ADAL" clId="{AC91C77A-115B-4066-B24C-58E72D5C40B6}" dt="2026-08-11T05:50:19.877" v="4634" actId="478"/>
          <ac:spMkLst>
            <pc:docMk/>
            <pc:sldMk cId="0" sldId="273"/>
            <ac:spMk id="17" creationId="{00000000-0000-0000-0000-000000000000}"/>
          </ac:spMkLst>
        </pc:spChg>
        <pc:spChg chg="del mod">
          <ac:chgData name="문 동진(KSTD)" userId="3d26c5c2-5d13-41b2-b4a9-bebd91ca5bef" providerId="ADAL" clId="{AC91C77A-115B-4066-B24C-58E72D5C40B6}" dt="2026-08-11T05:50:19.877" v="4634" actId="478"/>
          <ac:spMkLst>
            <pc:docMk/>
            <pc:sldMk cId="0" sldId="273"/>
            <ac:spMk id="18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1T02:27:49.622" v="2924" actId="478"/>
          <ac:spMkLst>
            <pc:docMk/>
            <pc:sldMk cId="0" sldId="273"/>
            <ac:spMk id="24" creationId="{00000000-0000-0000-0000-000000000000}"/>
          </ac:spMkLst>
        </pc:spChg>
        <pc:grpChg chg="add mod">
          <ac:chgData name="문 동진(KSTD)" userId="3d26c5c2-5d13-41b2-b4a9-bebd91ca5bef" providerId="ADAL" clId="{AC91C77A-115B-4066-B24C-58E72D5C40B6}" dt="2026-08-11T05:37:25.470" v="4510"/>
          <ac:grpSpMkLst>
            <pc:docMk/>
            <pc:sldMk cId="0" sldId="273"/>
            <ac:grpSpMk id="20" creationId="{FE1B2C03-1306-5040-4832-C43BB50E1337}"/>
          </ac:grpSpMkLst>
        </pc:grpChg>
        <pc:grpChg chg="del">
          <ac:chgData name="문 동진(KSTD)" userId="3d26c5c2-5d13-41b2-b4a9-bebd91ca5bef" providerId="ADAL" clId="{AC91C77A-115B-4066-B24C-58E72D5C40B6}" dt="2026-08-11T05:37:25.308" v="4509" actId="478"/>
          <ac:grpSpMkLst>
            <pc:docMk/>
            <pc:sldMk cId="0" sldId="273"/>
            <ac:grpSpMk id="25" creationId="{A7636E84-65FE-61F4-6364-9C65643715CF}"/>
          </ac:grpSpMkLst>
        </pc:grpChg>
        <pc:picChg chg="mod">
          <ac:chgData name="문 동진(KSTD)" userId="3d26c5c2-5d13-41b2-b4a9-bebd91ca5bef" providerId="ADAL" clId="{AC91C77A-115B-4066-B24C-58E72D5C40B6}" dt="2026-08-11T05:37:25.470" v="4510"/>
          <ac:picMkLst>
            <pc:docMk/>
            <pc:sldMk cId="0" sldId="273"/>
            <ac:picMk id="21" creationId="{2365B0C9-D844-52A5-9E6B-B4ADD7B713ED}"/>
          </ac:picMkLst>
        </pc:picChg>
        <pc:picChg chg="mod">
          <ac:chgData name="문 동진(KSTD)" userId="3d26c5c2-5d13-41b2-b4a9-bebd91ca5bef" providerId="ADAL" clId="{AC91C77A-115B-4066-B24C-58E72D5C40B6}" dt="2026-08-11T05:37:25.470" v="4510"/>
          <ac:picMkLst>
            <pc:docMk/>
            <pc:sldMk cId="0" sldId="273"/>
            <ac:picMk id="22" creationId="{8E5FA000-F8A8-98A1-8085-E9C496E63CF5}"/>
          </ac:picMkLst>
        </pc:picChg>
      </pc:sldChg>
      <pc:sldChg chg="addSp delSp modSp add del mod ord modTransition setBg">
        <pc:chgData name="문 동진(KSTD)" userId="3d26c5c2-5d13-41b2-b4a9-bebd91ca5bef" providerId="ADAL" clId="{AC91C77A-115B-4066-B24C-58E72D5C40B6}" dt="2026-08-11T02:22:47.458" v="2834" actId="47"/>
        <pc:sldMkLst>
          <pc:docMk/>
          <pc:sldMk cId="1473474248" sldId="274"/>
        </pc:sldMkLst>
      </pc:sldChg>
      <pc:sldChg chg="addSp delSp modSp add mod ord modTransition setBg">
        <pc:chgData name="문 동진(KSTD)" userId="3d26c5c2-5d13-41b2-b4a9-bebd91ca5bef" providerId="ADAL" clId="{AC91C77A-115B-4066-B24C-58E72D5C40B6}" dt="2026-08-11T06:00:07.082" v="4674"/>
        <pc:sldMkLst>
          <pc:docMk/>
          <pc:sldMk cId="0" sldId="275"/>
        </pc:sldMkLst>
        <pc:spChg chg="del">
          <ac:chgData name="문 동진(KSTD)" userId="3d26c5c2-5d13-41b2-b4a9-bebd91ca5bef" providerId="ADAL" clId="{AC91C77A-115B-4066-B24C-58E72D5C40B6}" dt="2026-08-11T01:56:00.263" v="2456" actId="478"/>
          <ac:spMkLst>
            <pc:docMk/>
            <pc:sldMk cId="0" sldId="275"/>
            <ac:spMk id="2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48:28.202" v="4594" actId="20577"/>
          <ac:spMkLst>
            <pc:docMk/>
            <pc:sldMk cId="0" sldId="275"/>
            <ac:spMk id="4" creationId="{00000000-0000-0000-0000-000000000000}"/>
          </ac:spMkLst>
        </pc:spChg>
        <pc:spChg chg="mod ord">
          <ac:chgData name="문 동진(KSTD)" userId="3d26c5c2-5d13-41b2-b4a9-bebd91ca5bef" providerId="ADAL" clId="{AC91C77A-115B-4066-B24C-58E72D5C40B6}" dt="2026-08-11T05:52:30.100" v="4640" actId="164"/>
          <ac:spMkLst>
            <pc:docMk/>
            <pc:sldMk cId="0" sldId="275"/>
            <ac:spMk id="5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1:53:19.023" v="2386" actId="1076"/>
          <ac:spMkLst>
            <pc:docMk/>
            <pc:sldMk cId="0" sldId="275"/>
            <ac:spMk id="6" creationId="{00000000-0000-0000-0000-000000000000}"/>
          </ac:spMkLst>
        </pc:spChg>
        <pc:spChg chg="del mod">
          <ac:chgData name="문 동진(KSTD)" userId="3d26c5c2-5d13-41b2-b4a9-bebd91ca5bef" providerId="ADAL" clId="{AC91C77A-115B-4066-B24C-58E72D5C40B6}" dt="2026-08-11T02:33:37.717" v="2968" actId="478"/>
          <ac:spMkLst>
            <pc:docMk/>
            <pc:sldMk cId="0" sldId="275"/>
            <ac:spMk id="7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46:33.593" v="4544" actId="1076"/>
          <ac:spMkLst>
            <pc:docMk/>
            <pc:sldMk cId="0" sldId="275"/>
            <ac:spMk id="8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46:33.593" v="4544" actId="1076"/>
          <ac:spMkLst>
            <pc:docMk/>
            <pc:sldMk cId="0" sldId="275"/>
            <ac:spMk id="9" creationId="{00000000-0000-0000-0000-000000000000}"/>
          </ac:spMkLst>
        </pc:spChg>
        <pc:spChg chg="mod ord">
          <ac:chgData name="문 동진(KSTD)" userId="3d26c5c2-5d13-41b2-b4a9-bebd91ca5bef" providerId="ADAL" clId="{AC91C77A-115B-4066-B24C-58E72D5C40B6}" dt="2026-08-11T05:52:30.100" v="4640" actId="164"/>
          <ac:spMkLst>
            <pc:docMk/>
            <pc:sldMk cId="0" sldId="275"/>
            <ac:spMk id="10" creationId="{00000000-0000-0000-0000-000000000000}"/>
          </ac:spMkLst>
        </pc:spChg>
        <pc:spChg chg="mod ord">
          <ac:chgData name="문 동진(KSTD)" userId="3d26c5c2-5d13-41b2-b4a9-bebd91ca5bef" providerId="ADAL" clId="{AC91C77A-115B-4066-B24C-58E72D5C40B6}" dt="2026-08-11T05:52:30.100" v="4640" actId="164"/>
          <ac:spMkLst>
            <pc:docMk/>
            <pc:sldMk cId="0" sldId="275"/>
            <ac:spMk id="11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46:33.593" v="4544" actId="1076"/>
          <ac:spMkLst>
            <pc:docMk/>
            <pc:sldMk cId="0" sldId="275"/>
            <ac:spMk id="12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46:33.593" v="4544" actId="1076"/>
          <ac:spMkLst>
            <pc:docMk/>
            <pc:sldMk cId="0" sldId="275"/>
            <ac:spMk id="13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46:33.593" v="4544" actId="1076"/>
          <ac:spMkLst>
            <pc:docMk/>
            <pc:sldMk cId="0" sldId="275"/>
            <ac:spMk id="14" creationId="{00000000-0000-0000-0000-000000000000}"/>
          </ac:spMkLst>
        </pc:spChg>
        <pc:spChg chg="add del mod ord">
          <ac:chgData name="문 동진(KSTD)" userId="3d26c5c2-5d13-41b2-b4a9-bebd91ca5bef" providerId="ADAL" clId="{AC91C77A-115B-4066-B24C-58E72D5C40B6}" dt="2026-08-11T05:46:27.055" v="4541" actId="478"/>
          <ac:spMkLst>
            <pc:docMk/>
            <pc:sldMk cId="0" sldId="275"/>
            <ac:spMk id="15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2:30.100" v="4640" actId="164"/>
          <ac:spMkLst>
            <pc:docMk/>
            <pc:sldMk cId="0" sldId="275"/>
            <ac:spMk id="16" creationId="{00000000-0000-0000-0000-000000000000}"/>
          </ac:spMkLst>
        </pc:spChg>
        <pc:spChg chg="mod ord">
          <ac:chgData name="문 동진(KSTD)" userId="3d26c5c2-5d13-41b2-b4a9-bebd91ca5bef" providerId="ADAL" clId="{AC91C77A-115B-4066-B24C-58E72D5C40B6}" dt="2026-08-11T05:52:30.100" v="4640" actId="164"/>
          <ac:spMkLst>
            <pc:docMk/>
            <pc:sldMk cId="0" sldId="275"/>
            <ac:spMk id="17" creationId="{00000000-0000-0000-0000-000000000000}"/>
          </ac:spMkLst>
        </pc:spChg>
        <pc:spChg chg="del mod ord">
          <ac:chgData name="문 동진(KSTD)" userId="3d26c5c2-5d13-41b2-b4a9-bebd91ca5bef" providerId="ADAL" clId="{AC91C77A-115B-4066-B24C-58E72D5C40B6}" dt="2026-08-11T05:46:16.638" v="4538" actId="478"/>
          <ac:spMkLst>
            <pc:docMk/>
            <pc:sldMk cId="0" sldId="275"/>
            <ac:spMk id="18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2:33:31.521" v="2966" actId="1076"/>
          <ac:spMkLst>
            <pc:docMk/>
            <pc:sldMk cId="0" sldId="275"/>
            <ac:spMk id="20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1:53:19.023" v="2386" actId="1076"/>
          <ac:spMkLst>
            <pc:docMk/>
            <pc:sldMk cId="0" sldId="275"/>
            <ac:spMk id="21" creationId="{00000000-0000-0000-0000-000000000000}"/>
          </ac:spMkLst>
        </pc:spChg>
        <pc:spChg chg="del mod">
          <ac:chgData name="문 동진(KSTD)" userId="3d26c5c2-5d13-41b2-b4a9-bebd91ca5bef" providerId="ADAL" clId="{AC91C77A-115B-4066-B24C-58E72D5C40B6}" dt="2026-08-11T05:46:56.560" v="4545" actId="478"/>
          <ac:spMkLst>
            <pc:docMk/>
            <pc:sldMk cId="0" sldId="275"/>
            <ac:spMk id="22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2:33:18.171" v="2963" actId="1076"/>
          <ac:spMkLst>
            <pc:docMk/>
            <pc:sldMk cId="0" sldId="275"/>
            <ac:spMk id="23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2:12:20.572" v="429" actId="20577"/>
          <ac:spMkLst>
            <pc:docMk/>
            <pc:sldMk cId="0" sldId="275"/>
            <ac:spMk id="24" creationId="{00000000-0000-0000-0000-000000000000}"/>
          </ac:spMkLst>
        </pc:spChg>
        <pc:spChg chg="mod ord">
          <ac:chgData name="문 동진(KSTD)" userId="3d26c5c2-5d13-41b2-b4a9-bebd91ca5bef" providerId="ADAL" clId="{AC91C77A-115B-4066-B24C-58E72D5C40B6}" dt="2026-08-11T05:52:30.100" v="4640" actId="164"/>
          <ac:spMkLst>
            <pc:docMk/>
            <pc:sldMk cId="0" sldId="275"/>
            <ac:spMk id="25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2:33:18.171" v="2963" actId="1076"/>
          <ac:spMkLst>
            <pc:docMk/>
            <pc:sldMk cId="0" sldId="275"/>
            <ac:spMk id="26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2:12:06.718" v="426" actId="1076"/>
          <ac:spMkLst>
            <pc:docMk/>
            <pc:sldMk cId="0" sldId="275"/>
            <ac:spMk id="27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2:33:18.171" v="2963" actId="1076"/>
          <ac:spMkLst>
            <pc:docMk/>
            <pc:sldMk cId="0" sldId="275"/>
            <ac:spMk id="28" creationId="{00000000-0000-0000-0000-000000000000}"/>
          </ac:spMkLst>
        </pc:spChg>
        <pc:spChg chg="mod ord">
          <ac:chgData name="문 동진(KSTD)" userId="3d26c5c2-5d13-41b2-b4a9-bebd91ca5bef" providerId="ADAL" clId="{AC91C77A-115B-4066-B24C-58E72D5C40B6}" dt="2026-08-11T05:52:30.100" v="4640" actId="164"/>
          <ac:spMkLst>
            <pc:docMk/>
            <pc:sldMk cId="0" sldId="275"/>
            <ac:spMk id="29" creationId="{00000000-0000-0000-0000-000000000000}"/>
          </ac:spMkLst>
        </pc:spChg>
        <pc:spChg chg="mod ord">
          <ac:chgData name="문 동진(KSTD)" userId="3d26c5c2-5d13-41b2-b4a9-bebd91ca5bef" providerId="ADAL" clId="{AC91C77A-115B-4066-B24C-58E72D5C40B6}" dt="2026-08-11T05:52:30.100" v="4640" actId="164"/>
          <ac:spMkLst>
            <pc:docMk/>
            <pc:sldMk cId="0" sldId="275"/>
            <ac:spMk id="30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2:33:18.171" v="2963" actId="1076"/>
          <ac:spMkLst>
            <pc:docMk/>
            <pc:sldMk cId="0" sldId="275"/>
            <ac:spMk id="31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2:33:18.171" v="2963" actId="1076"/>
          <ac:spMkLst>
            <pc:docMk/>
            <pc:sldMk cId="0" sldId="275"/>
            <ac:spMk id="32" creationId="{00000000-0000-0000-0000-000000000000}"/>
          </ac:spMkLst>
        </pc:spChg>
        <pc:spChg chg="mod ord">
          <ac:chgData name="문 동진(KSTD)" userId="3d26c5c2-5d13-41b2-b4a9-bebd91ca5bef" providerId="ADAL" clId="{AC91C77A-115B-4066-B24C-58E72D5C40B6}" dt="2026-08-11T05:52:30.100" v="4640" actId="164"/>
          <ac:spMkLst>
            <pc:docMk/>
            <pc:sldMk cId="0" sldId="275"/>
            <ac:spMk id="33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2:33:18.171" v="2963" actId="1076"/>
          <ac:spMkLst>
            <pc:docMk/>
            <pc:sldMk cId="0" sldId="275"/>
            <ac:spMk id="34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2:30.100" v="4640" actId="164"/>
          <ac:spMkLst>
            <pc:docMk/>
            <pc:sldMk cId="0" sldId="275"/>
            <ac:spMk id="35" creationId="{00000000-0000-0000-0000-000000000000}"/>
          </ac:spMkLst>
        </pc:spChg>
        <pc:spChg chg="del mod">
          <ac:chgData name="문 동진(KSTD)" userId="3d26c5c2-5d13-41b2-b4a9-bebd91ca5bef" providerId="ADAL" clId="{AC91C77A-115B-4066-B24C-58E72D5C40B6}" dt="2026-08-11T05:47:11.853" v="4546" actId="478"/>
          <ac:spMkLst>
            <pc:docMk/>
            <pc:sldMk cId="0" sldId="275"/>
            <ac:spMk id="36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47:29.289" v="4554" actId="255"/>
          <ac:spMkLst>
            <pc:docMk/>
            <pc:sldMk cId="0" sldId="275"/>
            <ac:spMk id="37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3:50:35.681" v="731" actId="1076"/>
          <ac:spMkLst>
            <pc:docMk/>
            <pc:sldMk cId="0" sldId="275"/>
            <ac:spMk id="38" creationId="{00000000-0000-0000-0000-000000000000}"/>
          </ac:spMkLst>
        </pc:spChg>
        <pc:spChg chg="add del">
          <ac:chgData name="문 동진(KSTD)" userId="3d26c5c2-5d13-41b2-b4a9-bebd91ca5bef" providerId="ADAL" clId="{AC91C77A-115B-4066-B24C-58E72D5C40B6}" dt="2026-08-11T01:55:59.543" v="2455" actId="22"/>
          <ac:spMkLst>
            <pc:docMk/>
            <pc:sldMk cId="0" sldId="275"/>
            <ac:spMk id="39" creationId="{F41241C5-32DE-4D27-1664-18E6B67D3666}"/>
          </ac:spMkLst>
        </pc:spChg>
        <pc:spChg chg="add">
          <ac:chgData name="문 동진(KSTD)" userId="3d26c5c2-5d13-41b2-b4a9-bebd91ca5bef" providerId="ADAL" clId="{AC91C77A-115B-4066-B24C-58E72D5C40B6}" dt="2026-08-11T01:56:00.480" v="2457" actId="22"/>
          <ac:spMkLst>
            <pc:docMk/>
            <pc:sldMk cId="0" sldId="275"/>
            <ac:spMk id="41" creationId="{4900F695-540A-DA70-FF09-DDD4312B6251}"/>
          </ac:spMkLst>
        </pc:spChg>
        <pc:spChg chg="del">
          <ac:chgData name="문 동진(KSTD)" userId="3d26c5c2-5d13-41b2-b4a9-bebd91ca5bef" providerId="ADAL" clId="{AC91C77A-115B-4066-B24C-58E72D5C40B6}" dt="2026-08-11T02:27:38.199" v="2917" actId="478"/>
          <ac:spMkLst>
            <pc:docMk/>
            <pc:sldMk cId="0" sldId="275"/>
            <ac:spMk id="42" creationId="{00000000-0000-0000-0000-000000000000}"/>
          </ac:spMkLst>
        </pc:spChg>
        <pc:grpChg chg="add mod">
          <ac:chgData name="문 동진(KSTD)" userId="3d26c5c2-5d13-41b2-b4a9-bebd91ca5bef" providerId="ADAL" clId="{AC91C77A-115B-4066-B24C-58E72D5C40B6}" dt="2026-08-07T02:15:39.408" v="565"/>
          <ac:grpSpMkLst>
            <pc:docMk/>
            <pc:sldMk cId="0" sldId="275"/>
            <ac:grpSpMk id="67" creationId="{8AB6156C-8331-C932-C95F-E677DBF98215}"/>
          </ac:grpSpMkLst>
        </pc:grpChg>
        <pc:picChg chg="mod">
          <ac:chgData name="문 동진(KSTD)" userId="3d26c5c2-5d13-41b2-b4a9-bebd91ca5bef" providerId="ADAL" clId="{AC91C77A-115B-4066-B24C-58E72D5C40B6}" dt="2026-08-07T02:15:39.408" v="565"/>
          <ac:picMkLst>
            <pc:docMk/>
            <pc:sldMk cId="0" sldId="275"/>
            <ac:picMk id="68" creationId="{680CD692-9656-5724-CE7C-0882CF7CE55C}"/>
          </ac:picMkLst>
        </pc:picChg>
        <pc:picChg chg="mod">
          <ac:chgData name="문 동진(KSTD)" userId="3d26c5c2-5d13-41b2-b4a9-bebd91ca5bef" providerId="ADAL" clId="{AC91C77A-115B-4066-B24C-58E72D5C40B6}" dt="2026-08-07T02:15:39.408" v="565"/>
          <ac:picMkLst>
            <pc:docMk/>
            <pc:sldMk cId="0" sldId="275"/>
            <ac:picMk id="69" creationId="{528CEFE7-A3CC-FE04-650D-FC84EE456DC9}"/>
          </ac:picMkLst>
        </pc:picChg>
        <pc:picChg chg="add mod ord">
          <ac:chgData name="문 동진(KSTD)" userId="3d26c5c2-5d13-41b2-b4a9-bebd91ca5bef" providerId="ADAL" clId="{AC91C77A-115B-4066-B24C-58E72D5C40B6}" dt="2026-08-11T05:46:30.067" v="4543" actId="1076"/>
          <ac:picMkLst>
            <pc:docMk/>
            <pc:sldMk cId="0" sldId="275"/>
            <ac:picMk id="72" creationId="{40843D3A-1DE3-6E63-5868-D9A24CFE94FB}"/>
          </ac:picMkLst>
        </pc:picChg>
      </pc:sldChg>
      <pc:sldChg chg="addSp delSp modSp add mod modTransition setBg">
        <pc:chgData name="문 동진(KSTD)" userId="3d26c5c2-5d13-41b2-b4a9-bebd91ca5bef" providerId="ADAL" clId="{AC91C77A-115B-4066-B24C-58E72D5C40B6}" dt="2026-08-11T06:00:07.082" v="4674"/>
        <pc:sldMkLst>
          <pc:docMk/>
          <pc:sldMk cId="65456104" sldId="277"/>
        </pc:sldMkLst>
        <pc:spChg chg="mod">
          <ac:chgData name="문 동진(KSTD)" userId="3d26c5c2-5d13-41b2-b4a9-bebd91ca5bef" providerId="ADAL" clId="{AC91C77A-115B-4066-B24C-58E72D5C40B6}" dt="2026-08-11T05:14:40.183" v="4149" actId="1076"/>
          <ac:spMkLst>
            <pc:docMk/>
            <pc:sldMk cId="65456104" sldId="277"/>
            <ac:spMk id="5" creationId="{97CD2FAE-04AA-3CCF-5076-AC275F1ADBE3}"/>
          </ac:spMkLst>
        </pc:spChg>
        <pc:spChg chg="mod">
          <ac:chgData name="문 동진(KSTD)" userId="3d26c5c2-5d13-41b2-b4a9-bebd91ca5bef" providerId="ADAL" clId="{AC91C77A-115B-4066-B24C-58E72D5C40B6}" dt="2026-08-11T05:14:40.183" v="4149" actId="1076"/>
          <ac:spMkLst>
            <pc:docMk/>
            <pc:sldMk cId="65456104" sldId="277"/>
            <ac:spMk id="6" creationId="{315A06DD-5120-166C-E9C5-0906FD4DF9A6}"/>
          </ac:spMkLst>
        </pc:spChg>
        <pc:spChg chg="mod">
          <ac:chgData name="문 동진(KSTD)" userId="3d26c5c2-5d13-41b2-b4a9-bebd91ca5bef" providerId="ADAL" clId="{AC91C77A-115B-4066-B24C-58E72D5C40B6}" dt="2026-08-11T05:14:40.183" v="4149" actId="1076"/>
          <ac:spMkLst>
            <pc:docMk/>
            <pc:sldMk cId="65456104" sldId="277"/>
            <ac:spMk id="7" creationId="{44F3175A-A2DE-B232-6F29-08B56F7C4275}"/>
          </ac:spMkLst>
        </pc:spChg>
        <pc:spChg chg="mod">
          <ac:chgData name="문 동진(KSTD)" userId="3d26c5c2-5d13-41b2-b4a9-bebd91ca5bef" providerId="ADAL" clId="{AC91C77A-115B-4066-B24C-58E72D5C40B6}" dt="2026-08-11T05:14:06.893" v="4142" actId="1076"/>
          <ac:spMkLst>
            <pc:docMk/>
            <pc:sldMk cId="65456104" sldId="277"/>
            <ac:spMk id="8" creationId="{CF805562-C990-C3E8-6AB6-2E2574EB5172}"/>
          </ac:spMkLst>
        </pc:spChg>
        <pc:spChg chg="del mod">
          <ac:chgData name="문 동진(KSTD)" userId="3d26c5c2-5d13-41b2-b4a9-bebd91ca5bef" providerId="ADAL" clId="{AC91C77A-115B-4066-B24C-58E72D5C40B6}" dt="2026-08-11T05:13:57.518" v="4139" actId="478"/>
          <ac:spMkLst>
            <pc:docMk/>
            <pc:sldMk cId="65456104" sldId="277"/>
            <ac:spMk id="9" creationId="{F547762D-B43F-2936-F765-6C0A5929BEE3}"/>
          </ac:spMkLst>
        </pc:spChg>
        <pc:spChg chg="add mod">
          <ac:chgData name="문 동진(KSTD)" userId="3d26c5c2-5d13-41b2-b4a9-bebd91ca5bef" providerId="ADAL" clId="{AC91C77A-115B-4066-B24C-58E72D5C40B6}" dt="2026-08-11T05:14:26.227" v="4147" actId="1076"/>
          <ac:spMkLst>
            <pc:docMk/>
            <pc:sldMk cId="65456104" sldId="277"/>
            <ac:spMk id="21" creationId="{5569F125-7E0D-9EF4-832F-E6BC6401AEE2}"/>
          </ac:spMkLst>
        </pc:spChg>
        <pc:spChg chg="add mod">
          <ac:chgData name="문 동진(KSTD)" userId="3d26c5c2-5d13-41b2-b4a9-bebd91ca5bef" providerId="ADAL" clId="{AC91C77A-115B-4066-B24C-58E72D5C40B6}" dt="2026-08-11T05:14:40.183" v="4149" actId="1076"/>
          <ac:spMkLst>
            <pc:docMk/>
            <pc:sldMk cId="65456104" sldId="277"/>
            <ac:spMk id="22" creationId="{6EEBB966-83CE-6CA3-59CD-F0217245E5FD}"/>
          </ac:spMkLst>
        </pc:spChg>
        <pc:spChg chg="add mod">
          <ac:chgData name="문 동진(KSTD)" userId="3d26c5c2-5d13-41b2-b4a9-bebd91ca5bef" providerId="ADAL" clId="{AC91C77A-115B-4066-B24C-58E72D5C40B6}" dt="2026-08-11T05:14:40.183" v="4149" actId="1076"/>
          <ac:spMkLst>
            <pc:docMk/>
            <pc:sldMk cId="65456104" sldId="277"/>
            <ac:spMk id="23" creationId="{ED1F9A7F-C33E-0325-CD66-8AE152AC86A7}"/>
          </ac:spMkLst>
        </pc:spChg>
        <pc:spChg chg="del">
          <ac:chgData name="문 동진(KSTD)" userId="3d26c5c2-5d13-41b2-b4a9-bebd91ca5bef" providerId="ADAL" clId="{AC91C77A-115B-4066-B24C-58E72D5C40B6}" dt="2026-08-11T02:27:55.988" v="2928" actId="478"/>
          <ac:spMkLst>
            <pc:docMk/>
            <pc:sldMk cId="65456104" sldId="277"/>
            <ac:spMk id="24" creationId="{68F02EE6-7D08-9C82-F07D-1C9B4F090269}"/>
          </ac:spMkLst>
        </pc:spChg>
        <pc:spChg chg="add mod">
          <ac:chgData name="문 동진(KSTD)" userId="3d26c5c2-5d13-41b2-b4a9-bebd91ca5bef" providerId="ADAL" clId="{AC91C77A-115B-4066-B24C-58E72D5C40B6}" dt="2026-08-11T05:14:40.183" v="4149" actId="1076"/>
          <ac:spMkLst>
            <pc:docMk/>
            <pc:sldMk cId="65456104" sldId="277"/>
            <ac:spMk id="28" creationId="{1078665E-4191-7CF0-9785-61279497639E}"/>
          </ac:spMkLst>
        </pc:spChg>
        <pc:spChg chg="add del mod">
          <ac:chgData name="문 동진(KSTD)" userId="3d26c5c2-5d13-41b2-b4a9-bebd91ca5bef" providerId="ADAL" clId="{AC91C77A-115B-4066-B24C-58E72D5C40B6}" dt="2026-08-11T05:13:57.518" v="4139" actId="478"/>
          <ac:spMkLst>
            <pc:docMk/>
            <pc:sldMk cId="65456104" sldId="277"/>
            <ac:spMk id="29" creationId="{42BACF5F-9234-FA0C-4037-A8168554A2E1}"/>
          </ac:spMkLst>
        </pc:spChg>
        <pc:spChg chg="add mod">
          <ac:chgData name="문 동진(KSTD)" userId="3d26c5c2-5d13-41b2-b4a9-bebd91ca5bef" providerId="ADAL" clId="{AC91C77A-115B-4066-B24C-58E72D5C40B6}" dt="2026-08-11T05:14:40.183" v="4149" actId="1076"/>
          <ac:spMkLst>
            <pc:docMk/>
            <pc:sldMk cId="65456104" sldId="277"/>
            <ac:spMk id="30" creationId="{89C345E5-2D7B-FC5E-D9BE-2F313B160C53}"/>
          </ac:spMkLst>
        </pc:spChg>
        <pc:spChg chg="add mod">
          <ac:chgData name="문 동진(KSTD)" userId="3d26c5c2-5d13-41b2-b4a9-bebd91ca5bef" providerId="ADAL" clId="{AC91C77A-115B-4066-B24C-58E72D5C40B6}" dt="2026-08-11T05:14:40.183" v="4149" actId="1076"/>
          <ac:spMkLst>
            <pc:docMk/>
            <pc:sldMk cId="65456104" sldId="277"/>
            <ac:spMk id="31" creationId="{4109E5D3-EFE7-AA3E-C99E-14E090699605}"/>
          </ac:spMkLst>
        </pc:spChg>
        <pc:spChg chg="add mod">
          <ac:chgData name="문 동진(KSTD)" userId="3d26c5c2-5d13-41b2-b4a9-bebd91ca5bef" providerId="ADAL" clId="{AC91C77A-115B-4066-B24C-58E72D5C40B6}" dt="2026-08-11T05:14:40.183" v="4149" actId="1076"/>
          <ac:spMkLst>
            <pc:docMk/>
            <pc:sldMk cId="65456104" sldId="277"/>
            <ac:spMk id="32" creationId="{A65894DB-45C4-B1FD-A90F-215F12C00527}"/>
          </ac:spMkLst>
        </pc:spChg>
        <pc:spChg chg="add mod">
          <ac:chgData name="문 동진(KSTD)" userId="3d26c5c2-5d13-41b2-b4a9-bebd91ca5bef" providerId="ADAL" clId="{AC91C77A-115B-4066-B24C-58E72D5C40B6}" dt="2026-08-11T05:15:01.077" v="4192" actId="20577"/>
          <ac:spMkLst>
            <pc:docMk/>
            <pc:sldMk cId="65456104" sldId="277"/>
            <ac:spMk id="33" creationId="{AC8F0CD2-CCCE-0E0C-771A-553D08E3714E}"/>
          </ac:spMkLst>
        </pc:spChg>
        <pc:spChg chg="add del mod">
          <ac:chgData name="문 동진(KSTD)" userId="3d26c5c2-5d13-41b2-b4a9-bebd91ca5bef" providerId="ADAL" clId="{AC91C77A-115B-4066-B24C-58E72D5C40B6}" dt="2026-08-11T05:13:57.518" v="4139" actId="478"/>
          <ac:spMkLst>
            <pc:docMk/>
            <pc:sldMk cId="65456104" sldId="277"/>
            <ac:spMk id="34" creationId="{E1E5CAA6-DDA4-5901-447A-14746891600D}"/>
          </ac:spMkLst>
        </pc:spChg>
        <pc:picChg chg="add ord">
          <ac:chgData name="문 동진(KSTD)" userId="3d26c5c2-5d13-41b2-b4a9-bebd91ca5bef" providerId="ADAL" clId="{AC91C77A-115B-4066-B24C-58E72D5C40B6}" dt="2026-08-07T04:12:43.907" v="1007" actId="167"/>
          <ac:picMkLst>
            <pc:docMk/>
            <pc:sldMk cId="65456104" sldId="277"/>
            <ac:picMk id="36" creationId="{C94436D1-97E9-62D5-33C2-7115B0966A99}"/>
          </ac:picMkLst>
        </pc:picChg>
      </pc:sldChg>
      <pc:sldChg chg="addSp delSp modSp add mod modTransition setBg">
        <pc:chgData name="문 동진(KSTD)" userId="3d26c5c2-5d13-41b2-b4a9-bebd91ca5bef" providerId="ADAL" clId="{AC91C77A-115B-4066-B24C-58E72D5C40B6}" dt="2026-08-11T06:00:07.082" v="4674"/>
        <pc:sldMkLst>
          <pc:docMk/>
          <pc:sldMk cId="0" sldId="278"/>
        </pc:sldMkLst>
        <pc:spChg chg="del mod">
          <ac:chgData name="문 동진(KSTD)" userId="3d26c5c2-5d13-41b2-b4a9-bebd91ca5bef" providerId="ADAL" clId="{AC91C77A-115B-4066-B24C-58E72D5C40B6}" dt="2026-08-11T01:55:47.230" v="2450" actId="478"/>
          <ac:spMkLst>
            <pc:docMk/>
            <pc:sldMk cId="0" sldId="278"/>
            <ac:spMk id="2" creationId="{00000000-0000-0000-0000-000000000000}"/>
          </ac:spMkLst>
        </pc:spChg>
        <pc:spChg chg="add del mod">
          <ac:chgData name="문 동진(KSTD)" userId="3d26c5c2-5d13-41b2-b4a9-bebd91ca5bef" providerId="ADAL" clId="{AC91C77A-115B-4066-B24C-58E72D5C40B6}" dt="2026-08-11T01:48:43.019" v="2307" actId="478"/>
          <ac:spMkLst>
            <pc:docMk/>
            <pc:sldMk cId="0" sldId="278"/>
            <ac:spMk id="3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1:46:00.686" v="2215"/>
          <ac:spMkLst>
            <pc:docMk/>
            <pc:sldMk cId="0" sldId="278"/>
            <ac:spMk id="4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1:50:06.385" v="2320" actId="14100"/>
          <ac:spMkLst>
            <pc:docMk/>
            <pc:sldMk cId="0" sldId="278"/>
            <ac:spMk id="5" creationId="{00000000-0000-0000-0000-000000000000}"/>
          </ac:spMkLst>
        </pc:spChg>
        <pc:spChg chg="add">
          <ac:chgData name="문 동진(KSTD)" userId="3d26c5c2-5d13-41b2-b4a9-bebd91ca5bef" providerId="ADAL" clId="{AC91C77A-115B-4066-B24C-58E72D5C40B6}" dt="2026-08-11T01:55:47.376" v="2451" actId="22"/>
          <ac:spMkLst>
            <pc:docMk/>
            <pc:sldMk cId="0" sldId="278"/>
            <ac:spMk id="7" creationId="{98C50483-37F1-1E7C-6308-645332928710}"/>
          </ac:spMkLst>
        </pc:spChg>
        <pc:spChg chg="mod">
          <ac:chgData name="문 동진(KSTD)" userId="3d26c5c2-5d13-41b2-b4a9-bebd91ca5bef" providerId="ADAL" clId="{AC91C77A-115B-4066-B24C-58E72D5C40B6}" dt="2026-08-11T02:15:51.264" v="2785" actId="255"/>
          <ac:spMkLst>
            <pc:docMk/>
            <pc:sldMk cId="0" sldId="278"/>
            <ac:spMk id="8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2:16:08.962" v="2787" actId="1076"/>
          <ac:spMkLst>
            <pc:docMk/>
            <pc:sldMk cId="0" sldId="278"/>
            <ac:spMk id="9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1:50:22.370" v="2322" actId="14100"/>
          <ac:spMkLst>
            <pc:docMk/>
            <pc:sldMk cId="0" sldId="278"/>
            <ac:spMk id="10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1:50:35.310" v="2324" actId="107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1:50:35.310" v="2324" actId="1076"/>
          <ac:spMkLst>
            <pc:docMk/>
            <pc:sldMk cId="0" sldId="278"/>
            <ac:spMk id="12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4:01:15.399" v="769" actId="1076"/>
          <ac:spMkLst>
            <pc:docMk/>
            <pc:sldMk cId="0" sldId="278"/>
            <ac:spMk id="13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1:50:22.370" v="2322" actId="14100"/>
          <ac:spMkLst>
            <pc:docMk/>
            <pc:sldMk cId="0" sldId="278"/>
            <ac:spMk id="14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1:50:31.296" v="2323" actId="14100"/>
          <ac:spMkLst>
            <pc:docMk/>
            <pc:sldMk cId="0" sldId="278"/>
            <ac:spMk id="15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2:15:44.179" v="2784" actId="255"/>
          <ac:spMkLst>
            <pc:docMk/>
            <pc:sldMk cId="0" sldId="278"/>
            <ac:spMk id="17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1:50:06.385" v="2320" actId="14100"/>
          <ac:spMkLst>
            <pc:docMk/>
            <pc:sldMk cId="0" sldId="278"/>
            <ac:spMk id="18" creationId="{00000000-0000-0000-0000-000000000000}"/>
          </ac:spMkLst>
        </pc:spChg>
        <pc:spChg chg="add">
          <ac:chgData name="문 동진(KSTD)" userId="3d26c5c2-5d13-41b2-b4a9-bebd91ca5bef" providerId="ADAL" clId="{AC91C77A-115B-4066-B24C-58E72D5C40B6}" dt="2026-08-11T01:59:14.180" v="2608" actId="22"/>
          <ac:spMkLst>
            <pc:docMk/>
            <pc:sldMk cId="0" sldId="278"/>
            <ac:spMk id="20" creationId="{140284B2-9E62-CA28-3B9E-43918C8B615C}"/>
          </ac:spMkLst>
        </pc:spChg>
        <pc:spChg chg="mod">
          <ac:chgData name="문 동진(KSTD)" userId="3d26c5c2-5d13-41b2-b4a9-bebd91ca5bef" providerId="ADAL" clId="{AC91C77A-115B-4066-B24C-58E72D5C40B6}" dt="2026-08-11T02:15:51.264" v="2785" actId="255"/>
          <ac:spMkLst>
            <pc:docMk/>
            <pc:sldMk cId="0" sldId="278"/>
            <ac:spMk id="21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2:15:59.443" v="2786" actId="255"/>
          <ac:spMkLst>
            <pc:docMk/>
            <pc:sldMk cId="0" sldId="278"/>
            <ac:spMk id="22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1:50:22.370" v="2322" actId="14100"/>
          <ac:spMkLst>
            <pc:docMk/>
            <pc:sldMk cId="0" sldId="278"/>
            <ac:spMk id="23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1:50:31.296" v="2323" actId="14100"/>
          <ac:spMkLst>
            <pc:docMk/>
            <pc:sldMk cId="0" sldId="278"/>
            <ac:spMk id="24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4:01:21.610" v="770" actId="1076"/>
          <ac:spMkLst>
            <pc:docMk/>
            <pc:sldMk cId="0" sldId="278"/>
            <ac:spMk id="25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1:50:22.370" v="2322" actId="14100"/>
          <ac:spMkLst>
            <pc:docMk/>
            <pc:sldMk cId="0" sldId="278"/>
            <ac:spMk id="26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1:50:31.296" v="2323" actId="14100"/>
          <ac:spMkLst>
            <pc:docMk/>
            <pc:sldMk cId="0" sldId="278"/>
            <ac:spMk id="27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07T04:21:31.097" v="1093" actId="14100"/>
          <ac:spMkLst>
            <pc:docMk/>
            <pc:sldMk cId="0" sldId="278"/>
            <ac:spMk id="28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2:15:44.179" v="2784" actId="255"/>
          <ac:spMkLst>
            <pc:docMk/>
            <pc:sldMk cId="0" sldId="278"/>
            <ac:spMk id="29" creationId="{00000000-0000-0000-0000-000000000000}"/>
          </ac:spMkLst>
        </pc:spChg>
        <pc:spChg chg="del mod">
          <ac:chgData name="문 동진(KSTD)" userId="3d26c5c2-5d13-41b2-b4a9-bebd91ca5bef" providerId="ADAL" clId="{AC91C77A-115B-4066-B24C-58E72D5C40B6}" dt="2026-08-11T01:50:00.446" v="2319" actId="478"/>
          <ac:spMkLst>
            <pc:docMk/>
            <pc:sldMk cId="0" sldId="278"/>
            <ac:spMk id="30" creationId="{00000000-0000-0000-0000-000000000000}"/>
          </ac:spMkLst>
        </pc:spChg>
        <pc:spChg chg="del mod">
          <ac:chgData name="문 동진(KSTD)" userId="3d26c5c2-5d13-41b2-b4a9-bebd91ca5bef" providerId="ADAL" clId="{AC91C77A-115B-4066-B24C-58E72D5C40B6}" dt="2026-08-11T01:50:00.446" v="2319" actId="478"/>
          <ac:spMkLst>
            <pc:docMk/>
            <pc:sldMk cId="0" sldId="278"/>
            <ac:spMk id="31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1T02:27:31.197" v="2912" actId="478"/>
          <ac:spMkLst>
            <pc:docMk/>
            <pc:sldMk cId="0" sldId="278"/>
            <ac:spMk id="36" creationId="{00000000-0000-0000-0000-000000000000}"/>
          </ac:spMkLst>
        </pc:spChg>
        <pc:spChg chg="add del">
          <ac:chgData name="문 동진(KSTD)" userId="3d26c5c2-5d13-41b2-b4a9-bebd91ca5bef" providerId="ADAL" clId="{AC91C77A-115B-4066-B24C-58E72D5C40B6}" dt="2026-08-11T01:59:18.442" v="2609" actId="22"/>
          <ac:spMkLst>
            <pc:docMk/>
            <pc:sldMk cId="0" sldId="278"/>
            <ac:spMk id="39" creationId="{906F9994-26C1-CFE8-773B-4C1774E2FFB2}"/>
          </ac:spMkLst>
        </pc:spChg>
        <pc:spChg chg="add del">
          <ac:chgData name="문 동진(KSTD)" userId="3d26c5c2-5d13-41b2-b4a9-bebd91ca5bef" providerId="ADAL" clId="{AC91C77A-115B-4066-B24C-58E72D5C40B6}" dt="2026-08-11T01:59:18.442" v="2609" actId="22"/>
          <ac:spMkLst>
            <pc:docMk/>
            <pc:sldMk cId="0" sldId="278"/>
            <ac:spMk id="41" creationId="{DFE8B1D5-692F-AADE-6833-4F62181E3BA5}"/>
          </ac:spMkLst>
        </pc:spChg>
        <pc:spChg chg="add del">
          <ac:chgData name="문 동진(KSTD)" userId="3d26c5c2-5d13-41b2-b4a9-bebd91ca5bef" providerId="ADAL" clId="{AC91C77A-115B-4066-B24C-58E72D5C40B6}" dt="2026-08-11T01:59:18.442" v="2609" actId="22"/>
          <ac:spMkLst>
            <pc:docMk/>
            <pc:sldMk cId="0" sldId="278"/>
            <ac:spMk id="45" creationId="{46DE65B2-CB38-5F41-83F2-BCECBCBB1CA5}"/>
          </ac:spMkLst>
        </pc:spChg>
        <pc:spChg chg="add del">
          <ac:chgData name="문 동진(KSTD)" userId="3d26c5c2-5d13-41b2-b4a9-bebd91ca5bef" providerId="ADAL" clId="{AC91C77A-115B-4066-B24C-58E72D5C40B6}" dt="2026-08-11T01:59:18.442" v="2609" actId="22"/>
          <ac:spMkLst>
            <pc:docMk/>
            <pc:sldMk cId="0" sldId="278"/>
            <ac:spMk id="47" creationId="{8847D123-A52D-0176-2B58-EDD38BD9210B}"/>
          </ac:spMkLst>
        </pc:spChg>
        <pc:spChg chg="del">
          <ac:chgData name="문 동진(KSTD)" userId="3d26c5c2-5d13-41b2-b4a9-bebd91ca5bef" providerId="ADAL" clId="{AC91C77A-115B-4066-B24C-58E72D5C40B6}" dt="2026-08-11T01:59:18.442" v="2609" actId="22"/>
          <ac:spMkLst>
            <pc:docMk/>
            <pc:sldMk cId="0" sldId="278"/>
            <ac:spMk id="49" creationId="{2E216480-ADC9-64F7-97B6-8A2A6DD24C7B}"/>
          </ac:spMkLst>
        </pc:spChg>
        <pc:spChg chg="add del">
          <ac:chgData name="문 동진(KSTD)" userId="3d26c5c2-5d13-41b2-b4a9-bebd91ca5bef" providerId="ADAL" clId="{AC91C77A-115B-4066-B24C-58E72D5C40B6}" dt="2026-08-11T01:59:18.442" v="2609" actId="22"/>
          <ac:spMkLst>
            <pc:docMk/>
            <pc:sldMk cId="0" sldId="278"/>
            <ac:spMk id="51" creationId="{56DF9214-1781-7E9A-B559-3093C69A4206}"/>
          </ac:spMkLst>
        </pc:spChg>
        <pc:spChg chg="add del">
          <ac:chgData name="문 동진(KSTD)" userId="3d26c5c2-5d13-41b2-b4a9-bebd91ca5bef" providerId="ADAL" clId="{AC91C77A-115B-4066-B24C-58E72D5C40B6}" dt="2026-08-11T01:59:18.442" v="2609" actId="22"/>
          <ac:spMkLst>
            <pc:docMk/>
            <pc:sldMk cId="0" sldId="278"/>
            <ac:spMk id="55" creationId="{B77CA554-400A-93A0-09DC-3836C4175541}"/>
          </ac:spMkLst>
        </pc:spChg>
        <pc:spChg chg="add del">
          <ac:chgData name="문 동진(KSTD)" userId="3d26c5c2-5d13-41b2-b4a9-bebd91ca5bef" providerId="ADAL" clId="{AC91C77A-115B-4066-B24C-58E72D5C40B6}" dt="2026-08-11T01:59:18.442" v="2609" actId="22"/>
          <ac:spMkLst>
            <pc:docMk/>
            <pc:sldMk cId="0" sldId="278"/>
            <ac:spMk id="59" creationId="{ABC8A856-C2F0-F5E7-6716-7D2C9848FCE3}"/>
          </ac:spMkLst>
        </pc:spChg>
        <pc:spChg chg="add del">
          <ac:chgData name="문 동진(KSTD)" userId="3d26c5c2-5d13-41b2-b4a9-bebd91ca5bef" providerId="ADAL" clId="{AC91C77A-115B-4066-B24C-58E72D5C40B6}" dt="2026-08-11T01:59:18.442" v="2609" actId="22"/>
          <ac:spMkLst>
            <pc:docMk/>
            <pc:sldMk cId="0" sldId="278"/>
            <ac:spMk id="61" creationId="{DFDFC30D-2808-2580-D79F-618DF0B090B5}"/>
          </ac:spMkLst>
        </pc:spChg>
        <pc:spChg chg="add del">
          <ac:chgData name="문 동진(KSTD)" userId="3d26c5c2-5d13-41b2-b4a9-bebd91ca5bef" providerId="ADAL" clId="{AC91C77A-115B-4066-B24C-58E72D5C40B6}" dt="2026-08-11T01:59:18.442" v="2609" actId="22"/>
          <ac:spMkLst>
            <pc:docMk/>
            <pc:sldMk cId="0" sldId="278"/>
            <ac:spMk id="63" creationId="{548F8DD0-2E82-F8FA-46FA-20F695774A0F}"/>
          </ac:spMkLst>
        </pc:spChg>
        <pc:spChg chg="add mod">
          <ac:chgData name="문 동진(KSTD)" userId="3d26c5c2-5d13-41b2-b4a9-bebd91ca5bef" providerId="ADAL" clId="{AC91C77A-115B-4066-B24C-58E72D5C40B6}" dt="2026-08-11T01:59:25.296" v="2613" actId="1076"/>
          <ac:spMkLst>
            <pc:docMk/>
            <pc:sldMk cId="0" sldId="278"/>
            <ac:spMk id="65" creationId="{203A9E58-D8BF-7C77-806C-9E067E6741D3}"/>
          </ac:spMkLst>
        </pc:spChg>
        <pc:spChg chg="add mod">
          <ac:chgData name="문 동진(KSTD)" userId="3d26c5c2-5d13-41b2-b4a9-bebd91ca5bef" providerId="ADAL" clId="{AC91C77A-115B-4066-B24C-58E72D5C40B6}" dt="2026-08-11T01:59:25.296" v="2613" actId="1076"/>
          <ac:spMkLst>
            <pc:docMk/>
            <pc:sldMk cId="0" sldId="278"/>
            <ac:spMk id="69" creationId="{E08FD706-9991-635B-DBA8-F6696D14AC6C}"/>
          </ac:spMkLst>
        </pc:spChg>
        <pc:spChg chg="add mod">
          <ac:chgData name="문 동진(KSTD)" userId="3d26c5c2-5d13-41b2-b4a9-bebd91ca5bef" providerId="ADAL" clId="{AC91C77A-115B-4066-B24C-58E72D5C40B6}" dt="2026-08-11T01:59:25.296" v="2613" actId="1076"/>
          <ac:spMkLst>
            <pc:docMk/>
            <pc:sldMk cId="0" sldId="278"/>
            <ac:spMk id="71" creationId="{4F2B0185-F795-BED6-756E-3D0FFB206D8F}"/>
          </ac:spMkLst>
        </pc:spChg>
        <pc:spChg chg="add mod">
          <ac:chgData name="문 동진(KSTD)" userId="3d26c5c2-5d13-41b2-b4a9-bebd91ca5bef" providerId="ADAL" clId="{AC91C77A-115B-4066-B24C-58E72D5C40B6}" dt="2026-08-11T01:59:25.296" v="2613" actId="1076"/>
          <ac:spMkLst>
            <pc:docMk/>
            <pc:sldMk cId="0" sldId="278"/>
            <ac:spMk id="75" creationId="{9E5D6698-32DC-93DC-E9DC-BA5E8E64ADE9}"/>
          </ac:spMkLst>
        </pc:spChg>
        <pc:spChg chg="add mod">
          <ac:chgData name="문 동진(KSTD)" userId="3d26c5c2-5d13-41b2-b4a9-bebd91ca5bef" providerId="ADAL" clId="{AC91C77A-115B-4066-B24C-58E72D5C40B6}" dt="2026-08-11T01:59:25.296" v="2613" actId="1076"/>
          <ac:spMkLst>
            <pc:docMk/>
            <pc:sldMk cId="0" sldId="278"/>
            <ac:spMk id="79" creationId="{3B08093C-EF8B-49CB-CA5D-59BD9AC7A2E2}"/>
          </ac:spMkLst>
        </pc:spChg>
        <pc:spChg chg="add mod">
          <ac:chgData name="문 동진(KSTD)" userId="3d26c5c2-5d13-41b2-b4a9-bebd91ca5bef" providerId="ADAL" clId="{AC91C77A-115B-4066-B24C-58E72D5C40B6}" dt="2026-08-11T01:59:25.296" v="2613" actId="1076"/>
          <ac:spMkLst>
            <pc:docMk/>
            <pc:sldMk cId="0" sldId="278"/>
            <ac:spMk id="81" creationId="{A279308B-C66E-0F13-1CC9-82F005491B40}"/>
          </ac:spMkLst>
        </pc:spChg>
        <pc:spChg chg="add mod">
          <ac:chgData name="문 동진(KSTD)" userId="3d26c5c2-5d13-41b2-b4a9-bebd91ca5bef" providerId="ADAL" clId="{AC91C77A-115B-4066-B24C-58E72D5C40B6}" dt="2026-08-11T01:59:25.296" v="2613" actId="1076"/>
          <ac:spMkLst>
            <pc:docMk/>
            <pc:sldMk cId="0" sldId="278"/>
            <ac:spMk id="83" creationId="{AE49642F-42E3-067D-3362-2E427D014662}"/>
          </ac:spMkLst>
        </pc:spChg>
        <pc:spChg chg="add mod">
          <ac:chgData name="문 동진(KSTD)" userId="3d26c5c2-5d13-41b2-b4a9-bebd91ca5bef" providerId="ADAL" clId="{AC91C77A-115B-4066-B24C-58E72D5C40B6}" dt="2026-08-11T01:59:25.296" v="2613" actId="1076"/>
          <ac:spMkLst>
            <pc:docMk/>
            <pc:sldMk cId="0" sldId="278"/>
            <ac:spMk id="85" creationId="{D326D437-D40B-9947-2CC4-50B3580FD856}"/>
          </ac:spMkLst>
        </pc:spChg>
        <pc:spChg chg="add mod">
          <ac:chgData name="문 동진(KSTD)" userId="3d26c5c2-5d13-41b2-b4a9-bebd91ca5bef" providerId="ADAL" clId="{AC91C77A-115B-4066-B24C-58E72D5C40B6}" dt="2026-08-11T01:59:25.296" v="2613" actId="1076"/>
          <ac:spMkLst>
            <pc:docMk/>
            <pc:sldMk cId="0" sldId="278"/>
            <ac:spMk id="87" creationId="{0A12F0F2-5C32-24FB-02F6-486025952D39}"/>
          </ac:spMkLst>
        </pc:spChg>
        <pc:spChg chg="add mod">
          <ac:chgData name="문 동진(KSTD)" userId="3d26c5c2-5d13-41b2-b4a9-bebd91ca5bef" providerId="ADAL" clId="{AC91C77A-115B-4066-B24C-58E72D5C40B6}" dt="2026-08-11T01:59:25.296" v="2613" actId="1076"/>
          <ac:spMkLst>
            <pc:docMk/>
            <pc:sldMk cId="0" sldId="278"/>
            <ac:spMk id="91" creationId="{80B395A6-3AF4-D237-0BCA-6D296E139B4A}"/>
          </ac:spMkLst>
        </pc:spChg>
        <pc:spChg chg="add del mod">
          <ac:chgData name="문 동진(KSTD)" userId="3d26c5c2-5d13-41b2-b4a9-bebd91ca5bef" providerId="ADAL" clId="{AC91C77A-115B-4066-B24C-58E72D5C40B6}" dt="2026-08-11T02:21:32.333" v="2820" actId="478"/>
          <ac:spMkLst>
            <pc:docMk/>
            <pc:sldMk cId="0" sldId="278"/>
            <ac:spMk id="93" creationId="{8F770D86-4814-7ED4-8F74-5578F2AA0B2C}"/>
          </ac:spMkLst>
        </pc:spChg>
        <pc:spChg chg="add del mod">
          <ac:chgData name="문 동진(KSTD)" userId="3d26c5c2-5d13-41b2-b4a9-bebd91ca5bef" providerId="ADAL" clId="{AC91C77A-115B-4066-B24C-58E72D5C40B6}" dt="2026-08-11T02:21:32.333" v="2820" actId="478"/>
          <ac:spMkLst>
            <pc:docMk/>
            <pc:sldMk cId="0" sldId="278"/>
            <ac:spMk id="95" creationId="{A0FA143C-EA8A-77A6-B4AD-789D835AC085}"/>
          </ac:spMkLst>
        </pc:spChg>
        <pc:spChg chg="add del mod">
          <ac:chgData name="문 동진(KSTD)" userId="3d26c5c2-5d13-41b2-b4a9-bebd91ca5bef" providerId="ADAL" clId="{AC91C77A-115B-4066-B24C-58E72D5C40B6}" dt="2026-08-11T02:21:32.333" v="2820" actId="478"/>
          <ac:spMkLst>
            <pc:docMk/>
            <pc:sldMk cId="0" sldId="278"/>
            <ac:spMk id="97" creationId="{425E489E-39E0-ADF7-CA5B-ED360E0690B5}"/>
          </ac:spMkLst>
        </pc:spChg>
        <pc:spChg chg="add del mod">
          <ac:chgData name="문 동진(KSTD)" userId="3d26c5c2-5d13-41b2-b4a9-bebd91ca5bef" providerId="ADAL" clId="{AC91C77A-115B-4066-B24C-58E72D5C40B6}" dt="2026-08-11T04:43:56.504" v="3852" actId="478"/>
          <ac:spMkLst>
            <pc:docMk/>
            <pc:sldMk cId="0" sldId="278"/>
            <ac:spMk id="101" creationId="{AAE66F48-4902-5CB8-734E-68740341E5B7}"/>
          </ac:spMkLst>
        </pc:spChg>
        <pc:spChg chg="add del mod">
          <ac:chgData name="문 동진(KSTD)" userId="3d26c5c2-5d13-41b2-b4a9-bebd91ca5bef" providerId="ADAL" clId="{AC91C77A-115B-4066-B24C-58E72D5C40B6}" dt="2026-08-11T04:43:56.504" v="3852" actId="478"/>
          <ac:spMkLst>
            <pc:docMk/>
            <pc:sldMk cId="0" sldId="278"/>
            <ac:spMk id="103" creationId="{0C88CE0E-EF6D-ABB7-F62E-05C033C31B26}"/>
          </ac:spMkLst>
        </pc:spChg>
        <pc:spChg chg="add del mod">
          <ac:chgData name="문 동진(KSTD)" userId="3d26c5c2-5d13-41b2-b4a9-bebd91ca5bef" providerId="ADAL" clId="{AC91C77A-115B-4066-B24C-58E72D5C40B6}" dt="2026-08-11T04:43:56.504" v="3852" actId="478"/>
          <ac:spMkLst>
            <pc:docMk/>
            <pc:sldMk cId="0" sldId="278"/>
            <ac:spMk id="107" creationId="{67C6BC84-97F2-6FB1-2B23-28195683111D}"/>
          </ac:spMkLst>
        </pc:spChg>
        <pc:spChg chg="add del mod">
          <ac:chgData name="문 동진(KSTD)" userId="3d26c5c2-5d13-41b2-b4a9-bebd91ca5bef" providerId="ADAL" clId="{AC91C77A-115B-4066-B24C-58E72D5C40B6}" dt="2026-08-11T04:43:56.504" v="3852" actId="478"/>
          <ac:spMkLst>
            <pc:docMk/>
            <pc:sldMk cId="0" sldId="278"/>
            <ac:spMk id="109" creationId="{88C12E2E-28F1-724F-2679-E4C1A01CF322}"/>
          </ac:spMkLst>
        </pc:spChg>
        <pc:spChg chg="add del mod">
          <ac:chgData name="문 동진(KSTD)" userId="3d26c5c2-5d13-41b2-b4a9-bebd91ca5bef" providerId="ADAL" clId="{AC91C77A-115B-4066-B24C-58E72D5C40B6}" dt="2026-08-11T04:44:00.285" v="3858" actId="22"/>
          <ac:spMkLst>
            <pc:docMk/>
            <pc:sldMk cId="0" sldId="278"/>
            <ac:spMk id="111" creationId="{C3B6492A-CF9F-EFB7-F3FF-56FC1AF1CFF3}"/>
          </ac:spMkLst>
        </pc:spChg>
        <pc:spChg chg="add del mod">
          <ac:chgData name="문 동진(KSTD)" userId="3d26c5c2-5d13-41b2-b4a9-bebd91ca5bef" providerId="ADAL" clId="{AC91C77A-115B-4066-B24C-58E72D5C40B6}" dt="2026-08-11T04:44:00.285" v="3858" actId="22"/>
          <ac:spMkLst>
            <pc:docMk/>
            <pc:sldMk cId="0" sldId="278"/>
            <ac:spMk id="115" creationId="{45BB1309-5D78-2A34-C864-9A39D5D215EB}"/>
          </ac:spMkLst>
        </pc:spChg>
        <pc:spChg chg="add del mod">
          <ac:chgData name="문 동진(KSTD)" userId="3d26c5c2-5d13-41b2-b4a9-bebd91ca5bef" providerId="ADAL" clId="{AC91C77A-115B-4066-B24C-58E72D5C40B6}" dt="2026-08-11T04:44:00.285" v="3858" actId="22"/>
          <ac:spMkLst>
            <pc:docMk/>
            <pc:sldMk cId="0" sldId="278"/>
            <ac:spMk id="117" creationId="{0B02100C-8C9D-D3F0-D04E-AE31E44D3D78}"/>
          </ac:spMkLst>
        </pc:spChg>
        <pc:spChg chg="add del mod">
          <ac:chgData name="문 동진(KSTD)" userId="3d26c5c2-5d13-41b2-b4a9-bebd91ca5bef" providerId="ADAL" clId="{AC91C77A-115B-4066-B24C-58E72D5C40B6}" dt="2026-08-11T04:44:00.285" v="3858" actId="22"/>
          <ac:spMkLst>
            <pc:docMk/>
            <pc:sldMk cId="0" sldId="278"/>
            <ac:spMk id="119" creationId="{7C9A729E-D3B3-1AC2-5373-E2DA769E4FE1}"/>
          </ac:spMkLst>
        </pc:spChg>
        <pc:spChg chg="add del mod">
          <ac:chgData name="문 동진(KSTD)" userId="3d26c5c2-5d13-41b2-b4a9-bebd91ca5bef" providerId="ADAL" clId="{AC91C77A-115B-4066-B24C-58E72D5C40B6}" dt="2026-08-11T04:44:00.285" v="3858" actId="22"/>
          <ac:spMkLst>
            <pc:docMk/>
            <pc:sldMk cId="0" sldId="278"/>
            <ac:spMk id="121" creationId="{3205D5AA-53EA-D074-AB06-C0CEF84F9977}"/>
          </ac:spMkLst>
        </pc:spChg>
        <pc:spChg chg="add del mod">
          <ac:chgData name="문 동진(KSTD)" userId="3d26c5c2-5d13-41b2-b4a9-bebd91ca5bef" providerId="ADAL" clId="{AC91C77A-115B-4066-B24C-58E72D5C40B6}" dt="2026-08-11T04:44:00.285" v="3858" actId="22"/>
          <ac:spMkLst>
            <pc:docMk/>
            <pc:sldMk cId="0" sldId="278"/>
            <ac:spMk id="125" creationId="{9E226237-2CAE-603A-C7EE-FF8AFD5ABBCA}"/>
          </ac:spMkLst>
        </pc:spChg>
        <pc:spChg chg="add del">
          <ac:chgData name="문 동진(KSTD)" userId="3d26c5c2-5d13-41b2-b4a9-bebd91ca5bef" providerId="ADAL" clId="{AC91C77A-115B-4066-B24C-58E72D5C40B6}" dt="2026-08-11T04:43:59.887" v="3857" actId="22"/>
          <ac:spMkLst>
            <pc:docMk/>
            <pc:sldMk cId="0" sldId="278"/>
            <ac:spMk id="127" creationId="{D897423C-9489-93DD-7096-734DB65D2AE8}"/>
          </ac:spMkLst>
        </pc:spChg>
        <pc:spChg chg="add del">
          <ac:chgData name="문 동진(KSTD)" userId="3d26c5c2-5d13-41b2-b4a9-bebd91ca5bef" providerId="ADAL" clId="{AC91C77A-115B-4066-B24C-58E72D5C40B6}" dt="2026-08-11T04:43:59.887" v="3857" actId="22"/>
          <ac:spMkLst>
            <pc:docMk/>
            <pc:sldMk cId="0" sldId="278"/>
            <ac:spMk id="131" creationId="{56B8BD21-4AB5-92BB-1FCC-243046D32950}"/>
          </ac:spMkLst>
        </pc:spChg>
        <pc:spChg chg="add del">
          <ac:chgData name="문 동진(KSTD)" userId="3d26c5c2-5d13-41b2-b4a9-bebd91ca5bef" providerId="ADAL" clId="{AC91C77A-115B-4066-B24C-58E72D5C40B6}" dt="2026-08-11T04:43:59.887" v="3857" actId="22"/>
          <ac:spMkLst>
            <pc:docMk/>
            <pc:sldMk cId="0" sldId="278"/>
            <ac:spMk id="133" creationId="{C4AD9F49-F4BF-3C7B-2847-B117C0D44629}"/>
          </ac:spMkLst>
        </pc:spChg>
        <pc:spChg chg="add del">
          <ac:chgData name="문 동진(KSTD)" userId="3d26c5c2-5d13-41b2-b4a9-bebd91ca5bef" providerId="ADAL" clId="{AC91C77A-115B-4066-B24C-58E72D5C40B6}" dt="2026-08-11T04:43:59.887" v="3857" actId="22"/>
          <ac:spMkLst>
            <pc:docMk/>
            <pc:sldMk cId="0" sldId="278"/>
            <ac:spMk id="135" creationId="{27BF4CE4-A589-0543-BC2D-64BAF38173A4}"/>
          </ac:spMkLst>
        </pc:spChg>
        <pc:spChg chg="add del">
          <ac:chgData name="문 동진(KSTD)" userId="3d26c5c2-5d13-41b2-b4a9-bebd91ca5bef" providerId="ADAL" clId="{AC91C77A-115B-4066-B24C-58E72D5C40B6}" dt="2026-08-11T04:43:59.887" v="3857" actId="22"/>
          <ac:spMkLst>
            <pc:docMk/>
            <pc:sldMk cId="0" sldId="278"/>
            <ac:spMk id="137" creationId="{3BAED7D3-D457-D5DC-DA44-628641251F0B}"/>
          </ac:spMkLst>
        </pc:spChg>
        <pc:spChg chg="add del">
          <ac:chgData name="문 동진(KSTD)" userId="3d26c5c2-5d13-41b2-b4a9-bebd91ca5bef" providerId="ADAL" clId="{AC91C77A-115B-4066-B24C-58E72D5C40B6}" dt="2026-08-11T04:43:59.887" v="3857" actId="22"/>
          <ac:spMkLst>
            <pc:docMk/>
            <pc:sldMk cId="0" sldId="278"/>
            <ac:spMk id="141" creationId="{19222266-84D3-221B-CE48-B7C73F08973F}"/>
          </ac:spMkLst>
        </pc:spChg>
        <pc:spChg chg="add del mod">
          <ac:chgData name="문 동진(KSTD)" userId="3d26c5c2-5d13-41b2-b4a9-bebd91ca5bef" providerId="ADAL" clId="{AC91C77A-115B-4066-B24C-58E72D5C40B6}" dt="2026-08-11T04:44:05.226" v="3862" actId="22"/>
          <ac:spMkLst>
            <pc:docMk/>
            <pc:sldMk cId="0" sldId="278"/>
            <ac:spMk id="143" creationId="{2174D15F-6AF0-EEED-91FC-01AFE1AB9A56}"/>
          </ac:spMkLst>
        </pc:spChg>
        <pc:spChg chg="add del mod">
          <ac:chgData name="문 동진(KSTD)" userId="3d26c5c2-5d13-41b2-b4a9-bebd91ca5bef" providerId="ADAL" clId="{AC91C77A-115B-4066-B24C-58E72D5C40B6}" dt="2026-08-11T04:44:05.226" v="3862" actId="22"/>
          <ac:spMkLst>
            <pc:docMk/>
            <pc:sldMk cId="0" sldId="278"/>
            <ac:spMk id="147" creationId="{B3F06307-9399-6E45-8829-B1E20C2034CA}"/>
          </ac:spMkLst>
        </pc:spChg>
        <pc:spChg chg="add del mod">
          <ac:chgData name="문 동진(KSTD)" userId="3d26c5c2-5d13-41b2-b4a9-bebd91ca5bef" providerId="ADAL" clId="{AC91C77A-115B-4066-B24C-58E72D5C40B6}" dt="2026-08-11T04:44:05.226" v="3862" actId="22"/>
          <ac:spMkLst>
            <pc:docMk/>
            <pc:sldMk cId="0" sldId="278"/>
            <ac:spMk id="149" creationId="{74F3F648-6BD1-5373-B239-E933A470A02B}"/>
          </ac:spMkLst>
        </pc:spChg>
        <pc:spChg chg="add del mod">
          <ac:chgData name="문 동진(KSTD)" userId="3d26c5c2-5d13-41b2-b4a9-bebd91ca5bef" providerId="ADAL" clId="{AC91C77A-115B-4066-B24C-58E72D5C40B6}" dt="2026-08-11T04:44:05.226" v="3862" actId="22"/>
          <ac:spMkLst>
            <pc:docMk/>
            <pc:sldMk cId="0" sldId="278"/>
            <ac:spMk id="151" creationId="{19C760A4-2A6C-197E-EE01-C390331A1EAE}"/>
          </ac:spMkLst>
        </pc:spChg>
        <pc:spChg chg="add del mod">
          <ac:chgData name="문 동진(KSTD)" userId="3d26c5c2-5d13-41b2-b4a9-bebd91ca5bef" providerId="ADAL" clId="{AC91C77A-115B-4066-B24C-58E72D5C40B6}" dt="2026-08-11T04:44:05.226" v="3862" actId="22"/>
          <ac:spMkLst>
            <pc:docMk/>
            <pc:sldMk cId="0" sldId="278"/>
            <ac:spMk id="153" creationId="{BCC98178-6DDC-003E-0B26-3BA05EAAB07C}"/>
          </ac:spMkLst>
        </pc:spChg>
        <pc:spChg chg="add del mod">
          <ac:chgData name="문 동진(KSTD)" userId="3d26c5c2-5d13-41b2-b4a9-bebd91ca5bef" providerId="ADAL" clId="{AC91C77A-115B-4066-B24C-58E72D5C40B6}" dt="2026-08-11T04:44:05.226" v="3862" actId="22"/>
          <ac:spMkLst>
            <pc:docMk/>
            <pc:sldMk cId="0" sldId="278"/>
            <ac:spMk id="157" creationId="{26578A9B-9E9F-4EDC-66D5-D1B2F2514EA3}"/>
          </ac:spMkLst>
        </pc:spChg>
        <pc:spChg chg="add del">
          <ac:chgData name="문 동진(KSTD)" userId="3d26c5c2-5d13-41b2-b4a9-bebd91ca5bef" providerId="ADAL" clId="{AC91C77A-115B-4066-B24C-58E72D5C40B6}" dt="2026-08-11T04:44:23.585" v="3868" actId="478"/>
          <ac:spMkLst>
            <pc:docMk/>
            <pc:sldMk cId="0" sldId="278"/>
            <ac:spMk id="159" creationId="{2F6D8796-B371-3CBF-A805-FA7A9F13776F}"/>
          </ac:spMkLst>
        </pc:spChg>
        <pc:spChg chg="add del">
          <ac:chgData name="문 동진(KSTD)" userId="3d26c5c2-5d13-41b2-b4a9-bebd91ca5bef" providerId="ADAL" clId="{AC91C77A-115B-4066-B24C-58E72D5C40B6}" dt="2026-08-11T04:44:21.341" v="3867" actId="478"/>
          <ac:spMkLst>
            <pc:docMk/>
            <pc:sldMk cId="0" sldId="278"/>
            <ac:spMk id="163" creationId="{E60E030B-BBEC-F854-10AF-5173D731A106}"/>
          </ac:spMkLst>
        </pc:spChg>
        <pc:spChg chg="add del">
          <ac:chgData name="문 동진(KSTD)" userId="3d26c5c2-5d13-41b2-b4a9-bebd91ca5bef" providerId="ADAL" clId="{AC91C77A-115B-4066-B24C-58E72D5C40B6}" dt="2026-08-11T04:44:25.618" v="3869" actId="478"/>
          <ac:spMkLst>
            <pc:docMk/>
            <pc:sldMk cId="0" sldId="278"/>
            <ac:spMk id="165" creationId="{4AC1C360-8CA6-8D26-148F-2B3B1EB4E823}"/>
          </ac:spMkLst>
        </pc:spChg>
        <pc:spChg chg="add del">
          <ac:chgData name="문 동진(KSTD)" userId="3d26c5c2-5d13-41b2-b4a9-bebd91ca5bef" providerId="ADAL" clId="{AC91C77A-115B-4066-B24C-58E72D5C40B6}" dt="2026-08-11T04:44:18.828" v="3866" actId="478"/>
          <ac:spMkLst>
            <pc:docMk/>
            <pc:sldMk cId="0" sldId="278"/>
            <ac:spMk id="167" creationId="{D99EC06A-906F-2B6F-1C6F-4DF777F71B45}"/>
          </ac:spMkLst>
        </pc:spChg>
        <pc:spChg chg="add del">
          <ac:chgData name="문 동진(KSTD)" userId="3d26c5c2-5d13-41b2-b4a9-bebd91ca5bef" providerId="ADAL" clId="{AC91C77A-115B-4066-B24C-58E72D5C40B6}" dt="2026-08-11T04:44:21.341" v="3867" actId="478"/>
          <ac:spMkLst>
            <pc:docMk/>
            <pc:sldMk cId="0" sldId="278"/>
            <ac:spMk id="169" creationId="{0A7167BD-860B-C2E2-3621-FA91F5802EBE}"/>
          </ac:spMkLst>
        </pc:spChg>
        <pc:spChg chg="add del">
          <ac:chgData name="문 동진(KSTD)" userId="3d26c5c2-5d13-41b2-b4a9-bebd91ca5bef" providerId="ADAL" clId="{AC91C77A-115B-4066-B24C-58E72D5C40B6}" dt="2026-08-11T04:44:18.828" v="3866" actId="478"/>
          <ac:spMkLst>
            <pc:docMk/>
            <pc:sldMk cId="0" sldId="278"/>
            <ac:spMk id="173" creationId="{AB01C307-9343-97FF-E934-9209BB27D1E1}"/>
          </ac:spMkLst>
        </pc:spChg>
        <pc:picChg chg="add mod ord">
          <ac:chgData name="문 동진(KSTD)" userId="3d26c5c2-5d13-41b2-b4a9-bebd91ca5bef" providerId="ADAL" clId="{AC91C77A-115B-4066-B24C-58E72D5C40B6}" dt="2026-08-11T01:45:55.555" v="2190" actId="1076"/>
          <ac:picMkLst>
            <pc:docMk/>
            <pc:sldMk cId="0" sldId="278"/>
            <ac:picMk id="38" creationId="{7EDA11E3-341C-1B68-BBAA-2640CE444DF4}"/>
          </ac:picMkLst>
        </pc:picChg>
        <pc:picChg chg="add del mod">
          <ac:chgData name="문 동진(KSTD)" userId="3d26c5c2-5d13-41b2-b4a9-bebd91ca5bef" providerId="ADAL" clId="{AC91C77A-115B-4066-B24C-58E72D5C40B6}" dt="2026-08-11T02:21:32.333" v="2820" actId="478"/>
          <ac:picMkLst>
            <pc:docMk/>
            <pc:sldMk cId="0" sldId="278"/>
            <ac:picMk id="99" creationId="{0162A092-15F4-C1E9-D50C-4F186257905F}"/>
          </ac:picMkLst>
        </pc:picChg>
        <pc:picChg chg="add del mod">
          <ac:chgData name="문 동진(KSTD)" userId="3d26c5c2-5d13-41b2-b4a9-bebd91ca5bef" providerId="ADAL" clId="{AC91C77A-115B-4066-B24C-58E72D5C40B6}" dt="2026-08-11T04:43:56.504" v="3852" actId="478"/>
          <ac:picMkLst>
            <pc:docMk/>
            <pc:sldMk cId="0" sldId="278"/>
            <ac:picMk id="105" creationId="{4B5883EB-3999-E8E6-5D79-7F6C29416E38}"/>
          </ac:picMkLst>
        </pc:picChg>
        <pc:picChg chg="add del mod">
          <ac:chgData name="문 동진(KSTD)" userId="3d26c5c2-5d13-41b2-b4a9-bebd91ca5bef" providerId="ADAL" clId="{AC91C77A-115B-4066-B24C-58E72D5C40B6}" dt="2026-08-11T04:44:00.285" v="3858" actId="22"/>
          <ac:picMkLst>
            <pc:docMk/>
            <pc:sldMk cId="0" sldId="278"/>
            <ac:picMk id="113" creationId="{32F447AD-47D4-0B74-1BD9-39BA7065621D}"/>
          </ac:picMkLst>
        </pc:picChg>
        <pc:picChg chg="add del mod">
          <ac:chgData name="문 동진(KSTD)" userId="3d26c5c2-5d13-41b2-b4a9-bebd91ca5bef" providerId="ADAL" clId="{AC91C77A-115B-4066-B24C-58E72D5C40B6}" dt="2026-08-11T04:44:00.285" v="3858" actId="22"/>
          <ac:picMkLst>
            <pc:docMk/>
            <pc:sldMk cId="0" sldId="278"/>
            <ac:picMk id="123" creationId="{62DED9E4-0C58-C46A-3287-B17EEBE49F95}"/>
          </ac:picMkLst>
        </pc:picChg>
        <pc:picChg chg="add del">
          <ac:chgData name="문 동진(KSTD)" userId="3d26c5c2-5d13-41b2-b4a9-bebd91ca5bef" providerId="ADAL" clId="{AC91C77A-115B-4066-B24C-58E72D5C40B6}" dt="2026-08-11T04:43:59.887" v="3857" actId="22"/>
          <ac:picMkLst>
            <pc:docMk/>
            <pc:sldMk cId="0" sldId="278"/>
            <ac:picMk id="129" creationId="{9FFEEB0E-DFEA-664E-5351-137E89F13A30}"/>
          </ac:picMkLst>
        </pc:picChg>
        <pc:picChg chg="add del">
          <ac:chgData name="문 동진(KSTD)" userId="3d26c5c2-5d13-41b2-b4a9-bebd91ca5bef" providerId="ADAL" clId="{AC91C77A-115B-4066-B24C-58E72D5C40B6}" dt="2026-08-11T04:43:59.887" v="3857" actId="22"/>
          <ac:picMkLst>
            <pc:docMk/>
            <pc:sldMk cId="0" sldId="278"/>
            <ac:picMk id="139" creationId="{BF08D47D-941F-B859-F1E5-B6C1B611F9AA}"/>
          </ac:picMkLst>
        </pc:picChg>
        <pc:picChg chg="add del mod">
          <ac:chgData name="문 동진(KSTD)" userId="3d26c5c2-5d13-41b2-b4a9-bebd91ca5bef" providerId="ADAL" clId="{AC91C77A-115B-4066-B24C-58E72D5C40B6}" dt="2026-08-11T04:44:05.226" v="3862" actId="22"/>
          <ac:picMkLst>
            <pc:docMk/>
            <pc:sldMk cId="0" sldId="278"/>
            <ac:picMk id="145" creationId="{67D54A48-60F9-C91A-E207-E200270F3264}"/>
          </ac:picMkLst>
        </pc:picChg>
        <pc:picChg chg="add del mod">
          <ac:chgData name="문 동진(KSTD)" userId="3d26c5c2-5d13-41b2-b4a9-bebd91ca5bef" providerId="ADAL" clId="{AC91C77A-115B-4066-B24C-58E72D5C40B6}" dt="2026-08-11T04:44:05.226" v="3862" actId="22"/>
          <ac:picMkLst>
            <pc:docMk/>
            <pc:sldMk cId="0" sldId="278"/>
            <ac:picMk id="155" creationId="{9102F2FF-F98E-CA4B-C932-8CCB7E1D5690}"/>
          </ac:picMkLst>
        </pc:picChg>
        <pc:picChg chg="add del">
          <ac:chgData name="문 동진(KSTD)" userId="3d26c5c2-5d13-41b2-b4a9-bebd91ca5bef" providerId="ADAL" clId="{AC91C77A-115B-4066-B24C-58E72D5C40B6}" dt="2026-08-11T04:44:21.341" v="3867" actId="478"/>
          <ac:picMkLst>
            <pc:docMk/>
            <pc:sldMk cId="0" sldId="278"/>
            <ac:picMk id="161" creationId="{FFE39B68-D4A1-16E5-9512-D1FC36AE26DE}"/>
          </ac:picMkLst>
        </pc:picChg>
        <pc:picChg chg="add del">
          <ac:chgData name="문 동진(KSTD)" userId="3d26c5c2-5d13-41b2-b4a9-bebd91ca5bef" providerId="ADAL" clId="{AC91C77A-115B-4066-B24C-58E72D5C40B6}" dt="2026-08-11T04:44:18.828" v="3866" actId="478"/>
          <ac:picMkLst>
            <pc:docMk/>
            <pc:sldMk cId="0" sldId="278"/>
            <ac:picMk id="171" creationId="{AB91D6B4-7122-CD0B-B7A6-720D2DEB5F3C}"/>
          </ac:picMkLst>
        </pc:picChg>
        <pc:picChg chg="add mod">
          <ac:chgData name="문 동진(KSTD)" userId="3d26c5c2-5d13-41b2-b4a9-bebd91ca5bef" providerId="ADAL" clId="{AC91C77A-115B-4066-B24C-58E72D5C40B6}" dt="2026-08-11T04:44:56.884" v="3877" actId="1076"/>
          <ac:picMkLst>
            <pc:docMk/>
            <pc:sldMk cId="0" sldId="278"/>
            <ac:picMk id="175" creationId="{49D64CD9-311D-1861-D955-12D157BAE0CB}"/>
          </ac:picMkLst>
        </pc:picChg>
      </pc:sldChg>
      <pc:sldChg chg="add modTransition setBg">
        <pc:chgData name="문 동진(KSTD)" userId="3d26c5c2-5d13-41b2-b4a9-bebd91ca5bef" providerId="ADAL" clId="{AC91C77A-115B-4066-B24C-58E72D5C40B6}" dt="2026-08-11T06:00:07.082" v="4674"/>
        <pc:sldMkLst>
          <pc:docMk/>
          <pc:sldMk cId="0" sldId="279"/>
        </pc:sldMkLst>
      </pc:sldChg>
      <pc:sldChg chg="add ord modTransition">
        <pc:chgData name="문 동진(KSTD)" userId="3d26c5c2-5d13-41b2-b4a9-bebd91ca5bef" providerId="ADAL" clId="{AC91C77A-115B-4066-B24C-58E72D5C40B6}" dt="2026-08-11T06:47:20.456" v="4840"/>
        <pc:sldMkLst>
          <pc:docMk/>
          <pc:sldMk cId="1686989315" sldId="280"/>
        </pc:sldMkLst>
      </pc:sldChg>
      <pc:sldChg chg="add del setBg">
        <pc:chgData name="문 동진(KSTD)" userId="3d26c5c2-5d13-41b2-b4a9-bebd91ca5bef" providerId="ADAL" clId="{AC91C77A-115B-4066-B24C-58E72D5C40B6}" dt="2026-08-10T02:29:54.208" v="1286" actId="47"/>
        <pc:sldMkLst>
          <pc:docMk/>
          <pc:sldMk cId="0" sldId="281"/>
        </pc:sldMkLst>
      </pc:sldChg>
      <pc:sldChg chg="add del setBg">
        <pc:chgData name="문 동진(KSTD)" userId="3d26c5c2-5d13-41b2-b4a9-bebd91ca5bef" providerId="ADAL" clId="{AC91C77A-115B-4066-B24C-58E72D5C40B6}" dt="2026-08-10T02:14:30.178" v="1226" actId="47"/>
        <pc:sldMkLst>
          <pc:docMk/>
          <pc:sldMk cId="0" sldId="282"/>
        </pc:sldMkLst>
      </pc:sldChg>
      <pc:sldChg chg="addSp delSp modSp add mod ord modTransition modAnim">
        <pc:chgData name="문 동진(KSTD)" userId="3d26c5c2-5d13-41b2-b4a9-bebd91ca5bef" providerId="ADAL" clId="{AC91C77A-115B-4066-B24C-58E72D5C40B6}" dt="2026-08-11T06:00:07.082" v="4674"/>
        <pc:sldMkLst>
          <pc:docMk/>
          <pc:sldMk cId="632560898" sldId="283"/>
        </pc:sldMkLst>
        <pc:spChg chg="add del mod">
          <ac:chgData name="문 동진(KSTD)" userId="3d26c5c2-5d13-41b2-b4a9-bebd91ca5bef" providerId="ADAL" clId="{AC91C77A-115B-4066-B24C-58E72D5C40B6}" dt="2026-08-11T01:55:42.582" v="2449"/>
          <ac:spMkLst>
            <pc:docMk/>
            <pc:sldMk cId="632560898" sldId="283"/>
            <ac:spMk id="2" creationId="{3BB140FA-EF24-ECB1-EC3B-4D56E924FC9E}"/>
          </ac:spMkLst>
        </pc:spChg>
        <pc:spChg chg="add del mod">
          <ac:chgData name="문 동진(KSTD)" userId="3d26c5c2-5d13-41b2-b4a9-bebd91ca5bef" providerId="ADAL" clId="{AC91C77A-115B-4066-B24C-58E72D5C40B6}" dt="2026-08-11T01:48:51.569" v="2309" actId="478"/>
          <ac:spMkLst>
            <pc:docMk/>
            <pc:sldMk cId="632560898" sldId="283"/>
            <ac:spMk id="3" creationId="{05F18A86-B861-B3CD-D12B-EFBD77696F95}"/>
          </ac:spMkLst>
        </pc:spChg>
        <pc:spChg chg="mod">
          <ac:chgData name="문 동진(KSTD)" userId="3d26c5c2-5d13-41b2-b4a9-bebd91ca5bef" providerId="ADAL" clId="{AC91C77A-115B-4066-B24C-58E72D5C40B6}" dt="2026-08-11T05:48:10.338" v="4559" actId="20577"/>
          <ac:spMkLst>
            <pc:docMk/>
            <pc:sldMk cId="632560898" sldId="283"/>
            <ac:spMk id="4" creationId="{2F93A98C-DB7B-3212-C519-77CD6F6C4339}"/>
          </ac:spMkLst>
        </pc:spChg>
        <pc:spChg chg="mod">
          <ac:chgData name="문 동진(KSTD)" userId="3d26c5c2-5d13-41b2-b4a9-bebd91ca5bef" providerId="ADAL" clId="{AC91C77A-115B-4066-B24C-58E72D5C40B6}" dt="2026-08-11T01:30:45.803" v="1886" actId="20577"/>
          <ac:spMkLst>
            <pc:docMk/>
            <pc:sldMk cId="632560898" sldId="283"/>
            <ac:spMk id="6" creationId="{89005E7A-BE7D-2289-3D39-0CCD63B09E94}"/>
          </ac:spMkLst>
        </pc:spChg>
        <pc:spChg chg="add del">
          <ac:chgData name="문 동진(KSTD)" userId="3d26c5c2-5d13-41b2-b4a9-bebd91ca5bef" providerId="ADAL" clId="{AC91C77A-115B-4066-B24C-58E72D5C40B6}" dt="2026-08-11T01:55:22.722" v="2416" actId="22"/>
          <ac:spMkLst>
            <pc:docMk/>
            <pc:sldMk cId="632560898" sldId="283"/>
            <ac:spMk id="7" creationId="{ECD3BFA7-EC83-9200-79DC-64ED84CA2815}"/>
          </ac:spMkLst>
        </pc:spChg>
        <pc:spChg chg="add mod">
          <ac:chgData name="문 동진(KSTD)" userId="3d26c5c2-5d13-41b2-b4a9-bebd91ca5bef" providerId="ADAL" clId="{AC91C77A-115B-4066-B24C-58E72D5C40B6}" dt="2026-08-10T02:13:10.165" v="1219" actId="1076"/>
          <ac:spMkLst>
            <pc:docMk/>
            <pc:sldMk cId="632560898" sldId="283"/>
            <ac:spMk id="8" creationId="{3984A00A-1F15-9E2B-7531-F8403305DB4E}"/>
          </ac:spMkLst>
        </pc:spChg>
        <pc:spChg chg="add mod">
          <ac:chgData name="문 동진(KSTD)" userId="3d26c5c2-5d13-41b2-b4a9-bebd91ca5bef" providerId="ADAL" clId="{AC91C77A-115B-4066-B24C-58E72D5C40B6}" dt="2026-08-11T01:30:50.002" v="1888" actId="20577"/>
          <ac:spMkLst>
            <pc:docMk/>
            <pc:sldMk cId="632560898" sldId="283"/>
            <ac:spMk id="10" creationId="{3713F09C-49AD-F3F0-45C5-C5A4B59DF88C}"/>
          </ac:spMkLst>
        </pc:spChg>
        <pc:spChg chg="add del">
          <ac:chgData name="문 동진(KSTD)" userId="3d26c5c2-5d13-41b2-b4a9-bebd91ca5bef" providerId="ADAL" clId="{AC91C77A-115B-4066-B24C-58E72D5C40B6}" dt="2026-08-11T01:55:31.458" v="2421" actId="22"/>
          <ac:spMkLst>
            <pc:docMk/>
            <pc:sldMk cId="632560898" sldId="283"/>
            <ac:spMk id="11" creationId="{7BDE29EB-23A8-8C5A-B8E1-A307A436F244}"/>
          </ac:spMkLst>
        </pc:spChg>
        <pc:spChg chg="add mod">
          <ac:chgData name="문 동진(KSTD)" userId="3d26c5c2-5d13-41b2-b4a9-bebd91ca5bef" providerId="ADAL" clId="{AC91C77A-115B-4066-B24C-58E72D5C40B6}" dt="2026-08-10T02:13:10.165" v="1219" actId="1076"/>
          <ac:spMkLst>
            <pc:docMk/>
            <pc:sldMk cId="632560898" sldId="283"/>
            <ac:spMk id="12" creationId="{3198D660-8183-B172-69DB-875B39A63CF1}"/>
          </ac:spMkLst>
        </pc:spChg>
        <pc:spChg chg="add mod">
          <ac:chgData name="문 동진(KSTD)" userId="3d26c5c2-5d13-41b2-b4a9-bebd91ca5bef" providerId="ADAL" clId="{AC91C77A-115B-4066-B24C-58E72D5C40B6}" dt="2026-08-10T02:13:10.165" v="1219" actId="1076"/>
          <ac:spMkLst>
            <pc:docMk/>
            <pc:sldMk cId="632560898" sldId="283"/>
            <ac:spMk id="14" creationId="{9216D092-292A-C966-581F-C306BF289127}"/>
          </ac:spMkLst>
        </pc:spChg>
        <pc:spChg chg="mod">
          <ac:chgData name="문 동진(KSTD)" userId="3d26c5c2-5d13-41b2-b4a9-bebd91ca5bef" providerId="ADAL" clId="{AC91C77A-115B-4066-B24C-58E72D5C40B6}" dt="2026-08-10T02:32:36.008" v="1312" actId="14100"/>
          <ac:spMkLst>
            <pc:docMk/>
            <pc:sldMk cId="632560898" sldId="283"/>
            <ac:spMk id="15" creationId="{B630CF6E-09C6-61A2-A2BB-F834A7431B3C}"/>
          </ac:spMkLst>
        </pc:spChg>
        <pc:spChg chg="add del">
          <ac:chgData name="문 동진(KSTD)" userId="3d26c5c2-5d13-41b2-b4a9-bebd91ca5bef" providerId="ADAL" clId="{AC91C77A-115B-4066-B24C-58E72D5C40B6}" dt="2026-08-11T01:59:21.014" v="2611" actId="22"/>
          <ac:spMkLst>
            <pc:docMk/>
            <pc:sldMk cId="632560898" sldId="283"/>
            <ac:spMk id="16" creationId="{B0C95CFC-1CDE-17A0-4D66-21ACAA1EE557}"/>
          </ac:spMkLst>
        </pc:spChg>
        <pc:spChg chg="del">
          <ac:chgData name="문 동진(KSTD)" userId="3d26c5c2-5d13-41b2-b4a9-bebd91ca5bef" providerId="ADAL" clId="{AC91C77A-115B-4066-B24C-58E72D5C40B6}" dt="2026-08-10T02:10:43.591" v="1186" actId="478"/>
          <ac:spMkLst>
            <pc:docMk/>
            <pc:sldMk cId="632560898" sldId="283"/>
            <ac:spMk id="16" creationId="{F25190BD-52EC-64BD-7623-9691415B979A}"/>
          </ac:spMkLst>
        </pc:spChg>
        <pc:spChg chg="del">
          <ac:chgData name="문 동진(KSTD)" userId="3d26c5c2-5d13-41b2-b4a9-bebd91ca5bef" providerId="ADAL" clId="{AC91C77A-115B-4066-B24C-58E72D5C40B6}" dt="2026-08-10T02:10:40.163" v="1185" actId="478"/>
          <ac:spMkLst>
            <pc:docMk/>
            <pc:sldMk cId="632560898" sldId="283"/>
            <ac:spMk id="17" creationId="{D1448D9F-01A8-8D4F-3141-BF3EF6E1BC8E}"/>
          </ac:spMkLst>
        </pc:spChg>
        <pc:spChg chg="del">
          <ac:chgData name="문 동진(KSTD)" userId="3d26c5c2-5d13-41b2-b4a9-bebd91ca5bef" providerId="ADAL" clId="{AC91C77A-115B-4066-B24C-58E72D5C40B6}" dt="2026-08-10T02:10:40.163" v="1185" actId="478"/>
          <ac:spMkLst>
            <pc:docMk/>
            <pc:sldMk cId="632560898" sldId="283"/>
            <ac:spMk id="18" creationId="{D3E3EA8C-48B9-D265-2EE6-6CB65D8F0E24}"/>
          </ac:spMkLst>
        </pc:spChg>
        <pc:spChg chg="del">
          <ac:chgData name="문 동진(KSTD)" userId="3d26c5c2-5d13-41b2-b4a9-bebd91ca5bef" providerId="ADAL" clId="{AC91C77A-115B-4066-B24C-58E72D5C40B6}" dt="2026-08-10T02:10:43.591" v="1186" actId="478"/>
          <ac:spMkLst>
            <pc:docMk/>
            <pc:sldMk cId="632560898" sldId="283"/>
            <ac:spMk id="19" creationId="{E16CA176-B13B-0B96-40C9-3EC49F0B1D85}"/>
          </ac:spMkLst>
        </pc:spChg>
        <pc:spChg chg="del">
          <ac:chgData name="문 동진(KSTD)" userId="3d26c5c2-5d13-41b2-b4a9-bebd91ca5bef" providerId="ADAL" clId="{AC91C77A-115B-4066-B24C-58E72D5C40B6}" dt="2026-08-10T02:10:40.163" v="1185" actId="478"/>
          <ac:spMkLst>
            <pc:docMk/>
            <pc:sldMk cId="632560898" sldId="283"/>
            <ac:spMk id="20" creationId="{5F0DB548-94C4-4D8E-BC8B-B7C175D9BA91}"/>
          </ac:spMkLst>
        </pc:spChg>
        <pc:spChg chg="add del">
          <ac:chgData name="문 동진(KSTD)" userId="3d26c5c2-5d13-41b2-b4a9-bebd91ca5bef" providerId="ADAL" clId="{AC91C77A-115B-4066-B24C-58E72D5C40B6}" dt="2026-08-11T01:59:21.014" v="2611" actId="22"/>
          <ac:spMkLst>
            <pc:docMk/>
            <pc:sldMk cId="632560898" sldId="283"/>
            <ac:spMk id="20" creationId="{A9F0C3C5-AE4B-F984-4AA7-459984B6D8AB}"/>
          </ac:spMkLst>
        </pc:spChg>
        <pc:spChg chg="del">
          <ac:chgData name="문 동진(KSTD)" userId="3d26c5c2-5d13-41b2-b4a9-bebd91ca5bef" providerId="ADAL" clId="{AC91C77A-115B-4066-B24C-58E72D5C40B6}" dt="2026-08-10T02:10:43.591" v="1186" actId="478"/>
          <ac:spMkLst>
            <pc:docMk/>
            <pc:sldMk cId="632560898" sldId="283"/>
            <ac:spMk id="21" creationId="{A652ECA7-8849-9A1F-7E02-B48546E9E7A0}"/>
          </ac:spMkLst>
        </pc:spChg>
        <pc:spChg chg="del">
          <ac:chgData name="문 동진(KSTD)" userId="3d26c5c2-5d13-41b2-b4a9-bebd91ca5bef" providerId="ADAL" clId="{AC91C77A-115B-4066-B24C-58E72D5C40B6}" dt="2026-08-10T02:10:40.163" v="1185" actId="478"/>
          <ac:spMkLst>
            <pc:docMk/>
            <pc:sldMk cId="632560898" sldId="283"/>
            <ac:spMk id="22" creationId="{1357A104-F536-B50F-1A17-A940C19FFC60}"/>
          </ac:spMkLst>
        </pc:spChg>
        <pc:spChg chg="add del">
          <ac:chgData name="문 동진(KSTD)" userId="3d26c5c2-5d13-41b2-b4a9-bebd91ca5bef" providerId="ADAL" clId="{AC91C77A-115B-4066-B24C-58E72D5C40B6}" dt="2026-08-11T01:59:21.014" v="2611" actId="22"/>
          <ac:spMkLst>
            <pc:docMk/>
            <pc:sldMk cId="632560898" sldId="283"/>
            <ac:spMk id="22" creationId="{D734AA00-CDC3-A7C0-B8A5-42D03EE285D9}"/>
          </ac:spMkLst>
        </pc:spChg>
        <pc:spChg chg="del">
          <ac:chgData name="문 동진(KSTD)" userId="3d26c5c2-5d13-41b2-b4a9-bebd91ca5bef" providerId="ADAL" clId="{AC91C77A-115B-4066-B24C-58E72D5C40B6}" dt="2026-08-10T02:10:43.591" v="1186" actId="478"/>
          <ac:spMkLst>
            <pc:docMk/>
            <pc:sldMk cId="632560898" sldId="283"/>
            <ac:spMk id="23" creationId="{60E75A4B-E784-9C86-0473-9E4A604C096B}"/>
          </ac:spMkLst>
        </pc:spChg>
        <pc:spChg chg="add del">
          <ac:chgData name="문 동진(KSTD)" userId="3d26c5c2-5d13-41b2-b4a9-bebd91ca5bef" providerId="ADAL" clId="{AC91C77A-115B-4066-B24C-58E72D5C40B6}" dt="2026-08-11T01:59:21.014" v="2611" actId="22"/>
          <ac:spMkLst>
            <pc:docMk/>
            <pc:sldMk cId="632560898" sldId="283"/>
            <ac:spMk id="24" creationId="{5018648A-22BB-36A3-13E1-8CF8675FA674}"/>
          </ac:spMkLst>
        </pc:spChg>
        <pc:spChg chg="del">
          <ac:chgData name="문 동진(KSTD)" userId="3d26c5c2-5d13-41b2-b4a9-bebd91ca5bef" providerId="ADAL" clId="{AC91C77A-115B-4066-B24C-58E72D5C40B6}" dt="2026-08-10T02:10:40.163" v="1185" actId="478"/>
          <ac:spMkLst>
            <pc:docMk/>
            <pc:sldMk cId="632560898" sldId="283"/>
            <ac:spMk id="24" creationId="{8AB60A3B-DD67-8E2B-CAEA-8EE83EB733DE}"/>
          </ac:spMkLst>
        </pc:spChg>
        <pc:spChg chg="del">
          <ac:chgData name="문 동진(KSTD)" userId="3d26c5c2-5d13-41b2-b4a9-bebd91ca5bef" providerId="ADAL" clId="{AC91C77A-115B-4066-B24C-58E72D5C40B6}" dt="2026-08-10T02:10:43.591" v="1186" actId="478"/>
          <ac:spMkLst>
            <pc:docMk/>
            <pc:sldMk cId="632560898" sldId="283"/>
            <ac:spMk id="25" creationId="{E9A38B02-39F4-8FF4-7FE4-8B26E64E075D}"/>
          </ac:spMkLst>
        </pc:spChg>
        <pc:spChg chg="del">
          <ac:chgData name="문 동진(KSTD)" userId="3d26c5c2-5d13-41b2-b4a9-bebd91ca5bef" providerId="ADAL" clId="{AC91C77A-115B-4066-B24C-58E72D5C40B6}" dt="2026-08-10T02:10:43.591" v="1186" actId="478"/>
          <ac:spMkLst>
            <pc:docMk/>
            <pc:sldMk cId="632560898" sldId="283"/>
            <ac:spMk id="26" creationId="{265C8827-496F-5BD4-838A-0FD1ECB83CC6}"/>
          </ac:spMkLst>
        </pc:spChg>
        <pc:spChg chg="add del">
          <ac:chgData name="문 동진(KSTD)" userId="3d26c5c2-5d13-41b2-b4a9-bebd91ca5bef" providerId="ADAL" clId="{AC91C77A-115B-4066-B24C-58E72D5C40B6}" dt="2026-08-11T01:59:21.014" v="2611" actId="22"/>
          <ac:spMkLst>
            <pc:docMk/>
            <pc:sldMk cId="632560898" sldId="283"/>
            <ac:spMk id="26" creationId="{6A5F936E-604E-B779-33D8-2291E5781E9F}"/>
          </ac:spMkLst>
        </pc:spChg>
        <pc:spChg chg="del">
          <ac:chgData name="문 동진(KSTD)" userId="3d26c5c2-5d13-41b2-b4a9-bebd91ca5bef" providerId="ADAL" clId="{AC91C77A-115B-4066-B24C-58E72D5C40B6}" dt="2026-08-10T02:10:43.591" v="1186" actId="478"/>
          <ac:spMkLst>
            <pc:docMk/>
            <pc:sldMk cId="632560898" sldId="283"/>
            <ac:spMk id="27" creationId="{DE020421-CFF7-FA1B-B753-6BB46927852F}"/>
          </ac:spMkLst>
        </pc:spChg>
        <pc:spChg chg="add del">
          <ac:chgData name="문 동진(KSTD)" userId="3d26c5c2-5d13-41b2-b4a9-bebd91ca5bef" providerId="ADAL" clId="{AC91C77A-115B-4066-B24C-58E72D5C40B6}" dt="2026-08-11T01:59:21.014" v="2611" actId="22"/>
          <ac:spMkLst>
            <pc:docMk/>
            <pc:sldMk cId="632560898" sldId="283"/>
            <ac:spMk id="29" creationId="{E9A2BE8F-61AD-A231-AB17-8CB0059E0FE9}"/>
          </ac:spMkLst>
        </pc:spChg>
        <pc:spChg chg="del">
          <ac:chgData name="문 동진(KSTD)" userId="3d26c5c2-5d13-41b2-b4a9-bebd91ca5bef" providerId="ADAL" clId="{AC91C77A-115B-4066-B24C-58E72D5C40B6}" dt="2026-08-11T02:27:26.815" v="2911" actId="478"/>
          <ac:spMkLst>
            <pc:docMk/>
            <pc:sldMk cId="632560898" sldId="283"/>
            <ac:spMk id="32" creationId="{290A1A8B-C20E-2329-403A-929A4483FD10}"/>
          </ac:spMkLst>
        </pc:spChg>
        <pc:spChg chg="add mod">
          <ac:chgData name="문 동진(KSTD)" userId="3d26c5c2-5d13-41b2-b4a9-bebd91ca5bef" providerId="ADAL" clId="{AC91C77A-115B-4066-B24C-58E72D5C40B6}" dt="2026-08-11T01:29:48.226" v="1876" actId="20577"/>
          <ac:spMkLst>
            <pc:docMk/>
            <pc:sldMk cId="632560898" sldId="283"/>
            <ac:spMk id="34" creationId="{F3FBD4AF-F9E1-0C47-DEA0-9DF8081F7299}"/>
          </ac:spMkLst>
        </pc:spChg>
        <pc:spChg chg="add mod">
          <ac:chgData name="문 동진(KSTD)" userId="3d26c5c2-5d13-41b2-b4a9-bebd91ca5bef" providerId="ADAL" clId="{AC91C77A-115B-4066-B24C-58E72D5C40B6}" dt="2026-08-10T02:13:10.165" v="1219" actId="1076"/>
          <ac:spMkLst>
            <pc:docMk/>
            <pc:sldMk cId="632560898" sldId="283"/>
            <ac:spMk id="42" creationId="{36809CA3-BFD2-E2D2-3C57-B16E5E5D9685}"/>
          </ac:spMkLst>
        </pc:spChg>
        <pc:spChg chg="add del">
          <ac:chgData name="문 동진(KSTD)" userId="3d26c5c2-5d13-41b2-b4a9-bebd91ca5bef" providerId="ADAL" clId="{AC91C77A-115B-4066-B24C-58E72D5C40B6}" dt="2026-08-11T01:59:21.014" v="2611" actId="22"/>
          <ac:spMkLst>
            <pc:docMk/>
            <pc:sldMk cId="632560898" sldId="283"/>
            <ac:spMk id="43" creationId="{4463B6E8-2C76-703C-25A1-C9233A82D47B}"/>
          </ac:spMkLst>
        </pc:spChg>
        <pc:spChg chg="add mod">
          <ac:chgData name="문 동진(KSTD)" userId="3d26c5c2-5d13-41b2-b4a9-bebd91ca5bef" providerId="ADAL" clId="{AC91C77A-115B-4066-B24C-58E72D5C40B6}" dt="2026-08-11T01:12:44.872" v="1749" actId="20577"/>
          <ac:spMkLst>
            <pc:docMk/>
            <pc:sldMk cId="632560898" sldId="283"/>
            <ac:spMk id="44" creationId="{259E9B24-F409-94D4-7B9D-F4A26CE710B0}"/>
          </ac:spMkLst>
        </pc:spChg>
        <pc:spChg chg="add mod">
          <ac:chgData name="문 동진(KSTD)" userId="3d26c5c2-5d13-41b2-b4a9-bebd91ca5bef" providerId="ADAL" clId="{AC91C77A-115B-4066-B24C-58E72D5C40B6}" dt="2026-08-10T02:14:24.370" v="1225"/>
          <ac:spMkLst>
            <pc:docMk/>
            <pc:sldMk cId="632560898" sldId="283"/>
            <ac:spMk id="46" creationId="{503A3223-D6CE-7D49-3784-824E369F91D1}"/>
          </ac:spMkLst>
        </pc:spChg>
        <pc:spChg chg="add del">
          <ac:chgData name="문 동진(KSTD)" userId="3d26c5c2-5d13-41b2-b4a9-bebd91ca5bef" providerId="ADAL" clId="{AC91C77A-115B-4066-B24C-58E72D5C40B6}" dt="2026-08-11T01:59:21.014" v="2611" actId="22"/>
          <ac:spMkLst>
            <pc:docMk/>
            <pc:sldMk cId="632560898" sldId="283"/>
            <ac:spMk id="47" creationId="{D521D693-A459-0828-D1F0-DBAFC41F56D1}"/>
          </ac:spMkLst>
        </pc:spChg>
        <pc:spChg chg="add mod">
          <ac:chgData name="문 동진(KSTD)" userId="3d26c5c2-5d13-41b2-b4a9-bebd91ca5bef" providerId="ADAL" clId="{AC91C77A-115B-4066-B24C-58E72D5C40B6}" dt="2026-08-10T02:13:10.165" v="1219" actId="1076"/>
          <ac:spMkLst>
            <pc:docMk/>
            <pc:sldMk cId="632560898" sldId="283"/>
            <ac:spMk id="48" creationId="{92F77C23-59FA-DF97-6ACC-EBC8F6783B62}"/>
          </ac:spMkLst>
        </pc:spChg>
        <pc:spChg chg="add mod">
          <ac:chgData name="문 동진(KSTD)" userId="3d26c5c2-5d13-41b2-b4a9-bebd91ca5bef" providerId="ADAL" clId="{AC91C77A-115B-4066-B24C-58E72D5C40B6}" dt="2026-08-11T01:30:36.611" v="1884" actId="20577"/>
          <ac:spMkLst>
            <pc:docMk/>
            <pc:sldMk cId="632560898" sldId="283"/>
            <ac:spMk id="50" creationId="{2586CD00-17B4-E424-AC2C-A08B9D4F70B9}"/>
          </ac:spMkLst>
        </pc:spChg>
        <pc:spChg chg="add del">
          <ac:chgData name="문 동진(KSTD)" userId="3d26c5c2-5d13-41b2-b4a9-bebd91ca5bef" providerId="ADAL" clId="{AC91C77A-115B-4066-B24C-58E72D5C40B6}" dt="2026-08-11T01:59:21.014" v="2611" actId="22"/>
          <ac:spMkLst>
            <pc:docMk/>
            <pc:sldMk cId="632560898" sldId="283"/>
            <ac:spMk id="51" creationId="{3D338F68-1529-C98C-2EB3-D1AC2462D541}"/>
          </ac:spMkLst>
        </pc:spChg>
        <pc:spChg chg="add del mod">
          <ac:chgData name="문 동진(KSTD)" userId="3d26c5c2-5d13-41b2-b4a9-bebd91ca5bef" providerId="ADAL" clId="{AC91C77A-115B-4066-B24C-58E72D5C40B6}" dt="2026-08-10T02:12:55.784" v="1216" actId="478"/>
          <ac:spMkLst>
            <pc:docMk/>
            <pc:sldMk cId="632560898" sldId="283"/>
            <ac:spMk id="52" creationId="{A914F421-E99C-F9CF-F5CE-59358C4C4CE3}"/>
          </ac:spMkLst>
        </pc:spChg>
        <pc:spChg chg="add del">
          <ac:chgData name="문 동진(KSTD)" userId="3d26c5c2-5d13-41b2-b4a9-bebd91ca5bef" providerId="ADAL" clId="{AC91C77A-115B-4066-B24C-58E72D5C40B6}" dt="2026-08-11T01:59:21.014" v="2611" actId="22"/>
          <ac:spMkLst>
            <pc:docMk/>
            <pc:sldMk cId="632560898" sldId="283"/>
            <ac:spMk id="57" creationId="{5A3F8001-27F1-2F00-6616-4A7F33452F6A}"/>
          </ac:spMkLst>
        </pc:spChg>
        <pc:spChg chg="add mod">
          <ac:chgData name="문 동진(KSTD)" userId="3d26c5c2-5d13-41b2-b4a9-bebd91ca5bef" providerId="ADAL" clId="{AC91C77A-115B-4066-B24C-58E72D5C40B6}" dt="2026-08-11T01:59:33.443" v="2615" actId="1076"/>
          <ac:spMkLst>
            <pc:docMk/>
            <pc:sldMk cId="632560898" sldId="283"/>
            <ac:spMk id="59" creationId="{B9F21C76-DED1-1D85-5206-9BA2FB7BF4B1}"/>
          </ac:spMkLst>
        </pc:spChg>
        <pc:spChg chg="add mod">
          <ac:chgData name="문 동진(KSTD)" userId="3d26c5c2-5d13-41b2-b4a9-bebd91ca5bef" providerId="ADAL" clId="{AC91C77A-115B-4066-B24C-58E72D5C40B6}" dt="2026-08-11T01:59:33.443" v="2615" actId="1076"/>
          <ac:spMkLst>
            <pc:docMk/>
            <pc:sldMk cId="632560898" sldId="283"/>
            <ac:spMk id="61" creationId="{A65307DE-C584-A723-3465-74250723DBC3}"/>
          </ac:spMkLst>
        </pc:spChg>
        <pc:spChg chg="add mod">
          <ac:chgData name="문 동진(KSTD)" userId="3d26c5c2-5d13-41b2-b4a9-bebd91ca5bef" providerId="ADAL" clId="{AC91C77A-115B-4066-B24C-58E72D5C40B6}" dt="2026-08-11T01:59:33.443" v="2615" actId="1076"/>
          <ac:spMkLst>
            <pc:docMk/>
            <pc:sldMk cId="632560898" sldId="283"/>
            <ac:spMk id="77" creationId="{0FB8D2B1-EB4B-D96D-8E36-CABDA6F14082}"/>
          </ac:spMkLst>
        </pc:spChg>
        <pc:spChg chg="add mod">
          <ac:chgData name="문 동진(KSTD)" userId="3d26c5c2-5d13-41b2-b4a9-bebd91ca5bef" providerId="ADAL" clId="{AC91C77A-115B-4066-B24C-58E72D5C40B6}" dt="2026-08-11T01:59:33.443" v="2615" actId="1076"/>
          <ac:spMkLst>
            <pc:docMk/>
            <pc:sldMk cId="632560898" sldId="283"/>
            <ac:spMk id="79" creationId="{70DE40A9-0609-B3EF-9A5E-9154A0226A7A}"/>
          </ac:spMkLst>
        </pc:spChg>
        <pc:spChg chg="add mod">
          <ac:chgData name="문 동진(KSTD)" userId="3d26c5c2-5d13-41b2-b4a9-bebd91ca5bef" providerId="ADAL" clId="{AC91C77A-115B-4066-B24C-58E72D5C40B6}" dt="2026-08-11T01:59:33.443" v="2615" actId="1076"/>
          <ac:spMkLst>
            <pc:docMk/>
            <pc:sldMk cId="632560898" sldId="283"/>
            <ac:spMk id="81" creationId="{7EC94447-67C3-BCCB-E9F1-754B3013CA34}"/>
          </ac:spMkLst>
        </pc:spChg>
        <pc:spChg chg="add mod">
          <ac:chgData name="문 동진(KSTD)" userId="3d26c5c2-5d13-41b2-b4a9-bebd91ca5bef" providerId="ADAL" clId="{AC91C77A-115B-4066-B24C-58E72D5C40B6}" dt="2026-08-11T01:59:33.443" v="2615" actId="1076"/>
          <ac:spMkLst>
            <pc:docMk/>
            <pc:sldMk cId="632560898" sldId="283"/>
            <ac:spMk id="85" creationId="{1B46D460-C99C-CA56-0C01-D4F628E0EE91}"/>
          </ac:spMkLst>
        </pc:spChg>
        <pc:spChg chg="add mod">
          <ac:chgData name="문 동진(KSTD)" userId="3d26c5c2-5d13-41b2-b4a9-bebd91ca5bef" providerId="ADAL" clId="{AC91C77A-115B-4066-B24C-58E72D5C40B6}" dt="2026-08-11T01:59:33.443" v="2615" actId="1076"/>
          <ac:spMkLst>
            <pc:docMk/>
            <pc:sldMk cId="632560898" sldId="283"/>
            <ac:spMk id="89" creationId="{7A79E3DE-FF97-C01C-BF6E-8250FDBCB090}"/>
          </ac:spMkLst>
        </pc:spChg>
        <pc:spChg chg="add mod">
          <ac:chgData name="문 동진(KSTD)" userId="3d26c5c2-5d13-41b2-b4a9-bebd91ca5bef" providerId="ADAL" clId="{AC91C77A-115B-4066-B24C-58E72D5C40B6}" dt="2026-08-11T01:59:33.443" v="2615" actId="1076"/>
          <ac:spMkLst>
            <pc:docMk/>
            <pc:sldMk cId="632560898" sldId="283"/>
            <ac:spMk id="93" creationId="{B94C6EB8-18D7-81F6-7005-A01EA33BD38B}"/>
          </ac:spMkLst>
        </pc:spChg>
        <pc:spChg chg="add mod">
          <ac:chgData name="문 동진(KSTD)" userId="3d26c5c2-5d13-41b2-b4a9-bebd91ca5bef" providerId="ADAL" clId="{AC91C77A-115B-4066-B24C-58E72D5C40B6}" dt="2026-08-11T01:59:33.443" v="2615" actId="1076"/>
          <ac:spMkLst>
            <pc:docMk/>
            <pc:sldMk cId="632560898" sldId="283"/>
            <ac:spMk id="95" creationId="{B1235882-6D94-375B-4EFB-FB8355364F94}"/>
          </ac:spMkLst>
        </pc:spChg>
        <pc:spChg chg="add mod">
          <ac:chgData name="문 동진(KSTD)" userId="3d26c5c2-5d13-41b2-b4a9-bebd91ca5bef" providerId="ADAL" clId="{AC91C77A-115B-4066-B24C-58E72D5C40B6}" dt="2026-08-11T01:59:33.443" v="2615" actId="1076"/>
          <ac:spMkLst>
            <pc:docMk/>
            <pc:sldMk cId="632560898" sldId="283"/>
            <ac:spMk id="99" creationId="{47526B1F-B22F-7DFF-70C6-B41C38AA514E}"/>
          </ac:spMkLst>
        </pc:spChg>
        <pc:spChg chg="add mod">
          <ac:chgData name="문 동진(KSTD)" userId="3d26c5c2-5d13-41b2-b4a9-bebd91ca5bef" providerId="ADAL" clId="{AC91C77A-115B-4066-B24C-58E72D5C40B6}" dt="2026-08-11T02:00:08.250" v="2618" actId="1076"/>
          <ac:spMkLst>
            <pc:docMk/>
            <pc:sldMk cId="632560898" sldId="283"/>
            <ac:spMk id="101" creationId="{917ABCDE-6250-864B-D912-626222D1A6E9}"/>
          </ac:spMkLst>
        </pc:spChg>
        <pc:spChg chg="add mod">
          <ac:chgData name="문 동진(KSTD)" userId="3d26c5c2-5d13-41b2-b4a9-bebd91ca5bef" providerId="ADAL" clId="{AC91C77A-115B-4066-B24C-58E72D5C40B6}" dt="2026-08-11T02:00:08.250" v="2618" actId="1076"/>
          <ac:spMkLst>
            <pc:docMk/>
            <pc:sldMk cId="632560898" sldId="283"/>
            <ac:spMk id="103" creationId="{9D9AD773-E360-8BF6-902B-34AAF81A2121}"/>
          </ac:spMkLst>
        </pc:spChg>
        <pc:picChg chg="mod">
          <ac:chgData name="문 동진(KSTD)" userId="3d26c5c2-5d13-41b2-b4a9-bebd91ca5bef" providerId="ADAL" clId="{AC91C77A-115B-4066-B24C-58E72D5C40B6}" dt="2026-08-11T01:55:31.088" v="2420" actId="1076"/>
          <ac:picMkLst>
            <pc:docMk/>
            <pc:sldMk cId="632560898" sldId="283"/>
            <ac:picMk id="40" creationId="{78448049-2A69-C341-BF96-1317B43877A0}"/>
          </ac:picMkLst>
        </pc:picChg>
      </pc:sldChg>
      <pc:sldChg chg="addSp delSp modSp add del mod ord modTransition">
        <pc:chgData name="문 동진(KSTD)" userId="3d26c5c2-5d13-41b2-b4a9-bebd91ca5bef" providerId="ADAL" clId="{AC91C77A-115B-4066-B24C-58E72D5C40B6}" dt="2026-08-11T02:19:09.037" v="2816" actId="47"/>
        <pc:sldMkLst>
          <pc:docMk/>
          <pc:sldMk cId="0" sldId="284"/>
        </pc:sldMkLst>
        <pc:spChg chg="del">
          <ac:chgData name="문 동진(KSTD)" userId="3d26c5c2-5d13-41b2-b4a9-bebd91ca5bef" providerId="ADAL" clId="{AC91C77A-115B-4066-B24C-58E72D5C40B6}" dt="2026-08-11T01:51:18.604" v="2325" actId="478"/>
          <ac:spMkLst>
            <pc:docMk/>
            <pc:sldMk cId="0" sldId="284"/>
            <ac:spMk id="2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2:08:03.122" v="2686"/>
          <ac:spMkLst>
            <pc:docMk/>
            <pc:sldMk cId="0" sldId="284"/>
            <ac:spMk id="4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0T02:25:14.099" v="1237" actId="478"/>
          <ac:spMkLst>
            <pc:docMk/>
            <pc:sldMk cId="0" sldId="284"/>
            <ac:spMk id="5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0T02:25:14.099" v="1237" actId="478"/>
          <ac:spMkLst>
            <pc:docMk/>
            <pc:sldMk cId="0" sldId="284"/>
            <ac:spMk id="6" creationId="{00000000-0000-0000-0000-000000000000}"/>
          </ac:spMkLst>
        </pc:spChg>
        <pc:spChg chg="add del">
          <ac:chgData name="문 동진(KSTD)" userId="3d26c5c2-5d13-41b2-b4a9-bebd91ca5bef" providerId="ADAL" clId="{AC91C77A-115B-4066-B24C-58E72D5C40B6}" dt="2026-08-11T01:55:54.030" v="2452" actId="478"/>
          <ac:spMkLst>
            <pc:docMk/>
            <pc:sldMk cId="0" sldId="284"/>
            <ac:spMk id="6" creationId="{A2DEB944-EC2F-72BB-1FA6-30C8921B147F}"/>
          </ac:spMkLst>
        </pc:spChg>
        <pc:spChg chg="del">
          <ac:chgData name="문 동진(KSTD)" userId="3d26c5c2-5d13-41b2-b4a9-bebd91ca5bef" providerId="ADAL" clId="{AC91C77A-115B-4066-B24C-58E72D5C40B6}" dt="2026-08-10T02:25:14.099" v="1237" actId="478"/>
          <ac:spMkLst>
            <pc:docMk/>
            <pc:sldMk cId="0" sldId="284"/>
            <ac:spMk id="7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0T02:25:14.099" v="1237" actId="478"/>
          <ac:spMkLst>
            <pc:docMk/>
            <pc:sldMk cId="0" sldId="284"/>
            <ac:spMk id="8" creationId="{00000000-0000-0000-0000-000000000000}"/>
          </ac:spMkLst>
        </pc:spChg>
        <pc:spChg chg="add">
          <ac:chgData name="문 동진(KSTD)" userId="3d26c5c2-5d13-41b2-b4a9-bebd91ca5bef" providerId="ADAL" clId="{AC91C77A-115B-4066-B24C-58E72D5C40B6}" dt="2026-08-11T01:55:54.174" v="2453" actId="22"/>
          <ac:spMkLst>
            <pc:docMk/>
            <pc:sldMk cId="0" sldId="284"/>
            <ac:spMk id="8" creationId="{4E2DAD41-113E-F725-459D-544632D8DA61}"/>
          </ac:spMkLst>
        </pc:spChg>
        <pc:spChg chg="del">
          <ac:chgData name="문 동진(KSTD)" userId="3d26c5c2-5d13-41b2-b4a9-bebd91ca5bef" providerId="ADAL" clId="{AC91C77A-115B-4066-B24C-58E72D5C40B6}" dt="2026-08-10T02:25:14.099" v="1237" actId="478"/>
          <ac:spMkLst>
            <pc:docMk/>
            <pc:sldMk cId="0" sldId="284"/>
            <ac:spMk id="9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0T02:25:14.099" v="1237" actId="478"/>
          <ac:spMkLst>
            <pc:docMk/>
            <pc:sldMk cId="0" sldId="284"/>
            <ac:spMk id="10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0T02:25:14.099" v="1237" actId="478"/>
          <ac:spMkLst>
            <pc:docMk/>
            <pc:sldMk cId="0" sldId="284"/>
            <ac:spMk id="11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0T02:25:14.099" v="1237" actId="478"/>
          <ac:spMkLst>
            <pc:docMk/>
            <pc:sldMk cId="0" sldId="284"/>
            <ac:spMk id="12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0T02:25:14.099" v="1237" actId="478"/>
          <ac:spMkLst>
            <pc:docMk/>
            <pc:sldMk cId="0" sldId="284"/>
            <ac:spMk id="13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2:09:20.776" v="2730"/>
          <ac:spMkLst>
            <pc:docMk/>
            <pc:sldMk cId="0" sldId="284"/>
            <ac:spMk id="14" creationId="{BDBC23CA-D940-8558-7976-3C0B0DAB4076}"/>
          </ac:spMkLst>
        </pc:spChg>
        <pc:spChg chg="add del">
          <ac:chgData name="문 동진(KSTD)" userId="3d26c5c2-5d13-41b2-b4a9-bebd91ca5bef" providerId="ADAL" clId="{AC91C77A-115B-4066-B24C-58E72D5C40B6}" dt="2026-08-10T02:24:49.654" v="1235" actId="478"/>
          <ac:spMkLst>
            <pc:docMk/>
            <pc:sldMk cId="0" sldId="284"/>
            <ac:spMk id="15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2:09:20.776" v="2730"/>
          <ac:spMkLst>
            <pc:docMk/>
            <pc:sldMk cId="0" sldId="284"/>
            <ac:spMk id="15" creationId="{9F8CE5C0-10F0-9B09-1E6F-8DB5CAA87D22}"/>
          </ac:spMkLst>
        </pc:spChg>
        <pc:spChg chg="del">
          <ac:chgData name="문 동진(KSTD)" userId="3d26c5c2-5d13-41b2-b4a9-bebd91ca5bef" providerId="ADAL" clId="{AC91C77A-115B-4066-B24C-58E72D5C40B6}" dt="2026-08-10T02:24:40.872" v="1234" actId="478"/>
          <ac:spMkLst>
            <pc:docMk/>
            <pc:sldMk cId="0" sldId="284"/>
            <ac:spMk id="16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2:09:20.776" v="2730"/>
          <ac:spMkLst>
            <pc:docMk/>
            <pc:sldMk cId="0" sldId="284"/>
            <ac:spMk id="16" creationId="{2DF549BD-6581-9A02-D6AB-21C2035C0E25}"/>
          </ac:spMkLst>
        </pc:spChg>
        <pc:spChg chg="del">
          <ac:chgData name="문 동진(KSTD)" userId="3d26c5c2-5d13-41b2-b4a9-bebd91ca5bef" providerId="ADAL" clId="{AC91C77A-115B-4066-B24C-58E72D5C40B6}" dt="2026-08-10T02:24:40.872" v="1234" actId="478"/>
          <ac:spMkLst>
            <pc:docMk/>
            <pc:sldMk cId="0" sldId="284"/>
            <ac:spMk id="17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2:09:20.776" v="2730"/>
          <ac:spMkLst>
            <pc:docMk/>
            <pc:sldMk cId="0" sldId="284"/>
            <ac:spMk id="17" creationId="{28E41490-1BD7-6CCB-C1A1-A463148458D3}"/>
          </ac:spMkLst>
        </pc:spChg>
        <pc:spChg chg="del">
          <ac:chgData name="문 동진(KSTD)" userId="3d26c5c2-5d13-41b2-b4a9-bebd91ca5bef" providerId="ADAL" clId="{AC91C77A-115B-4066-B24C-58E72D5C40B6}" dt="2026-08-10T02:24:40.872" v="1234" actId="478"/>
          <ac:spMkLst>
            <pc:docMk/>
            <pc:sldMk cId="0" sldId="284"/>
            <ac:spMk id="18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2:09:20.776" v="2730"/>
          <ac:spMkLst>
            <pc:docMk/>
            <pc:sldMk cId="0" sldId="284"/>
            <ac:spMk id="18" creationId="{C4112561-432A-DBD3-DBAB-0034EB04E2EA}"/>
          </ac:spMkLst>
        </pc:spChg>
        <pc:spChg chg="del">
          <ac:chgData name="문 동진(KSTD)" userId="3d26c5c2-5d13-41b2-b4a9-bebd91ca5bef" providerId="ADAL" clId="{AC91C77A-115B-4066-B24C-58E72D5C40B6}" dt="2026-08-10T02:24:40.872" v="1234" actId="478"/>
          <ac:spMkLst>
            <pc:docMk/>
            <pc:sldMk cId="0" sldId="284"/>
            <ac:spMk id="20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0T02:24:40.872" v="1234" actId="478"/>
          <ac:spMkLst>
            <pc:docMk/>
            <pc:sldMk cId="0" sldId="284"/>
            <ac:spMk id="21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2:09:40.905" v="2735"/>
          <ac:spMkLst>
            <pc:docMk/>
            <pc:sldMk cId="0" sldId="284"/>
            <ac:spMk id="21" creationId="{DD4F918C-7D7E-AA8D-1D05-4318229F790E}"/>
          </ac:spMkLst>
        </pc:spChg>
        <pc:spChg chg="del">
          <ac:chgData name="문 동진(KSTD)" userId="3d26c5c2-5d13-41b2-b4a9-bebd91ca5bef" providerId="ADAL" clId="{AC91C77A-115B-4066-B24C-58E72D5C40B6}" dt="2026-08-10T02:24:40.872" v="1234" actId="478"/>
          <ac:spMkLst>
            <pc:docMk/>
            <pc:sldMk cId="0" sldId="284"/>
            <ac:spMk id="22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2:09:40.905" v="2735"/>
          <ac:spMkLst>
            <pc:docMk/>
            <pc:sldMk cId="0" sldId="284"/>
            <ac:spMk id="22" creationId="{6D04B3BE-5EBB-0F31-DA94-D3B63D3431D0}"/>
          </ac:spMkLst>
        </pc:spChg>
        <pc:spChg chg="del">
          <ac:chgData name="문 동진(KSTD)" userId="3d26c5c2-5d13-41b2-b4a9-bebd91ca5bef" providerId="ADAL" clId="{AC91C77A-115B-4066-B24C-58E72D5C40B6}" dt="2026-08-10T02:24:40.872" v="1234" actId="478"/>
          <ac:spMkLst>
            <pc:docMk/>
            <pc:sldMk cId="0" sldId="284"/>
            <ac:spMk id="23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2:09:40.905" v="2735"/>
          <ac:spMkLst>
            <pc:docMk/>
            <pc:sldMk cId="0" sldId="284"/>
            <ac:spMk id="23" creationId="{379DE325-0B67-6A03-96A2-D05082A0DB42}"/>
          </ac:spMkLst>
        </pc:spChg>
        <pc:spChg chg="del">
          <ac:chgData name="문 동진(KSTD)" userId="3d26c5c2-5d13-41b2-b4a9-bebd91ca5bef" providerId="ADAL" clId="{AC91C77A-115B-4066-B24C-58E72D5C40B6}" dt="2026-08-10T02:24:40.872" v="1234" actId="478"/>
          <ac:spMkLst>
            <pc:docMk/>
            <pc:sldMk cId="0" sldId="284"/>
            <ac:spMk id="24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2:09:40.905" v="2735"/>
          <ac:spMkLst>
            <pc:docMk/>
            <pc:sldMk cId="0" sldId="284"/>
            <ac:spMk id="24" creationId="{82351A94-0A6C-7977-B7C8-E9EF2DC04964}"/>
          </ac:spMkLst>
        </pc:spChg>
        <pc:spChg chg="mod">
          <ac:chgData name="문 동진(KSTD)" userId="3d26c5c2-5d13-41b2-b4a9-bebd91ca5bef" providerId="ADAL" clId="{AC91C77A-115B-4066-B24C-58E72D5C40B6}" dt="2026-08-11T02:09:40.905" v="2735"/>
          <ac:spMkLst>
            <pc:docMk/>
            <pc:sldMk cId="0" sldId="284"/>
            <ac:spMk id="25" creationId="{AEE1C76F-07EC-C7FA-2DF4-DD8C5E28FCF8}"/>
          </ac:spMkLst>
        </pc:spChg>
        <pc:spChg chg="del">
          <ac:chgData name="문 동진(KSTD)" userId="3d26c5c2-5d13-41b2-b4a9-bebd91ca5bef" providerId="ADAL" clId="{AC91C77A-115B-4066-B24C-58E72D5C40B6}" dt="2026-08-10T02:24:40.872" v="1234" actId="478"/>
          <ac:spMkLst>
            <pc:docMk/>
            <pc:sldMk cId="0" sldId="284"/>
            <ac:spMk id="26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0T02:24:40.872" v="1234" actId="478"/>
          <ac:spMkLst>
            <pc:docMk/>
            <pc:sldMk cId="0" sldId="284"/>
            <ac:spMk id="27" creationId="{00000000-0000-0000-0000-000000000000}"/>
          </ac:spMkLst>
        </pc:spChg>
        <pc:spChg chg="add mod">
          <ac:chgData name="문 동진(KSTD)" userId="3d26c5c2-5d13-41b2-b4a9-bebd91ca5bef" providerId="ADAL" clId="{AC91C77A-115B-4066-B24C-58E72D5C40B6}" dt="2026-08-11T01:18:37.748" v="1834"/>
          <ac:spMkLst>
            <pc:docMk/>
            <pc:sldMk cId="0" sldId="284"/>
            <ac:spMk id="29" creationId="{C879D45B-87FB-5975-F4A2-92FAF0233003}"/>
          </ac:spMkLst>
        </pc:spChg>
        <pc:spChg chg="add mod topLvl">
          <ac:chgData name="문 동진(KSTD)" userId="3d26c5c2-5d13-41b2-b4a9-bebd91ca5bef" providerId="ADAL" clId="{AC91C77A-115B-4066-B24C-58E72D5C40B6}" dt="2026-08-11T02:01:01.736" v="2622" actId="164"/>
          <ac:spMkLst>
            <pc:docMk/>
            <pc:sldMk cId="0" sldId="284"/>
            <ac:spMk id="33" creationId="{09492B3A-CE0A-DCB7-56E3-D086B01588D4}"/>
          </ac:spMkLst>
        </pc:spChg>
        <pc:spChg chg="add mod topLvl">
          <ac:chgData name="문 동진(KSTD)" userId="3d26c5c2-5d13-41b2-b4a9-bebd91ca5bef" providerId="ADAL" clId="{AC91C77A-115B-4066-B24C-58E72D5C40B6}" dt="2026-08-11T02:09:04.900" v="2729"/>
          <ac:spMkLst>
            <pc:docMk/>
            <pc:sldMk cId="0" sldId="284"/>
            <ac:spMk id="35" creationId="{0AD0A920-AE9F-B9EE-9CF8-A01C7075464D}"/>
          </ac:spMkLst>
        </pc:spChg>
        <pc:spChg chg="add mod topLvl">
          <ac:chgData name="문 동진(KSTD)" userId="3d26c5c2-5d13-41b2-b4a9-bebd91ca5bef" providerId="ADAL" clId="{AC91C77A-115B-4066-B24C-58E72D5C40B6}" dt="2026-08-11T02:01:22.936" v="2631" actId="1076"/>
          <ac:spMkLst>
            <pc:docMk/>
            <pc:sldMk cId="0" sldId="284"/>
            <ac:spMk id="41" creationId="{39B283D2-9F6B-95F2-0981-C61937DCA870}"/>
          </ac:spMkLst>
        </pc:spChg>
        <pc:spChg chg="mod">
          <ac:chgData name="문 동진(KSTD)" userId="3d26c5c2-5d13-41b2-b4a9-bebd91ca5bef" providerId="ADAL" clId="{AC91C77A-115B-4066-B24C-58E72D5C40B6}" dt="2026-08-11T02:01:52.322" v="2644" actId="255"/>
          <ac:spMkLst>
            <pc:docMk/>
            <pc:sldMk cId="0" sldId="284"/>
            <ac:spMk id="43" creationId="{DA60F5FC-7493-5530-CF34-B23C5EA9F70E}"/>
          </ac:spMkLst>
        </pc:spChg>
        <pc:spChg chg="add mod topLvl">
          <ac:chgData name="문 동진(KSTD)" userId="3d26c5c2-5d13-41b2-b4a9-bebd91ca5bef" providerId="ADAL" clId="{AC91C77A-115B-4066-B24C-58E72D5C40B6}" dt="2026-08-11T02:01:26.385" v="2632" actId="1076"/>
          <ac:spMkLst>
            <pc:docMk/>
            <pc:sldMk cId="0" sldId="284"/>
            <ac:spMk id="45" creationId="{C8D3A83F-2A35-9D87-C073-BE7E7E0EC26D}"/>
          </ac:spMkLst>
        </pc:spChg>
        <pc:spChg chg="add mod topLvl">
          <ac:chgData name="문 동진(KSTD)" userId="3d26c5c2-5d13-41b2-b4a9-bebd91ca5bef" providerId="ADAL" clId="{AC91C77A-115B-4066-B24C-58E72D5C40B6}" dt="2026-08-11T02:01:22.936" v="2631" actId="1076"/>
          <ac:spMkLst>
            <pc:docMk/>
            <pc:sldMk cId="0" sldId="284"/>
            <ac:spMk id="47" creationId="{10B346F1-3FA0-129F-7B0A-6BD25D6763AD}"/>
          </ac:spMkLst>
        </pc:spChg>
        <pc:spChg chg="add mod topLvl">
          <ac:chgData name="문 동진(KSTD)" userId="3d26c5c2-5d13-41b2-b4a9-bebd91ca5bef" providerId="ADAL" clId="{AC91C77A-115B-4066-B24C-58E72D5C40B6}" dt="2026-08-11T02:01:52.322" v="2644" actId="255"/>
          <ac:spMkLst>
            <pc:docMk/>
            <pc:sldMk cId="0" sldId="284"/>
            <ac:spMk id="49" creationId="{285A31D8-0728-5BEE-0B99-60D73B980934}"/>
          </ac:spMkLst>
        </pc:spChg>
        <pc:spChg chg="add mod topLvl">
          <ac:chgData name="문 동진(KSTD)" userId="3d26c5c2-5d13-41b2-b4a9-bebd91ca5bef" providerId="ADAL" clId="{AC91C77A-115B-4066-B24C-58E72D5C40B6}" dt="2026-08-11T02:01:01.736" v="2622" actId="164"/>
          <ac:spMkLst>
            <pc:docMk/>
            <pc:sldMk cId="0" sldId="284"/>
            <ac:spMk id="51" creationId="{8867E9E0-0C7F-8896-5658-2DA1DE6BBCCB}"/>
          </ac:spMkLst>
        </pc:spChg>
        <pc:spChg chg="mod">
          <ac:chgData name="문 동진(KSTD)" userId="3d26c5c2-5d13-41b2-b4a9-bebd91ca5bef" providerId="ADAL" clId="{AC91C77A-115B-4066-B24C-58E72D5C40B6}" dt="2026-08-10T02:30:13.653" v="1293" actId="14100"/>
          <ac:spMkLst>
            <pc:docMk/>
            <pc:sldMk cId="0" sldId="284"/>
            <ac:spMk id="53" creationId="{21D3331E-5E1F-B850-3124-C0BAB0225BCD}"/>
          </ac:spMkLst>
        </pc:spChg>
        <pc:spChg chg="add mod topLvl">
          <ac:chgData name="문 동진(KSTD)" userId="3d26c5c2-5d13-41b2-b4a9-bebd91ca5bef" providerId="ADAL" clId="{AC91C77A-115B-4066-B24C-58E72D5C40B6}" dt="2026-08-11T02:01:58.213" v="2645" actId="255"/>
          <ac:spMkLst>
            <pc:docMk/>
            <pc:sldMk cId="0" sldId="284"/>
            <ac:spMk id="55" creationId="{F4148BDB-4C9A-8BF4-75BF-F60B91AABD14}"/>
          </ac:spMkLst>
        </pc:spChg>
        <pc:spChg chg="mod">
          <ac:chgData name="문 동진(KSTD)" userId="3d26c5c2-5d13-41b2-b4a9-bebd91ca5bef" providerId="ADAL" clId="{AC91C77A-115B-4066-B24C-58E72D5C40B6}" dt="2026-08-11T02:02:04.617" v="2646" actId="255"/>
          <ac:spMkLst>
            <pc:docMk/>
            <pc:sldMk cId="0" sldId="284"/>
            <ac:spMk id="57" creationId="{48119F59-1251-F957-AA67-4D235910216F}"/>
          </ac:spMkLst>
        </pc:spChg>
        <pc:spChg chg="add mod topLvl">
          <ac:chgData name="문 동진(KSTD)" userId="3d26c5c2-5d13-41b2-b4a9-bebd91ca5bef" providerId="ADAL" clId="{AC91C77A-115B-4066-B24C-58E72D5C40B6}" dt="2026-08-11T02:01:01.736" v="2622" actId="164"/>
          <ac:spMkLst>
            <pc:docMk/>
            <pc:sldMk cId="0" sldId="284"/>
            <ac:spMk id="59" creationId="{0095F0D0-C9AE-4BB2-1E07-9A3F8CA8C0E8}"/>
          </ac:spMkLst>
        </pc:spChg>
        <pc:spChg chg="add mod topLvl">
          <ac:chgData name="문 동진(KSTD)" userId="3d26c5c2-5d13-41b2-b4a9-bebd91ca5bef" providerId="ADAL" clId="{AC91C77A-115B-4066-B24C-58E72D5C40B6}" dt="2026-08-11T02:01:58.213" v="2645" actId="255"/>
          <ac:spMkLst>
            <pc:docMk/>
            <pc:sldMk cId="0" sldId="284"/>
            <ac:spMk id="61" creationId="{711520E4-57BB-DAB8-969D-515A8C743C5A}"/>
          </ac:spMkLst>
        </pc:spChg>
        <pc:spChg chg="mod">
          <ac:chgData name="문 동진(KSTD)" userId="3d26c5c2-5d13-41b2-b4a9-bebd91ca5bef" providerId="ADAL" clId="{AC91C77A-115B-4066-B24C-58E72D5C40B6}" dt="2026-08-11T02:02:04.617" v="2646" actId="255"/>
          <ac:spMkLst>
            <pc:docMk/>
            <pc:sldMk cId="0" sldId="284"/>
            <ac:spMk id="63" creationId="{F5579C04-521B-682D-6553-7A1C8DDCF925}"/>
          </ac:spMkLst>
        </pc:spChg>
        <pc:spChg chg="del">
          <ac:chgData name="문 동진(KSTD)" userId="3d26c5c2-5d13-41b2-b4a9-bebd91ca5bef" providerId="ADAL" clId="{AC91C77A-115B-4066-B24C-58E72D5C40B6}" dt="2026-08-10T02:27:14.474" v="1261" actId="478"/>
          <ac:spMkLst>
            <pc:docMk/>
            <pc:sldMk cId="0" sldId="284"/>
            <ac:spMk id="65" creationId="{64079756-2208-3010-EC7E-54375F32CCB9}"/>
          </ac:spMkLst>
        </pc:spChg>
        <pc:spChg chg="add mod">
          <ac:chgData name="문 동진(KSTD)" userId="3d26c5c2-5d13-41b2-b4a9-bebd91ca5bef" providerId="ADAL" clId="{AC91C77A-115B-4066-B24C-58E72D5C40B6}" dt="2026-08-11T01:18:37.748" v="1834"/>
          <ac:spMkLst>
            <pc:docMk/>
            <pc:sldMk cId="0" sldId="284"/>
            <ac:spMk id="68" creationId="{7B80450D-663B-263B-8CF8-D545C9357BF0}"/>
          </ac:spMkLst>
        </pc:spChg>
        <pc:spChg chg="add mod">
          <ac:chgData name="문 동진(KSTD)" userId="3d26c5c2-5d13-41b2-b4a9-bebd91ca5bef" providerId="ADAL" clId="{AC91C77A-115B-4066-B24C-58E72D5C40B6}" dt="2026-08-11T01:18:37.748" v="1834"/>
          <ac:spMkLst>
            <pc:docMk/>
            <pc:sldMk cId="0" sldId="284"/>
            <ac:spMk id="70" creationId="{06020B0B-C3AE-530C-1E8F-4039DFCA7834}"/>
          </ac:spMkLst>
        </pc:spChg>
        <pc:spChg chg="add mod">
          <ac:chgData name="문 동진(KSTD)" userId="3d26c5c2-5d13-41b2-b4a9-bebd91ca5bef" providerId="ADAL" clId="{AC91C77A-115B-4066-B24C-58E72D5C40B6}" dt="2026-08-11T01:19:03.959" v="1840" actId="207"/>
          <ac:spMkLst>
            <pc:docMk/>
            <pc:sldMk cId="0" sldId="284"/>
            <ac:spMk id="72" creationId="{5DED89D8-A0A5-CF65-0681-AEA82E17016E}"/>
          </ac:spMkLst>
        </pc:spChg>
        <pc:spChg chg="add del mod topLvl">
          <ac:chgData name="문 동진(KSTD)" userId="3d26c5c2-5d13-41b2-b4a9-bebd91ca5bef" providerId="ADAL" clId="{AC91C77A-115B-4066-B24C-58E72D5C40B6}" dt="2026-08-11T02:00:59.293" v="2621" actId="478"/>
          <ac:spMkLst>
            <pc:docMk/>
            <pc:sldMk cId="0" sldId="284"/>
            <ac:spMk id="77" creationId="{DD462406-F0A1-3082-C2C0-1E7927FF883F}"/>
          </ac:spMkLst>
        </pc:spChg>
        <pc:grpChg chg="del mod">
          <ac:chgData name="문 동진(KSTD)" userId="3d26c5c2-5d13-41b2-b4a9-bebd91ca5bef" providerId="ADAL" clId="{AC91C77A-115B-4066-B24C-58E72D5C40B6}" dt="2026-08-11T02:18:27.457" v="2806" actId="478"/>
          <ac:grpSpMkLst>
            <pc:docMk/>
            <pc:sldMk cId="0" sldId="284"/>
            <ac:grpSpMk id="9" creationId="{768CB4FF-BDA4-D544-48CA-388FF792161B}"/>
          </ac:grpSpMkLst>
        </pc:grpChg>
        <pc:grpChg chg="add mod">
          <ac:chgData name="문 동진(KSTD)" userId="3d26c5c2-5d13-41b2-b4a9-bebd91ca5bef" providerId="ADAL" clId="{AC91C77A-115B-4066-B24C-58E72D5C40B6}" dt="2026-08-11T02:09:26.250" v="2734" actId="14100"/>
          <ac:grpSpMkLst>
            <pc:docMk/>
            <pc:sldMk cId="0" sldId="284"/>
            <ac:grpSpMk id="12" creationId="{C96BD8A2-19E4-AF35-9DF0-02480C3BE53F}"/>
          </ac:grpSpMkLst>
        </pc:grpChg>
        <pc:grpChg chg="mod">
          <ac:chgData name="문 동진(KSTD)" userId="3d26c5c2-5d13-41b2-b4a9-bebd91ca5bef" providerId="ADAL" clId="{AC91C77A-115B-4066-B24C-58E72D5C40B6}" dt="2026-08-11T02:09:20.776" v="2730"/>
          <ac:grpSpMkLst>
            <pc:docMk/>
            <pc:sldMk cId="0" sldId="284"/>
            <ac:grpSpMk id="13" creationId="{0E0B0C95-3983-7EA2-2E00-9C3AD52C9160}"/>
          </ac:grpSpMkLst>
        </pc:grpChg>
        <pc:grpChg chg="add mod">
          <ac:chgData name="문 동진(KSTD)" userId="3d26c5c2-5d13-41b2-b4a9-bebd91ca5bef" providerId="ADAL" clId="{AC91C77A-115B-4066-B24C-58E72D5C40B6}" dt="2026-08-11T02:10:16.340" v="2744" actId="1076"/>
          <ac:grpSpMkLst>
            <pc:docMk/>
            <pc:sldMk cId="0" sldId="284"/>
            <ac:grpSpMk id="19" creationId="{E3663BBE-27FE-C95B-E222-5A6DAA0AFF5C}"/>
          </ac:grpSpMkLst>
        </pc:grpChg>
        <pc:grpChg chg="mod">
          <ac:chgData name="문 동진(KSTD)" userId="3d26c5c2-5d13-41b2-b4a9-bebd91ca5bef" providerId="ADAL" clId="{AC91C77A-115B-4066-B24C-58E72D5C40B6}" dt="2026-08-11T02:09:40.905" v="2735"/>
          <ac:grpSpMkLst>
            <pc:docMk/>
            <pc:sldMk cId="0" sldId="284"/>
            <ac:grpSpMk id="20" creationId="{B5ED89DE-B864-AAFA-DB77-C65DCED3CFE1}"/>
          </ac:grpSpMkLst>
        </pc:grpChg>
        <pc:grpChg chg="mod">
          <ac:chgData name="문 동진(KSTD)" userId="3d26c5c2-5d13-41b2-b4a9-bebd91ca5bef" providerId="ADAL" clId="{AC91C77A-115B-4066-B24C-58E72D5C40B6}" dt="2026-08-10T02:26:43.283" v="1256" actId="14100"/>
          <ac:grpSpMkLst>
            <pc:docMk/>
            <pc:sldMk cId="0" sldId="284"/>
            <ac:grpSpMk id="66" creationId="{FAD26ACA-7D0C-86C6-0E44-D62B7FD371E2}"/>
          </ac:grpSpMkLst>
        </pc:grpChg>
        <pc:grpChg chg="add del mod topLvl">
          <ac:chgData name="문 동진(KSTD)" userId="3d26c5c2-5d13-41b2-b4a9-bebd91ca5bef" providerId="ADAL" clId="{AC91C77A-115B-4066-B24C-58E72D5C40B6}" dt="2026-08-11T02:00:59.293" v="2621" actId="478"/>
          <ac:grpSpMkLst>
            <pc:docMk/>
            <pc:sldMk cId="0" sldId="284"/>
            <ac:grpSpMk id="75" creationId="{478A9557-7E58-1308-3166-409F23BD93C2}"/>
          </ac:grpSpMkLst>
        </pc:grpChg>
        <pc:grpChg chg="add del mod">
          <ac:chgData name="문 동진(KSTD)" userId="3d26c5c2-5d13-41b2-b4a9-bebd91ca5bef" providerId="ADAL" clId="{AC91C77A-115B-4066-B24C-58E72D5C40B6}" dt="2026-08-10T02:27:29.829" v="1264" actId="165"/>
          <ac:grpSpMkLst>
            <pc:docMk/>
            <pc:sldMk cId="0" sldId="284"/>
            <ac:grpSpMk id="78" creationId="{26B0A140-8BBF-55FC-10B1-145121F0CB11}"/>
          </ac:grpSpMkLst>
        </pc:grpChg>
        <pc:picChg chg="add del mod">
          <ac:chgData name="문 동진(KSTD)" userId="3d26c5c2-5d13-41b2-b4a9-bebd91ca5bef" providerId="ADAL" clId="{AC91C77A-115B-4066-B24C-58E72D5C40B6}" dt="2026-08-11T02:04:57.955" v="2674" actId="22"/>
          <ac:picMkLst>
            <pc:docMk/>
            <pc:sldMk cId="0" sldId="284"/>
            <ac:picMk id="11" creationId="{73EB9E76-4831-A4FC-11DC-780FD3E8C293}"/>
          </ac:picMkLst>
        </pc:picChg>
        <pc:picChg chg="mod">
          <ac:chgData name="문 동진(KSTD)" userId="3d26c5c2-5d13-41b2-b4a9-bebd91ca5bef" providerId="ADAL" clId="{AC91C77A-115B-4066-B24C-58E72D5C40B6}" dt="2026-08-11T02:04:58.302" v="2675" actId="1076"/>
          <ac:picMkLst>
            <pc:docMk/>
            <pc:sldMk cId="0" sldId="284"/>
            <ac:picMk id="40" creationId="{18650CBD-3D43-0CCF-CEDE-57994DD8AB94}"/>
          </ac:picMkLst>
        </pc:picChg>
        <pc:picChg chg="add del mod">
          <ac:chgData name="문 동진(KSTD)" userId="3d26c5c2-5d13-41b2-b4a9-bebd91ca5bef" providerId="ADAL" clId="{AC91C77A-115B-4066-B24C-58E72D5C40B6}" dt="2026-08-11T01:19:14.454" v="1841" actId="478"/>
          <ac:picMkLst>
            <pc:docMk/>
            <pc:sldMk cId="0" sldId="284"/>
            <ac:picMk id="74" creationId="{6D45170A-8CC7-5E5D-998C-2D6B1D1A69F5}"/>
          </ac:picMkLst>
        </pc:picChg>
      </pc:sldChg>
      <pc:sldChg chg="addSp delSp modSp add del mod setBg">
        <pc:chgData name="문 동진(KSTD)" userId="3d26c5c2-5d13-41b2-b4a9-bebd91ca5bef" providerId="ADAL" clId="{AC91C77A-115B-4066-B24C-58E72D5C40B6}" dt="2026-08-10T03:59:00.205" v="1372" actId="47"/>
        <pc:sldMkLst>
          <pc:docMk/>
          <pc:sldMk cId="0" sldId="285"/>
        </pc:sldMkLst>
        <pc:picChg chg="mod">
          <ac:chgData name="문 동진(KSTD)" userId="3d26c5c2-5d13-41b2-b4a9-bebd91ca5bef" providerId="ADAL" clId="{AC91C77A-115B-4066-B24C-58E72D5C40B6}" dt="2026-08-10T03:50:37.148" v="1344" actId="1076"/>
          <ac:picMkLst>
            <pc:docMk/>
            <pc:sldMk cId="0" sldId="285"/>
            <ac:picMk id="3" creationId="{00000000-0000-0000-0000-000000000000}"/>
          </ac:picMkLst>
        </pc:picChg>
        <pc:picChg chg="add del">
          <ac:chgData name="문 동진(KSTD)" userId="3d26c5c2-5d13-41b2-b4a9-bebd91ca5bef" providerId="ADAL" clId="{AC91C77A-115B-4066-B24C-58E72D5C40B6}" dt="2026-08-10T03:50:40.236" v="1346" actId="22"/>
          <ac:picMkLst>
            <pc:docMk/>
            <pc:sldMk cId="0" sldId="285"/>
            <ac:picMk id="23" creationId="{FCC20C29-C9FC-1176-D84A-20EFAFB8F2B9}"/>
          </ac:picMkLst>
        </pc:picChg>
      </pc:sldChg>
      <pc:sldChg chg="new del">
        <pc:chgData name="문 동진(KSTD)" userId="3d26c5c2-5d13-41b2-b4a9-bebd91ca5bef" providerId="ADAL" clId="{AC91C77A-115B-4066-B24C-58E72D5C40B6}" dt="2026-08-10T04:02:02.419" v="1395" actId="680"/>
        <pc:sldMkLst>
          <pc:docMk/>
          <pc:sldMk cId="3220503351" sldId="285"/>
        </pc:sldMkLst>
      </pc:sldChg>
      <pc:sldChg chg="addSp delSp modSp add del mod modTransition setBg">
        <pc:chgData name="문 동진(KSTD)" userId="3d26c5c2-5d13-41b2-b4a9-bebd91ca5bef" providerId="ADAL" clId="{AC91C77A-115B-4066-B24C-58E72D5C40B6}" dt="2026-08-11T05:30:43.684" v="4420" actId="47"/>
        <pc:sldMkLst>
          <pc:docMk/>
          <pc:sldMk cId="3537504694" sldId="285"/>
        </pc:sldMkLst>
        <pc:spChg chg="del">
          <ac:chgData name="문 동진(KSTD)" userId="3d26c5c2-5d13-41b2-b4a9-bebd91ca5bef" providerId="ADAL" clId="{AC91C77A-115B-4066-B24C-58E72D5C40B6}" dt="2026-08-10T04:02:34.441" v="1403" actId="478"/>
          <ac:spMkLst>
            <pc:docMk/>
            <pc:sldMk cId="3537504694" sldId="285"/>
            <ac:spMk id="7" creationId="{3EC43BDF-84F2-BC6E-B2E2-D9AD7E960956}"/>
          </ac:spMkLst>
        </pc:spChg>
        <pc:spChg chg="del">
          <ac:chgData name="문 동진(KSTD)" userId="3d26c5c2-5d13-41b2-b4a9-bebd91ca5bef" providerId="ADAL" clId="{AC91C77A-115B-4066-B24C-58E72D5C40B6}" dt="2026-08-10T04:02:34.441" v="1403" actId="478"/>
          <ac:spMkLst>
            <pc:docMk/>
            <pc:sldMk cId="3537504694" sldId="285"/>
            <ac:spMk id="8" creationId="{E0FB606E-1FF7-5A38-5515-D3822C5D80FA}"/>
          </ac:spMkLst>
        </pc:spChg>
        <pc:spChg chg="del">
          <ac:chgData name="문 동진(KSTD)" userId="3d26c5c2-5d13-41b2-b4a9-bebd91ca5bef" providerId="ADAL" clId="{AC91C77A-115B-4066-B24C-58E72D5C40B6}" dt="2026-08-10T04:02:34.441" v="1403" actId="478"/>
          <ac:spMkLst>
            <pc:docMk/>
            <pc:sldMk cId="3537504694" sldId="285"/>
            <ac:spMk id="9" creationId="{6BD8C2AF-38DE-DD2E-FC8F-BECA59BF146C}"/>
          </ac:spMkLst>
        </pc:spChg>
        <pc:spChg chg="del">
          <ac:chgData name="문 동진(KSTD)" userId="3d26c5c2-5d13-41b2-b4a9-bebd91ca5bef" providerId="ADAL" clId="{AC91C77A-115B-4066-B24C-58E72D5C40B6}" dt="2026-08-10T04:02:34.441" v="1403" actId="478"/>
          <ac:spMkLst>
            <pc:docMk/>
            <pc:sldMk cId="3537504694" sldId="285"/>
            <ac:spMk id="10" creationId="{EBB87BB8-8101-CE85-46BB-0F2642474E56}"/>
          </ac:spMkLst>
        </pc:spChg>
        <pc:spChg chg="del">
          <ac:chgData name="문 동진(KSTD)" userId="3d26c5c2-5d13-41b2-b4a9-bebd91ca5bef" providerId="ADAL" clId="{AC91C77A-115B-4066-B24C-58E72D5C40B6}" dt="2026-08-10T04:02:34.441" v="1403" actId="478"/>
          <ac:spMkLst>
            <pc:docMk/>
            <pc:sldMk cId="3537504694" sldId="285"/>
            <ac:spMk id="11" creationId="{BA19F9D0-6FE8-90F3-2EF2-A6B3A5F430DE}"/>
          </ac:spMkLst>
        </pc:spChg>
        <pc:spChg chg="del">
          <ac:chgData name="문 동진(KSTD)" userId="3d26c5c2-5d13-41b2-b4a9-bebd91ca5bef" providerId="ADAL" clId="{AC91C77A-115B-4066-B24C-58E72D5C40B6}" dt="2026-08-10T04:02:34.441" v="1403" actId="478"/>
          <ac:spMkLst>
            <pc:docMk/>
            <pc:sldMk cId="3537504694" sldId="285"/>
            <ac:spMk id="12" creationId="{2E109F79-47DA-0F60-5446-B27383A4B1EA}"/>
          </ac:spMkLst>
        </pc:spChg>
        <pc:spChg chg="del">
          <ac:chgData name="문 동진(KSTD)" userId="3d26c5c2-5d13-41b2-b4a9-bebd91ca5bef" providerId="ADAL" clId="{AC91C77A-115B-4066-B24C-58E72D5C40B6}" dt="2026-08-10T04:02:34.441" v="1403" actId="478"/>
          <ac:spMkLst>
            <pc:docMk/>
            <pc:sldMk cId="3537504694" sldId="285"/>
            <ac:spMk id="14" creationId="{FD36F2F5-51FE-756D-A31D-6211215491E2}"/>
          </ac:spMkLst>
        </pc:spChg>
        <pc:spChg chg="del">
          <ac:chgData name="문 동진(KSTD)" userId="3d26c5c2-5d13-41b2-b4a9-bebd91ca5bef" providerId="ADAL" clId="{AC91C77A-115B-4066-B24C-58E72D5C40B6}" dt="2026-08-10T04:02:34.441" v="1403" actId="478"/>
          <ac:spMkLst>
            <pc:docMk/>
            <pc:sldMk cId="3537504694" sldId="285"/>
            <ac:spMk id="16" creationId="{9B26EC68-62AE-4C82-E934-4E6F47AFEAED}"/>
          </ac:spMkLst>
        </pc:spChg>
        <pc:spChg chg="del">
          <ac:chgData name="문 동진(KSTD)" userId="3d26c5c2-5d13-41b2-b4a9-bebd91ca5bef" providerId="ADAL" clId="{AC91C77A-115B-4066-B24C-58E72D5C40B6}" dt="2026-08-10T04:02:34.441" v="1403" actId="478"/>
          <ac:spMkLst>
            <pc:docMk/>
            <pc:sldMk cId="3537504694" sldId="285"/>
            <ac:spMk id="17" creationId="{89BA10CD-B1B3-15AB-712A-AE1A8A993A6E}"/>
          </ac:spMkLst>
        </pc:spChg>
        <pc:spChg chg="del">
          <ac:chgData name="문 동진(KSTD)" userId="3d26c5c2-5d13-41b2-b4a9-bebd91ca5bef" providerId="ADAL" clId="{AC91C77A-115B-4066-B24C-58E72D5C40B6}" dt="2026-08-10T04:02:34.441" v="1403" actId="478"/>
          <ac:spMkLst>
            <pc:docMk/>
            <pc:sldMk cId="3537504694" sldId="285"/>
            <ac:spMk id="18" creationId="{48350B1E-D164-9293-3590-6665DE092EE9}"/>
          </ac:spMkLst>
        </pc:spChg>
        <pc:picChg chg="add mod">
          <ac:chgData name="문 동진(KSTD)" userId="3d26c5c2-5d13-41b2-b4a9-bebd91ca5bef" providerId="ADAL" clId="{AC91C77A-115B-4066-B24C-58E72D5C40B6}" dt="2026-08-10T04:02:36.802" v="1404" actId="1076"/>
          <ac:picMkLst>
            <pc:docMk/>
            <pc:sldMk cId="3537504694" sldId="285"/>
            <ac:picMk id="20" creationId="{53940ACF-A842-A585-6A1B-D01CB01BA2D2}"/>
          </ac:picMkLst>
        </pc:picChg>
        <pc:picChg chg="del mod">
          <ac:chgData name="문 동진(KSTD)" userId="3d26c5c2-5d13-41b2-b4a9-bebd91ca5bef" providerId="ADAL" clId="{AC91C77A-115B-4066-B24C-58E72D5C40B6}" dt="2026-08-10T04:02:25.264" v="1398" actId="478"/>
          <ac:picMkLst>
            <pc:docMk/>
            <pc:sldMk cId="3537504694" sldId="285"/>
            <ac:picMk id="22" creationId="{8E3285F6-6E12-7165-E569-DD353C8856E5}"/>
          </ac:picMkLst>
        </pc:picChg>
        <pc:picChg chg="mod">
          <ac:chgData name="문 동진(KSTD)" userId="3d26c5c2-5d13-41b2-b4a9-bebd91ca5bef" providerId="ADAL" clId="{AC91C77A-115B-4066-B24C-58E72D5C40B6}" dt="2026-08-10T04:02:44.278" v="1408" actId="14100"/>
          <ac:picMkLst>
            <pc:docMk/>
            <pc:sldMk cId="3537504694" sldId="285"/>
            <ac:picMk id="32" creationId="{712C1952-6BA5-E9AB-EF1C-0416B74FC74A}"/>
          </ac:picMkLst>
        </pc:picChg>
      </pc:sldChg>
      <pc:sldChg chg="add del setBg">
        <pc:chgData name="문 동진(KSTD)" userId="3d26c5c2-5d13-41b2-b4a9-bebd91ca5bef" providerId="ADAL" clId="{AC91C77A-115B-4066-B24C-58E72D5C40B6}" dt="2026-08-10T03:47:33.209" v="1319"/>
        <pc:sldMkLst>
          <pc:docMk/>
          <pc:sldMk cId="2206618495" sldId="286"/>
        </pc:sldMkLst>
      </pc:sldChg>
      <pc:sldChg chg="addSp delSp modSp add del mod setBg">
        <pc:chgData name="문 동진(KSTD)" userId="3d26c5c2-5d13-41b2-b4a9-bebd91ca5bef" providerId="ADAL" clId="{AC91C77A-115B-4066-B24C-58E72D5C40B6}" dt="2026-08-10T03:58:56.049" v="1371" actId="47"/>
        <pc:sldMkLst>
          <pc:docMk/>
          <pc:sldMk cId="2249628303" sldId="286"/>
        </pc:sldMkLst>
        <pc:spChg chg="del">
          <ac:chgData name="문 동진(KSTD)" userId="3d26c5c2-5d13-41b2-b4a9-bebd91ca5bef" providerId="ADAL" clId="{AC91C77A-115B-4066-B24C-58E72D5C40B6}" dt="2026-08-10T03:48:33.603" v="1327" actId="478"/>
          <ac:spMkLst>
            <pc:docMk/>
            <pc:sldMk cId="2249628303" sldId="286"/>
            <ac:spMk id="5" creationId="{9208EBE6-8ECC-C187-19D0-226F1A1A9FB0}"/>
          </ac:spMkLst>
        </pc:spChg>
        <pc:spChg chg="del">
          <ac:chgData name="문 동진(KSTD)" userId="3d26c5c2-5d13-41b2-b4a9-bebd91ca5bef" providerId="ADAL" clId="{AC91C77A-115B-4066-B24C-58E72D5C40B6}" dt="2026-08-10T03:48:33.603" v="1327" actId="478"/>
          <ac:spMkLst>
            <pc:docMk/>
            <pc:sldMk cId="2249628303" sldId="286"/>
            <ac:spMk id="6" creationId="{490D9BB1-EB15-3D00-6D8A-E60C950821B5}"/>
          </ac:spMkLst>
        </pc:spChg>
        <pc:spChg chg="del">
          <ac:chgData name="문 동진(KSTD)" userId="3d26c5c2-5d13-41b2-b4a9-bebd91ca5bef" providerId="ADAL" clId="{AC91C77A-115B-4066-B24C-58E72D5C40B6}" dt="2026-08-10T03:48:33.603" v="1327" actId="478"/>
          <ac:spMkLst>
            <pc:docMk/>
            <pc:sldMk cId="2249628303" sldId="286"/>
            <ac:spMk id="8" creationId="{0615E93A-72EE-0FE4-15CA-1F917D1B9EB7}"/>
          </ac:spMkLst>
        </pc:spChg>
        <pc:spChg chg="del">
          <ac:chgData name="문 동진(KSTD)" userId="3d26c5c2-5d13-41b2-b4a9-bebd91ca5bef" providerId="ADAL" clId="{AC91C77A-115B-4066-B24C-58E72D5C40B6}" dt="2026-08-10T03:48:33.603" v="1327" actId="478"/>
          <ac:spMkLst>
            <pc:docMk/>
            <pc:sldMk cId="2249628303" sldId="286"/>
            <ac:spMk id="9" creationId="{5A317D53-613F-108F-8149-FC56B12C38D4}"/>
          </ac:spMkLst>
        </pc:spChg>
        <pc:spChg chg="del">
          <ac:chgData name="문 동진(KSTD)" userId="3d26c5c2-5d13-41b2-b4a9-bebd91ca5bef" providerId="ADAL" clId="{AC91C77A-115B-4066-B24C-58E72D5C40B6}" dt="2026-08-10T03:48:33.603" v="1327" actId="478"/>
          <ac:spMkLst>
            <pc:docMk/>
            <pc:sldMk cId="2249628303" sldId="286"/>
            <ac:spMk id="10" creationId="{7EF9C693-230A-CE89-DDF8-577215855D4C}"/>
          </ac:spMkLst>
        </pc:spChg>
        <pc:spChg chg="del">
          <ac:chgData name="문 동진(KSTD)" userId="3d26c5c2-5d13-41b2-b4a9-bebd91ca5bef" providerId="ADAL" clId="{AC91C77A-115B-4066-B24C-58E72D5C40B6}" dt="2026-08-10T03:48:33.603" v="1327" actId="478"/>
          <ac:spMkLst>
            <pc:docMk/>
            <pc:sldMk cId="2249628303" sldId="286"/>
            <ac:spMk id="14" creationId="{C0CBA879-B827-8D60-898A-8B3835082983}"/>
          </ac:spMkLst>
        </pc:spChg>
        <pc:spChg chg="del">
          <ac:chgData name="문 동진(KSTD)" userId="3d26c5c2-5d13-41b2-b4a9-bebd91ca5bef" providerId="ADAL" clId="{AC91C77A-115B-4066-B24C-58E72D5C40B6}" dt="2026-08-10T03:48:33.603" v="1327" actId="478"/>
          <ac:spMkLst>
            <pc:docMk/>
            <pc:sldMk cId="2249628303" sldId="286"/>
            <ac:spMk id="15" creationId="{79E7F289-120C-7E51-FC90-A446DFA93368}"/>
          </ac:spMkLst>
        </pc:spChg>
        <pc:spChg chg="del">
          <ac:chgData name="문 동진(KSTD)" userId="3d26c5c2-5d13-41b2-b4a9-bebd91ca5bef" providerId="ADAL" clId="{AC91C77A-115B-4066-B24C-58E72D5C40B6}" dt="2026-08-10T03:48:33.603" v="1327" actId="478"/>
          <ac:spMkLst>
            <pc:docMk/>
            <pc:sldMk cId="2249628303" sldId="286"/>
            <ac:spMk id="16" creationId="{B22EA314-B64B-8F2E-21B4-C9A85EAA0EBD}"/>
          </ac:spMkLst>
        </pc:spChg>
        <pc:spChg chg="del">
          <ac:chgData name="문 동진(KSTD)" userId="3d26c5c2-5d13-41b2-b4a9-bebd91ca5bef" providerId="ADAL" clId="{AC91C77A-115B-4066-B24C-58E72D5C40B6}" dt="2026-08-10T03:48:33.603" v="1327" actId="478"/>
          <ac:spMkLst>
            <pc:docMk/>
            <pc:sldMk cId="2249628303" sldId="286"/>
            <ac:spMk id="17" creationId="{1429B8C1-ABBC-1915-46AA-796BAC65F16C}"/>
          </ac:spMkLst>
        </pc:spChg>
        <pc:spChg chg="del">
          <ac:chgData name="문 동진(KSTD)" userId="3d26c5c2-5d13-41b2-b4a9-bebd91ca5bef" providerId="ADAL" clId="{AC91C77A-115B-4066-B24C-58E72D5C40B6}" dt="2026-08-10T03:48:33.603" v="1327" actId="478"/>
          <ac:spMkLst>
            <pc:docMk/>
            <pc:sldMk cId="2249628303" sldId="286"/>
            <ac:spMk id="18" creationId="{F4C8D249-C66C-52D5-F360-44F6BBB54F21}"/>
          </ac:spMkLst>
        </pc:spChg>
        <pc:spChg chg="add mod topLvl">
          <ac:chgData name="문 동진(KSTD)" userId="3d26c5c2-5d13-41b2-b4a9-bebd91ca5bef" providerId="ADAL" clId="{AC91C77A-115B-4066-B24C-58E72D5C40B6}" dt="2026-08-10T03:49:04.490" v="1333" actId="165"/>
          <ac:spMkLst>
            <pc:docMk/>
            <pc:sldMk cId="2249628303" sldId="286"/>
            <ac:spMk id="37" creationId="{19751671-E61E-1B16-6FA4-97898EC0179F}"/>
          </ac:spMkLst>
        </pc:spChg>
        <pc:spChg chg="add del mod topLvl">
          <ac:chgData name="문 동진(KSTD)" userId="3d26c5c2-5d13-41b2-b4a9-bebd91ca5bef" providerId="ADAL" clId="{AC91C77A-115B-4066-B24C-58E72D5C40B6}" dt="2026-08-10T03:49:53.142" v="1338" actId="478"/>
          <ac:spMkLst>
            <pc:docMk/>
            <pc:sldMk cId="2249628303" sldId="286"/>
            <ac:spMk id="39" creationId="{7D7B56FE-B242-40A4-9434-287B166B9D98}"/>
          </ac:spMkLst>
        </pc:spChg>
        <pc:spChg chg="add mod topLvl">
          <ac:chgData name="문 동진(KSTD)" userId="3d26c5c2-5d13-41b2-b4a9-bebd91ca5bef" providerId="ADAL" clId="{AC91C77A-115B-4066-B24C-58E72D5C40B6}" dt="2026-08-10T03:49:04.490" v="1333" actId="165"/>
          <ac:spMkLst>
            <pc:docMk/>
            <pc:sldMk cId="2249628303" sldId="286"/>
            <ac:spMk id="41" creationId="{06EB56F0-0412-A999-EEBF-8C8E920CE029}"/>
          </ac:spMkLst>
        </pc:spChg>
        <pc:spChg chg="add mod topLvl">
          <ac:chgData name="문 동진(KSTD)" userId="3d26c5c2-5d13-41b2-b4a9-bebd91ca5bef" providerId="ADAL" clId="{AC91C77A-115B-4066-B24C-58E72D5C40B6}" dt="2026-08-10T03:49:57.195" v="1339" actId="1076"/>
          <ac:spMkLst>
            <pc:docMk/>
            <pc:sldMk cId="2249628303" sldId="286"/>
            <ac:spMk id="49" creationId="{1B85F9BA-7B48-056A-DEF7-A7AA3BEEB036}"/>
          </ac:spMkLst>
        </pc:spChg>
        <pc:spChg chg="add mod topLvl">
          <ac:chgData name="문 동진(KSTD)" userId="3d26c5c2-5d13-41b2-b4a9-bebd91ca5bef" providerId="ADAL" clId="{AC91C77A-115B-4066-B24C-58E72D5C40B6}" dt="2026-08-10T03:49:04.490" v="1333" actId="165"/>
          <ac:spMkLst>
            <pc:docMk/>
            <pc:sldMk cId="2249628303" sldId="286"/>
            <ac:spMk id="51" creationId="{CDD40921-7150-73A5-59C2-73A18B286F9D}"/>
          </ac:spMkLst>
        </pc:spChg>
        <pc:spChg chg="add mod topLvl">
          <ac:chgData name="문 동진(KSTD)" userId="3d26c5c2-5d13-41b2-b4a9-bebd91ca5bef" providerId="ADAL" clId="{AC91C77A-115B-4066-B24C-58E72D5C40B6}" dt="2026-08-10T03:49:04.490" v="1333" actId="165"/>
          <ac:spMkLst>
            <pc:docMk/>
            <pc:sldMk cId="2249628303" sldId="286"/>
            <ac:spMk id="53" creationId="{573DE319-3555-C85A-3B54-CD778D00D00A}"/>
          </ac:spMkLst>
        </pc:spChg>
        <pc:spChg chg="add mod topLvl">
          <ac:chgData name="문 동진(KSTD)" userId="3d26c5c2-5d13-41b2-b4a9-bebd91ca5bef" providerId="ADAL" clId="{AC91C77A-115B-4066-B24C-58E72D5C40B6}" dt="2026-08-10T03:49:04.490" v="1333" actId="165"/>
          <ac:spMkLst>
            <pc:docMk/>
            <pc:sldMk cId="2249628303" sldId="286"/>
            <ac:spMk id="63" creationId="{5DB65103-42B0-79AF-9708-6C93A4629FC6}"/>
          </ac:spMkLst>
        </pc:spChg>
        <pc:spChg chg="add mod topLvl">
          <ac:chgData name="문 동진(KSTD)" userId="3d26c5c2-5d13-41b2-b4a9-bebd91ca5bef" providerId="ADAL" clId="{AC91C77A-115B-4066-B24C-58E72D5C40B6}" dt="2026-08-10T03:49:04.490" v="1333" actId="165"/>
          <ac:spMkLst>
            <pc:docMk/>
            <pc:sldMk cId="2249628303" sldId="286"/>
            <ac:spMk id="65" creationId="{5B408CD6-18CF-E9B9-20BB-53CFD0F7B3FE}"/>
          </ac:spMkLst>
        </pc:spChg>
        <pc:spChg chg="add mod topLvl">
          <ac:chgData name="문 동진(KSTD)" userId="3d26c5c2-5d13-41b2-b4a9-bebd91ca5bef" providerId="ADAL" clId="{AC91C77A-115B-4066-B24C-58E72D5C40B6}" dt="2026-08-10T03:49:04.490" v="1333" actId="165"/>
          <ac:spMkLst>
            <pc:docMk/>
            <pc:sldMk cId="2249628303" sldId="286"/>
            <ac:spMk id="69" creationId="{ACF4A467-0624-4662-3150-EE36BAF42054}"/>
          </ac:spMkLst>
        </pc:spChg>
        <pc:spChg chg="add mod topLvl">
          <ac:chgData name="문 동진(KSTD)" userId="3d26c5c2-5d13-41b2-b4a9-bebd91ca5bef" providerId="ADAL" clId="{AC91C77A-115B-4066-B24C-58E72D5C40B6}" dt="2026-08-10T03:49:04.490" v="1333" actId="165"/>
          <ac:spMkLst>
            <pc:docMk/>
            <pc:sldMk cId="2249628303" sldId="286"/>
            <ac:spMk id="71" creationId="{062D0637-B2BE-CBD7-1646-5CB20231600E}"/>
          </ac:spMkLst>
        </pc:spChg>
        <pc:spChg chg="add del mod ord">
          <ac:chgData name="문 동진(KSTD)" userId="3d26c5c2-5d13-41b2-b4a9-bebd91ca5bef" providerId="ADAL" clId="{AC91C77A-115B-4066-B24C-58E72D5C40B6}" dt="2026-08-10T03:50:42.853" v="1347" actId="478"/>
          <ac:spMkLst>
            <pc:docMk/>
            <pc:sldMk cId="2249628303" sldId="286"/>
            <ac:spMk id="74" creationId="{A7815240-6A89-C2B3-A214-D2234E24BE73}"/>
          </ac:spMkLst>
        </pc:spChg>
        <pc:grpChg chg="mod">
          <ac:chgData name="문 동진(KSTD)" userId="3d26c5c2-5d13-41b2-b4a9-bebd91ca5bef" providerId="ADAL" clId="{AC91C77A-115B-4066-B24C-58E72D5C40B6}" dt="2026-08-10T03:48:52.842" v="1332" actId="14100"/>
          <ac:grpSpMkLst>
            <pc:docMk/>
            <pc:sldMk cId="2249628303" sldId="286"/>
            <ac:grpSpMk id="72" creationId="{7E4ADE50-6FB2-B957-22F8-A3FC4C21C64B}"/>
          </ac:grpSpMkLst>
        </pc:grpChg>
        <pc:picChg chg="del mod">
          <ac:chgData name="문 동진(KSTD)" userId="3d26c5c2-5d13-41b2-b4a9-bebd91ca5bef" providerId="ADAL" clId="{AC91C77A-115B-4066-B24C-58E72D5C40B6}" dt="2026-08-10T03:49:48.853" v="1336" actId="478"/>
          <ac:picMkLst>
            <pc:docMk/>
            <pc:sldMk cId="2249628303" sldId="286"/>
            <ac:picMk id="23" creationId="{046011F3-886D-030B-9BDC-C593E6060830}"/>
          </ac:picMkLst>
        </pc:picChg>
        <pc:picChg chg="mod">
          <ac:chgData name="문 동진(KSTD)" userId="3d26c5c2-5d13-41b2-b4a9-bebd91ca5bef" providerId="ADAL" clId="{AC91C77A-115B-4066-B24C-58E72D5C40B6}" dt="2026-08-10T03:53:11.902" v="1368" actId="1076"/>
          <ac:picMkLst>
            <pc:docMk/>
            <pc:sldMk cId="2249628303" sldId="286"/>
            <ac:picMk id="29" creationId="{24CBAB40-AD50-0655-BCF1-381488BA7126}"/>
          </ac:picMkLst>
        </pc:picChg>
        <pc:picChg chg="add del mod">
          <ac:chgData name="문 동진(KSTD)" userId="3d26c5c2-5d13-41b2-b4a9-bebd91ca5bef" providerId="ADAL" clId="{AC91C77A-115B-4066-B24C-58E72D5C40B6}" dt="2026-08-10T03:50:51.924" v="1359" actId="22"/>
          <ac:picMkLst>
            <pc:docMk/>
            <pc:sldMk cId="2249628303" sldId="286"/>
            <ac:picMk id="76" creationId="{2A4CC466-A50C-D8FF-9A42-851A6E2DAE4A}"/>
          </ac:picMkLst>
        </pc:picChg>
        <pc:picChg chg="add del mod">
          <ac:chgData name="문 동진(KSTD)" userId="3d26c5c2-5d13-41b2-b4a9-bebd91ca5bef" providerId="ADAL" clId="{AC91C77A-115B-4066-B24C-58E72D5C40B6}" dt="2026-08-10T03:51:13.209" v="1366" actId="478"/>
          <ac:picMkLst>
            <pc:docMk/>
            <pc:sldMk cId="2249628303" sldId="286"/>
            <ac:picMk id="78" creationId="{39C08722-FAE3-E438-F9F4-09DF0F340A69}"/>
          </ac:picMkLst>
        </pc:picChg>
      </pc:sldChg>
      <pc:sldChg chg="addSp delSp modSp add del mod modTransition">
        <pc:chgData name="문 동진(KSTD)" userId="3d26c5c2-5d13-41b2-b4a9-bebd91ca5bef" providerId="ADAL" clId="{AC91C77A-115B-4066-B24C-58E72D5C40B6}" dt="2026-08-11T05:30:47.047" v="4421" actId="47"/>
        <pc:sldMkLst>
          <pc:docMk/>
          <pc:sldMk cId="2358968874" sldId="286"/>
        </pc:sldMkLst>
        <pc:spChg chg="add del mod">
          <ac:chgData name="문 동진(KSTD)" userId="3d26c5c2-5d13-41b2-b4a9-bebd91ca5bef" providerId="ADAL" clId="{AC91C77A-115B-4066-B24C-58E72D5C40B6}" dt="2026-08-10T04:08:15.513" v="1442" actId="22"/>
          <ac:spMkLst>
            <pc:docMk/>
            <pc:sldMk cId="2358968874" sldId="286"/>
            <ac:spMk id="15" creationId="{7EAADE38-207F-CF8A-9CAF-EBB0A839FBF0}"/>
          </ac:spMkLst>
        </pc:spChg>
        <pc:spChg chg="del">
          <ac:chgData name="문 동진(KSTD)" userId="3d26c5c2-5d13-41b2-b4a9-bebd91ca5bef" providerId="ADAL" clId="{AC91C77A-115B-4066-B24C-58E72D5C40B6}" dt="2026-08-11T02:27:45.573" v="2922" actId="478"/>
          <ac:spMkLst>
            <pc:docMk/>
            <pc:sldMk cId="2358968874" sldId="286"/>
            <ac:spMk id="23" creationId="{619089CA-40A2-98E1-2041-35CEE4395586}"/>
          </ac:spMkLst>
        </pc:spChg>
        <pc:picChg chg="add mod">
          <ac:chgData name="문 동진(KSTD)" userId="3d26c5c2-5d13-41b2-b4a9-bebd91ca5bef" providerId="ADAL" clId="{AC91C77A-115B-4066-B24C-58E72D5C40B6}" dt="2026-08-10T04:04:21.935" v="1414" actId="14100"/>
          <ac:picMkLst>
            <pc:docMk/>
            <pc:sldMk cId="2358968874" sldId="286"/>
            <ac:picMk id="7" creationId="{72750F78-01C0-329A-6793-7D41024428CD}"/>
          </ac:picMkLst>
        </pc:picChg>
        <pc:picChg chg="add mod">
          <ac:chgData name="문 동진(KSTD)" userId="3d26c5c2-5d13-41b2-b4a9-bebd91ca5bef" providerId="ADAL" clId="{AC91C77A-115B-4066-B24C-58E72D5C40B6}" dt="2026-08-10T04:08:42.498" v="1450" actId="14100"/>
          <ac:picMkLst>
            <pc:docMk/>
            <pc:sldMk cId="2358968874" sldId="286"/>
            <ac:picMk id="9" creationId="{E0ACDE9F-FE9B-B89E-25EB-89D5CF2EA9BF}"/>
          </ac:picMkLst>
        </pc:picChg>
        <pc:picChg chg="add mod">
          <ac:chgData name="문 동진(KSTD)" userId="3d26c5c2-5d13-41b2-b4a9-bebd91ca5bef" providerId="ADAL" clId="{AC91C77A-115B-4066-B24C-58E72D5C40B6}" dt="2026-08-10T04:04:48.764" v="1421" actId="571"/>
          <ac:picMkLst>
            <pc:docMk/>
            <pc:sldMk cId="2358968874" sldId="286"/>
            <ac:picMk id="10" creationId="{4178AAA1-3CC0-43E9-9010-48C90F77C09A}"/>
          </ac:picMkLst>
        </pc:picChg>
        <pc:picChg chg="add mod">
          <ac:chgData name="문 동진(KSTD)" userId="3d26c5c2-5d13-41b2-b4a9-bebd91ca5bef" providerId="ADAL" clId="{AC91C77A-115B-4066-B24C-58E72D5C40B6}" dt="2026-08-10T04:04:48.764" v="1421" actId="571"/>
          <ac:picMkLst>
            <pc:docMk/>
            <pc:sldMk cId="2358968874" sldId="286"/>
            <ac:picMk id="11" creationId="{034B1BC3-B5C9-277E-ECFE-443A8486C9F1}"/>
          </ac:picMkLst>
        </pc:picChg>
        <pc:picChg chg="add mod ord">
          <ac:chgData name="문 동진(KSTD)" userId="3d26c5c2-5d13-41b2-b4a9-bebd91ca5bef" providerId="ADAL" clId="{AC91C77A-115B-4066-B24C-58E72D5C40B6}" dt="2026-08-10T04:08:48.747" v="1451" actId="14100"/>
          <ac:picMkLst>
            <pc:docMk/>
            <pc:sldMk cId="2358968874" sldId="286"/>
            <ac:picMk id="12" creationId="{71E08EBC-5FA6-DB23-E4F0-A76ED652637D}"/>
          </ac:picMkLst>
        </pc:picChg>
        <pc:picChg chg="add del mod">
          <ac:chgData name="문 동진(KSTD)" userId="3d26c5c2-5d13-41b2-b4a9-bebd91ca5bef" providerId="ADAL" clId="{AC91C77A-115B-4066-B24C-58E72D5C40B6}" dt="2026-08-10T04:04:55.910" v="1424" actId="478"/>
          <ac:picMkLst>
            <pc:docMk/>
            <pc:sldMk cId="2358968874" sldId="286"/>
            <ac:picMk id="13" creationId="{29F532CD-2D68-9524-A40B-B75B65E266A4}"/>
          </ac:picMkLst>
        </pc:picChg>
        <pc:picChg chg="del">
          <ac:chgData name="문 동진(KSTD)" userId="3d26c5c2-5d13-41b2-b4a9-bebd91ca5bef" providerId="ADAL" clId="{AC91C77A-115B-4066-B24C-58E72D5C40B6}" dt="2026-08-10T04:04:17.095" v="1410" actId="478"/>
          <ac:picMkLst>
            <pc:docMk/>
            <pc:sldMk cId="2358968874" sldId="286"/>
            <ac:picMk id="20" creationId="{CB752458-0316-6FCA-35D8-9910CAAFE3E6}"/>
          </ac:picMkLst>
        </pc:picChg>
        <pc:picChg chg="ord">
          <ac:chgData name="문 동진(KSTD)" userId="3d26c5c2-5d13-41b2-b4a9-bebd91ca5bef" providerId="ADAL" clId="{AC91C77A-115B-4066-B24C-58E72D5C40B6}" dt="2026-08-10T04:08:37.285" v="1448" actId="167"/>
          <ac:picMkLst>
            <pc:docMk/>
            <pc:sldMk cId="2358968874" sldId="286"/>
            <ac:picMk id="30" creationId="{EE968F00-1041-72D4-3BC9-9029F3D7246B}"/>
          </ac:picMkLst>
        </pc:picChg>
        <pc:picChg chg="mod">
          <ac:chgData name="문 동진(KSTD)" userId="3d26c5c2-5d13-41b2-b4a9-bebd91ca5bef" providerId="ADAL" clId="{AC91C77A-115B-4066-B24C-58E72D5C40B6}" dt="2026-08-10T04:04:28.317" v="1416" actId="14100"/>
          <ac:picMkLst>
            <pc:docMk/>
            <pc:sldMk cId="2358968874" sldId="286"/>
            <ac:picMk id="32" creationId="{2A0824F1-0E8B-2934-31E8-515E06F3325F}"/>
          </ac:picMkLst>
        </pc:picChg>
      </pc:sldChg>
      <pc:sldChg chg="addSp delSp modSp add del mod ord modTransition setBg">
        <pc:chgData name="문 동진(KSTD)" userId="3d26c5c2-5d13-41b2-b4a9-bebd91ca5bef" providerId="ADAL" clId="{AC91C77A-115B-4066-B24C-58E72D5C40B6}" dt="2026-08-11T06:03:24.129" v="4701" actId="14100"/>
        <pc:sldMkLst>
          <pc:docMk/>
          <pc:sldMk cId="0" sldId="287"/>
        </pc:sldMkLst>
        <pc:spChg chg="add del mod">
          <ac:chgData name="문 동진(KSTD)" userId="3d26c5c2-5d13-41b2-b4a9-bebd91ca5bef" providerId="ADAL" clId="{AC91C77A-115B-4066-B24C-58E72D5C40B6}" dt="2026-08-11T05:57:59.015" v="4656" actId="478"/>
          <ac:spMkLst>
            <pc:docMk/>
            <pc:sldMk cId="0" sldId="287"/>
            <ac:spMk id="2" creationId="{8B79AEAE-3E79-BFF0-BCB4-9FAF0656680F}"/>
          </ac:spMkLst>
        </pc:spChg>
        <pc:spChg chg="add mod">
          <ac:chgData name="문 동진(KSTD)" userId="3d26c5c2-5d13-41b2-b4a9-bebd91ca5bef" providerId="ADAL" clId="{AC91C77A-115B-4066-B24C-58E72D5C40B6}" dt="2026-08-11T05:58:14.134" v="4660" actId="1076"/>
          <ac:spMkLst>
            <pc:docMk/>
            <pc:sldMk cId="0" sldId="287"/>
            <ac:spMk id="6" creationId="{ED8D8012-7C82-EE9C-7604-29323733835B}"/>
          </ac:spMkLst>
        </pc:spChg>
        <pc:spChg chg="add">
          <ac:chgData name="문 동진(KSTD)" userId="3d26c5c2-5d13-41b2-b4a9-bebd91ca5bef" providerId="ADAL" clId="{AC91C77A-115B-4066-B24C-58E72D5C40B6}" dt="2026-08-11T06:02:18.243" v="4686" actId="22"/>
          <ac:spMkLst>
            <pc:docMk/>
            <pc:sldMk cId="0" sldId="287"/>
            <ac:spMk id="11" creationId="{AA50710E-5DDA-B9F2-6B5E-FDA090F0DEDA}"/>
          </ac:spMkLst>
        </pc:spChg>
        <pc:spChg chg="del">
          <ac:chgData name="문 동진(KSTD)" userId="3d26c5c2-5d13-41b2-b4a9-bebd91ca5bef" providerId="ADAL" clId="{AC91C77A-115B-4066-B24C-58E72D5C40B6}" dt="2026-08-11T06:02:17.984" v="4685" actId="478"/>
          <ac:spMkLst>
            <pc:docMk/>
            <pc:sldMk cId="0" sldId="287"/>
            <ac:spMk id="101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02:30.427" v="4690" actId="1076"/>
          <ac:spMkLst>
            <pc:docMk/>
            <pc:sldMk cId="0" sldId="287"/>
            <ac:spMk id="103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03:14.646" v="4698" actId="14100"/>
          <ac:spMkLst>
            <pc:docMk/>
            <pc:sldMk cId="0" sldId="287"/>
            <ac:spMk id="104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03:19.832" v="4700" actId="1076"/>
          <ac:spMkLst>
            <pc:docMk/>
            <pc:sldMk cId="0" sldId="287"/>
            <ac:spMk id="105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03:19.832" v="4700" actId="1076"/>
          <ac:spMkLst>
            <pc:docMk/>
            <pc:sldMk cId="0" sldId="287"/>
            <ac:spMk id="106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03:19.832" v="4700" actId="1076"/>
          <ac:spMkLst>
            <pc:docMk/>
            <pc:sldMk cId="0" sldId="287"/>
            <ac:spMk id="107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03:19.832" v="4700" actId="1076"/>
          <ac:spMkLst>
            <pc:docMk/>
            <pc:sldMk cId="0" sldId="287"/>
            <ac:spMk id="108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03:19.832" v="4700" actId="1076"/>
          <ac:spMkLst>
            <pc:docMk/>
            <pc:sldMk cId="0" sldId="287"/>
            <ac:spMk id="109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03:19.832" v="4700" actId="1076"/>
          <ac:spMkLst>
            <pc:docMk/>
            <pc:sldMk cId="0" sldId="287"/>
            <ac:spMk id="110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03:01.548" v="4695" actId="14100"/>
          <ac:spMkLst>
            <pc:docMk/>
            <pc:sldMk cId="0" sldId="287"/>
            <ac:spMk id="112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03:24.129" v="4701" actId="14100"/>
          <ac:spMkLst>
            <pc:docMk/>
            <pc:sldMk cId="0" sldId="287"/>
            <ac:spMk id="132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5:58:22.174" v="4662" actId="1076"/>
          <ac:spMkLst>
            <pc:docMk/>
            <pc:sldMk cId="0" sldId="287"/>
            <ac:spMk id="133" creationId="{00000000-0000-0000-0000-000000000000}"/>
          </ac:spMkLst>
        </pc:spChg>
        <pc:grpChg chg="add del mod">
          <ac:chgData name="문 동진(KSTD)" userId="3d26c5c2-5d13-41b2-b4a9-bebd91ca5bef" providerId="ADAL" clId="{AC91C77A-115B-4066-B24C-58E72D5C40B6}" dt="2026-08-11T05:57:59.015" v="4656" actId="478"/>
          <ac:grpSpMkLst>
            <pc:docMk/>
            <pc:sldMk cId="0" sldId="287"/>
            <ac:grpSpMk id="3" creationId="{0FA1E69D-2944-26FF-FC6F-8FAA3B5202E3}"/>
          </ac:grpSpMkLst>
        </pc:grpChg>
        <pc:grpChg chg="add mod">
          <ac:chgData name="문 동진(KSTD)" userId="3d26c5c2-5d13-41b2-b4a9-bebd91ca5bef" providerId="ADAL" clId="{AC91C77A-115B-4066-B24C-58E72D5C40B6}" dt="2026-08-11T05:57:59.407" v="4657"/>
          <ac:grpSpMkLst>
            <pc:docMk/>
            <pc:sldMk cId="0" sldId="287"/>
            <ac:grpSpMk id="7" creationId="{2CE64D1E-F206-5C0B-3143-1059480D568B}"/>
          </ac:grpSpMkLst>
        </pc:grpChg>
        <pc:picChg chg="mod">
          <ac:chgData name="문 동진(KSTD)" userId="3d26c5c2-5d13-41b2-b4a9-bebd91ca5bef" providerId="ADAL" clId="{AC91C77A-115B-4066-B24C-58E72D5C40B6}" dt="2026-08-10T04:16:54.820" v="1459" actId="1076"/>
          <ac:picMkLst>
            <pc:docMk/>
            <pc:sldMk cId="0" sldId="287"/>
            <ac:picMk id="3" creationId="{00000000-0000-0000-0000-000000000000}"/>
          </ac:picMkLst>
        </pc:picChg>
        <pc:picChg chg="mod">
          <ac:chgData name="문 동진(KSTD)" userId="3d26c5c2-5d13-41b2-b4a9-bebd91ca5bef" providerId="ADAL" clId="{AC91C77A-115B-4066-B24C-58E72D5C40B6}" dt="2026-08-11T05:57:39.933" v="4653"/>
          <ac:picMkLst>
            <pc:docMk/>
            <pc:sldMk cId="0" sldId="287"/>
            <ac:picMk id="4" creationId="{3DDC40C7-CA81-C011-05BB-C8FB0BBC8E25}"/>
          </ac:picMkLst>
        </pc:picChg>
        <pc:picChg chg="mod">
          <ac:chgData name="문 동진(KSTD)" userId="3d26c5c2-5d13-41b2-b4a9-bebd91ca5bef" providerId="ADAL" clId="{AC91C77A-115B-4066-B24C-58E72D5C40B6}" dt="2026-08-11T05:57:39.933" v="4653"/>
          <ac:picMkLst>
            <pc:docMk/>
            <pc:sldMk cId="0" sldId="287"/>
            <ac:picMk id="5" creationId="{65EAD1EC-5CEA-2C6A-7A1F-88A40A7419AE}"/>
          </ac:picMkLst>
        </pc:picChg>
        <pc:picChg chg="mod">
          <ac:chgData name="문 동진(KSTD)" userId="3d26c5c2-5d13-41b2-b4a9-bebd91ca5bef" providerId="ADAL" clId="{AC91C77A-115B-4066-B24C-58E72D5C40B6}" dt="2026-08-11T05:57:59.407" v="4657"/>
          <ac:picMkLst>
            <pc:docMk/>
            <pc:sldMk cId="0" sldId="287"/>
            <ac:picMk id="8" creationId="{33471A05-1393-99D7-450C-6BF583A4FA23}"/>
          </ac:picMkLst>
        </pc:picChg>
        <pc:picChg chg="mod">
          <ac:chgData name="문 동진(KSTD)" userId="3d26c5c2-5d13-41b2-b4a9-bebd91ca5bef" providerId="ADAL" clId="{AC91C77A-115B-4066-B24C-58E72D5C40B6}" dt="2026-08-11T05:57:59.407" v="4657"/>
          <ac:picMkLst>
            <pc:docMk/>
            <pc:sldMk cId="0" sldId="287"/>
            <ac:picMk id="9" creationId="{BC77FFF9-B368-A997-397B-309871BCC86F}"/>
          </ac:picMkLst>
        </pc:picChg>
      </pc:sldChg>
      <pc:sldChg chg="add del setBg">
        <pc:chgData name="문 동진(KSTD)" userId="3d26c5c2-5d13-41b2-b4a9-bebd91ca5bef" providerId="ADAL" clId="{AC91C77A-115B-4066-B24C-58E72D5C40B6}" dt="2026-08-10T03:47:32.867" v="1318"/>
        <pc:sldMkLst>
          <pc:docMk/>
          <pc:sldMk cId="2021152144" sldId="287"/>
        </pc:sldMkLst>
      </pc:sldChg>
      <pc:sldChg chg="add del setBg">
        <pc:chgData name="문 동진(KSTD)" userId="3d26c5c2-5d13-41b2-b4a9-bebd91ca5bef" providerId="ADAL" clId="{AC91C77A-115B-4066-B24C-58E72D5C40B6}" dt="2026-08-10T03:53:51.054" v="1370" actId="47"/>
        <pc:sldMkLst>
          <pc:docMk/>
          <pc:sldMk cId="2493540533" sldId="287"/>
        </pc:sldMkLst>
      </pc:sldChg>
      <pc:sldChg chg="addSp modSp new del mod modTransition">
        <pc:chgData name="문 동진(KSTD)" userId="3d26c5c2-5d13-41b2-b4a9-bebd91ca5bef" providerId="ADAL" clId="{AC91C77A-115B-4066-B24C-58E72D5C40B6}" dt="2026-08-11T02:33:53.433" v="2969" actId="47"/>
        <pc:sldMkLst>
          <pc:docMk/>
          <pc:sldMk cId="1172045983" sldId="288"/>
        </pc:sldMkLst>
        <pc:spChg chg="add mod">
          <ac:chgData name="문 동진(KSTD)" userId="3d26c5c2-5d13-41b2-b4a9-bebd91ca5bef" providerId="ADAL" clId="{AC91C77A-115B-4066-B24C-58E72D5C40B6}" dt="2026-08-10T06:25:40.562" v="1744" actId="20577"/>
          <ac:spMkLst>
            <pc:docMk/>
            <pc:sldMk cId="1172045983" sldId="288"/>
            <ac:spMk id="3" creationId="{F77E58A3-DC4F-C1C1-61F5-42D35175026B}"/>
          </ac:spMkLst>
        </pc:spChg>
      </pc:sldChg>
      <pc:sldChg chg="add del setBg">
        <pc:chgData name="문 동진(KSTD)" userId="3d26c5c2-5d13-41b2-b4a9-bebd91ca5bef" providerId="ADAL" clId="{AC91C77A-115B-4066-B24C-58E72D5C40B6}" dt="2026-08-10T03:53:50.192" v="1369" actId="47"/>
        <pc:sldMkLst>
          <pc:docMk/>
          <pc:sldMk cId="3027438242" sldId="288"/>
        </pc:sldMkLst>
      </pc:sldChg>
      <pc:sldChg chg="delSp add del mod modTransition">
        <pc:chgData name="문 동진(KSTD)" userId="3d26c5c2-5d13-41b2-b4a9-bebd91ca5bef" providerId="ADAL" clId="{AC91C77A-115B-4066-B24C-58E72D5C40B6}" dt="2026-08-11T02:23:28.821" v="2840" actId="47"/>
        <pc:sldMkLst>
          <pc:docMk/>
          <pc:sldMk cId="0" sldId="289"/>
        </pc:sldMkLst>
        <pc:spChg chg="del">
          <ac:chgData name="문 동진(KSTD)" userId="3d26c5c2-5d13-41b2-b4a9-bebd91ca5bef" providerId="ADAL" clId="{AC91C77A-115B-4066-B24C-58E72D5C40B6}" dt="2026-08-11T01:22:47.819" v="1843" actId="478"/>
          <ac:spMkLst>
            <pc:docMk/>
            <pc:sldMk cId="0" sldId="289"/>
            <ac:spMk id="304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1T01:22:47.819" v="1843" actId="478"/>
          <ac:spMkLst>
            <pc:docMk/>
            <pc:sldMk cId="0" sldId="289"/>
            <ac:spMk id="309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1T01:22:47.819" v="1843" actId="478"/>
          <ac:spMkLst>
            <pc:docMk/>
            <pc:sldMk cId="0" sldId="289"/>
            <ac:spMk id="314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1T01:22:47.819" v="1843" actId="478"/>
          <ac:spMkLst>
            <pc:docMk/>
            <pc:sldMk cId="0" sldId="289"/>
            <ac:spMk id="319" creationId="{00000000-0000-0000-0000-000000000000}"/>
          </ac:spMkLst>
        </pc:spChg>
        <pc:spChg chg="del">
          <ac:chgData name="문 동진(KSTD)" userId="3d26c5c2-5d13-41b2-b4a9-bebd91ca5bef" providerId="ADAL" clId="{AC91C77A-115B-4066-B24C-58E72D5C40B6}" dt="2026-08-11T01:22:47.819" v="1843" actId="478"/>
          <ac:spMkLst>
            <pc:docMk/>
            <pc:sldMk cId="0" sldId="289"/>
            <ac:spMk id="324" creationId="{00000000-0000-0000-0000-000000000000}"/>
          </ac:spMkLst>
        </pc:spChg>
      </pc:sldChg>
      <pc:sldChg chg="addSp delSp modSp add mod modTransition">
        <pc:chgData name="문 동진(KSTD)" userId="3d26c5c2-5d13-41b2-b4a9-bebd91ca5bef" providerId="ADAL" clId="{AC91C77A-115B-4066-B24C-58E72D5C40B6}" dt="2026-08-11T06:00:07.082" v="4674"/>
        <pc:sldMkLst>
          <pc:docMk/>
          <pc:sldMk cId="3902973487" sldId="290"/>
        </pc:sldMkLst>
        <pc:spChg chg="del">
          <ac:chgData name="문 동진(KSTD)" userId="3d26c5c2-5d13-41b2-b4a9-bebd91ca5bef" providerId="ADAL" clId="{AC91C77A-115B-4066-B24C-58E72D5C40B6}" dt="2026-08-11T01:43:26.083" v="2176" actId="478"/>
          <ac:spMkLst>
            <pc:docMk/>
            <pc:sldMk cId="3902973487" sldId="290"/>
            <ac:spMk id="2" creationId="{2035F841-B952-BBCF-9207-84C86C3573F2}"/>
          </ac:spMkLst>
        </pc:spChg>
        <pc:spChg chg="del">
          <ac:chgData name="문 동진(KSTD)" userId="3d26c5c2-5d13-41b2-b4a9-bebd91ca5bef" providerId="ADAL" clId="{AC91C77A-115B-4066-B24C-58E72D5C40B6}" dt="2026-08-11T01:43:26.083" v="2176" actId="478"/>
          <ac:spMkLst>
            <pc:docMk/>
            <pc:sldMk cId="3902973487" sldId="290"/>
            <ac:spMk id="3" creationId="{A0C15DD9-79B9-2F3D-21FB-2E1FBBC5E070}"/>
          </ac:spMkLst>
        </pc:spChg>
        <pc:spChg chg="del mod">
          <ac:chgData name="문 동진(KSTD)" userId="3d26c5c2-5d13-41b2-b4a9-bebd91ca5bef" providerId="ADAL" clId="{AC91C77A-115B-4066-B24C-58E72D5C40B6}" dt="2026-08-11T01:43:26.083" v="2176" actId="478"/>
          <ac:spMkLst>
            <pc:docMk/>
            <pc:sldMk cId="3902973487" sldId="290"/>
            <ac:spMk id="4" creationId="{5598FD24-2F47-5E0D-D570-8E6F194A9051}"/>
          </ac:spMkLst>
        </pc:spChg>
        <pc:spChg chg="del">
          <ac:chgData name="문 동진(KSTD)" userId="3d26c5c2-5d13-41b2-b4a9-bebd91ca5bef" providerId="ADAL" clId="{AC91C77A-115B-4066-B24C-58E72D5C40B6}" dt="2026-08-11T02:27:21.141" v="2907" actId="478"/>
          <ac:spMkLst>
            <pc:docMk/>
            <pc:sldMk cId="3902973487" sldId="290"/>
            <ac:spMk id="32" creationId="{057E2DE7-313F-DBF5-9A65-DA1AC8D290D6}"/>
          </ac:spMkLst>
        </pc:spChg>
        <pc:spChg chg="del">
          <ac:chgData name="문 동진(KSTD)" userId="3d26c5c2-5d13-41b2-b4a9-bebd91ca5bef" providerId="ADAL" clId="{AC91C77A-115B-4066-B24C-58E72D5C40B6}" dt="2026-08-11T01:37:16.398" v="2050" actId="478"/>
          <ac:spMkLst>
            <pc:docMk/>
            <pc:sldMk cId="3902973487" sldId="290"/>
            <ac:spMk id="33" creationId="{B363DBE1-2FF0-7CF1-3153-4C7B388785A2}"/>
          </ac:spMkLst>
        </pc:spChg>
        <pc:spChg chg="del mod">
          <ac:chgData name="문 동진(KSTD)" userId="3d26c5c2-5d13-41b2-b4a9-bebd91ca5bef" providerId="ADAL" clId="{AC91C77A-115B-4066-B24C-58E72D5C40B6}" dt="2026-08-11T01:37:16.398" v="2050" actId="478"/>
          <ac:spMkLst>
            <pc:docMk/>
            <pc:sldMk cId="3902973487" sldId="290"/>
            <ac:spMk id="35" creationId="{B0B06C0D-EF6D-885F-6F6D-1675F836A685}"/>
          </ac:spMkLst>
        </pc:spChg>
        <pc:spChg chg="del mod">
          <ac:chgData name="문 동진(KSTD)" userId="3d26c5c2-5d13-41b2-b4a9-bebd91ca5bef" providerId="ADAL" clId="{AC91C77A-115B-4066-B24C-58E72D5C40B6}" dt="2026-08-11T01:37:16.398" v="2050" actId="478"/>
          <ac:spMkLst>
            <pc:docMk/>
            <pc:sldMk cId="3902973487" sldId="290"/>
            <ac:spMk id="41" creationId="{8F51C225-3BBC-6D8A-D439-5CDB32D80FD6}"/>
          </ac:spMkLst>
        </pc:spChg>
        <pc:spChg chg="del mod">
          <ac:chgData name="문 동진(KSTD)" userId="3d26c5c2-5d13-41b2-b4a9-bebd91ca5bef" providerId="ADAL" clId="{AC91C77A-115B-4066-B24C-58E72D5C40B6}" dt="2026-08-11T01:37:16.398" v="2050" actId="478"/>
          <ac:spMkLst>
            <pc:docMk/>
            <pc:sldMk cId="3902973487" sldId="290"/>
            <ac:spMk id="43" creationId="{B029E35B-6FFC-4BBA-C72C-6F4E108FDA74}"/>
          </ac:spMkLst>
        </pc:spChg>
        <pc:spChg chg="del">
          <ac:chgData name="문 동진(KSTD)" userId="3d26c5c2-5d13-41b2-b4a9-bebd91ca5bef" providerId="ADAL" clId="{AC91C77A-115B-4066-B24C-58E72D5C40B6}" dt="2026-08-11T01:37:16.398" v="2050" actId="478"/>
          <ac:spMkLst>
            <pc:docMk/>
            <pc:sldMk cId="3902973487" sldId="290"/>
            <ac:spMk id="45" creationId="{38E343BA-1BF1-7415-C6A9-031BAA0F9548}"/>
          </ac:spMkLst>
        </pc:spChg>
        <pc:spChg chg="del mod">
          <ac:chgData name="문 동진(KSTD)" userId="3d26c5c2-5d13-41b2-b4a9-bebd91ca5bef" providerId="ADAL" clId="{AC91C77A-115B-4066-B24C-58E72D5C40B6}" dt="2026-08-11T01:37:16.398" v="2050" actId="478"/>
          <ac:spMkLst>
            <pc:docMk/>
            <pc:sldMk cId="3902973487" sldId="290"/>
            <ac:spMk id="47" creationId="{9BAFD3DB-95E7-BC47-F1A8-02902B003998}"/>
          </ac:spMkLst>
        </pc:spChg>
        <pc:spChg chg="del mod">
          <ac:chgData name="문 동진(KSTD)" userId="3d26c5c2-5d13-41b2-b4a9-bebd91ca5bef" providerId="ADAL" clId="{AC91C77A-115B-4066-B24C-58E72D5C40B6}" dt="2026-08-11T01:37:16.398" v="2050" actId="478"/>
          <ac:spMkLst>
            <pc:docMk/>
            <pc:sldMk cId="3902973487" sldId="290"/>
            <ac:spMk id="49" creationId="{596EBA25-5A82-207B-8418-44C3C027C618}"/>
          </ac:spMkLst>
        </pc:spChg>
        <pc:spChg chg="del">
          <ac:chgData name="문 동진(KSTD)" userId="3d26c5c2-5d13-41b2-b4a9-bebd91ca5bef" providerId="ADAL" clId="{AC91C77A-115B-4066-B24C-58E72D5C40B6}" dt="2026-08-11T01:32:52.607" v="1890" actId="478"/>
          <ac:spMkLst>
            <pc:docMk/>
            <pc:sldMk cId="3902973487" sldId="290"/>
            <ac:spMk id="51" creationId="{70E19B2B-0896-0CD6-BFC6-0674B77FFE94}"/>
          </ac:spMkLst>
        </pc:spChg>
        <pc:spChg chg="del">
          <ac:chgData name="문 동진(KSTD)" userId="3d26c5c2-5d13-41b2-b4a9-bebd91ca5bef" providerId="ADAL" clId="{AC91C77A-115B-4066-B24C-58E72D5C40B6}" dt="2026-08-11T01:32:52.607" v="1890" actId="478"/>
          <ac:spMkLst>
            <pc:docMk/>
            <pc:sldMk cId="3902973487" sldId="290"/>
            <ac:spMk id="53" creationId="{24786CCC-9A4B-AD7B-B9DB-1FB865BFF9FE}"/>
          </ac:spMkLst>
        </pc:spChg>
        <pc:spChg chg="del">
          <ac:chgData name="문 동진(KSTD)" userId="3d26c5c2-5d13-41b2-b4a9-bebd91ca5bef" providerId="ADAL" clId="{AC91C77A-115B-4066-B24C-58E72D5C40B6}" dt="2026-08-11T01:32:52.607" v="1890" actId="478"/>
          <ac:spMkLst>
            <pc:docMk/>
            <pc:sldMk cId="3902973487" sldId="290"/>
            <ac:spMk id="55" creationId="{6F4A114D-BA5D-5090-EBF9-0988FAFC997F}"/>
          </ac:spMkLst>
        </pc:spChg>
        <pc:spChg chg="del">
          <ac:chgData name="문 동진(KSTD)" userId="3d26c5c2-5d13-41b2-b4a9-bebd91ca5bef" providerId="ADAL" clId="{AC91C77A-115B-4066-B24C-58E72D5C40B6}" dt="2026-08-11T01:32:52.607" v="1890" actId="478"/>
          <ac:spMkLst>
            <pc:docMk/>
            <pc:sldMk cId="3902973487" sldId="290"/>
            <ac:spMk id="57" creationId="{D6C876AC-E637-76F2-4465-78AE9DF62F4B}"/>
          </ac:spMkLst>
        </pc:spChg>
        <pc:spChg chg="del">
          <ac:chgData name="문 동진(KSTD)" userId="3d26c5c2-5d13-41b2-b4a9-bebd91ca5bef" providerId="ADAL" clId="{AC91C77A-115B-4066-B24C-58E72D5C40B6}" dt="2026-08-11T01:32:52.607" v="1890" actId="478"/>
          <ac:spMkLst>
            <pc:docMk/>
            <pc:sldMk cId="3902973487" sldId="290"/>
            <ac:spMk id="59" creationId="{A4C500ED-68F9-F2A5-22ED-DFA671556404}"/>
          </ac:spMkLst>
        </pc:spChg>
        <pc:spChg chg="del">
          <ac:chgData name="문 동진(KSTD)" userId="3d26c5c2-5d13-41b2-b4a9-bebd91ca5bef" providerId="ADAL" clId="{AC91C77A-115B-4066-B24C-58E72D5C40B6}" dt="2026-08-11T01:32:52.607" v="1890" actId="478"/>
          <ac:spMkLst>
            <pc:docMk/>
            <pc:sldMk cId="3902973487" sldId="290"/>
            <ac:spMk id="61" creationId="{A237EF17-71E9-901D-05ED-18EF63C0D579}"/>
          </ac:spMkLst>
        </pc:spChg>
        <pc:spChg chg="del">
          <ac:chgData name="문 동진(KSTD)" userId="3d26c5c2-5d13-41b2-b4a9-bebd91ca5bef" providerId="ADAL" clId="{AC91C77A-115B-4066-B24C-58E72D5C40B6}" dt="2026-08-11T01:32:52.607" v="1890" actId="478"/>
          <ac:spMkLst>
            <pc:docMk/>
            <pc:sldMk cId="3902973487" sldId="290"/>
            <ac:spMk id="63" creationId="{8E95F0AC-55C8-955D-9A98-DDC276BFB6C4}"/>
          </ac:spMkLst>
        </pc:spChg>
        <pc:spChg chg="del">
          <ac:chgData name="문 동진(KSTD)" userId="3d26c5c2-5d13-41b2-b4a9-bebd91ca5bef" providerId="ADAL" clId="{AC91C77A-115B-4066-B24C-58E72D5C40B6}" dt="2026-08-11T01:32:49.905" v="1889" actId="478"/>
          <ac:spMkLst>
            <pc:docMk/>
            <pc:sldMk cId="3902973487" sldId="290"/>
            <ac:spMk id="77" creationId="{FF4712FC-5C72-D6C1-F3BB-70E10DAC8A5F}"/>
          </ac:spMkLst>
        </pc:spChg>
        <pc:grpChg chg="del">
          <ac:chgData name="문 동진(KSTD)" userId="3d26c5c2-5d13-41b2-b4a9-bebd91ca5bef" providerId="ADAL" clId="{AC91C77A-115B-4066-B24C-58E72D5C40B6}" dt="2026-08-11T01:32:49.905" v="1889" actId="478"/>
          <ac:grpSpMkLst>
            <pc:docMk/>
            <pc:sldMk cId="3902973487" sldId="290"/>
            <ac:grpSpMk id="75" creationId="{B8C0C44C-813C-3069-B4EC-82531CDDD2D7}"/>
          </ac:grpSpMkLst>
        </pc:grpChg>
        <pc:picChg chg="add mod modCrop">
          <ac:chgData name="문 동진(KSTD)" userId="3d26c5c2-5d13-41b2-b4a9-bebd91ca5bef" providerId="ADAL" clId="{AC91C77A-115B-4066-B24C-58E72D5C40B6}" dt="2026-08-11T01:43:28.394" v="2177" actId="1076"/>
          <ac:picMkLst>
            <pc:docMk/>
            <pc:sldMk cId="3902973487" sldId="290"/>
            <ac:picMk id="6" creationId="{F3944C8A-BEE7-9724-22FC-E5B40E1CD140}"/>
          </ac:picMkLst>
        </pc:picChg>
      </pc:sldChg>
      <pc:sldChg chg="delSp add del mod ord">
        <pc:chgData name="문 동진(KSTD)" userId="3d26c5c2-5d13-41b2-b4a9-bebd91ca5bef" providerId="ADAL" clId="{AC91C77A-115B-4066-B24C-58E72D5C40B6}" dt="2026-08-11T01:45:17.709" v="2184" actId="47"/>
        <pc:sldMkLst>
          <pc:docMk/>
          <pc:sldMk cId="1359390358" sldId="291"/>
        </pc:sldMkLst>
        <pc:spChg chg="del">
          <ac:chgData name="문 동진(KSTD)" userId="3d26c5c2-5d13-41b2-b4a9-bebd91ca5bef" providerId="ADAL" clId="{AC91C77A-115B-4066-B24C-58E72D5C40B6}" dt="2026-08-11T01:43:03.509" v="2175" actId="478"/>
          <ac:spMkLst>
            <pc:docMk/>
            <pc:sldMk cId="1359390358" sldId="291"/>
            <ac:spMk id="33" creationId="{FD9EDE73-C042-A3AF-8D94-3DB8402BD232}"/>
          </ac:spMkLst>
        </pc:spChg>
        <pc:spChg chg="del">
          <ac:chgData name="문 동진(KSTD)" userId="3d26c5c2-5d13-41b2-b4a9-bebd91ca5bef" providerId="ADAL" clId="{AC91C77A-115B-4066-B24C-58E72D5C40B6}" dt="2026-08-11T01:43:03.509" v="2175" actId="478"/>
          <ac:spMkLst>
            <pc:docMk/>
            <pc:sldMk cId="1359390358" sldId="291"/>
            <ac:spMk id="35" creationId="{17B36BEF-FEB9-60B6-885B-C90FDECB4D63}"/>
          </ac:spMkLst>
        </pc:spChg>
        <pc:spChg chg="del">
          <ac:chgData name="문 동진(KSTD)" userId="3d26c5c2-5d13-41b2-b4a9-bebd91ca5bef" providerId="ADAL" clId="{AC91C77A-115B-4066-B24C-58E72D5C40B6}" dt="2026-08-11T01:43:03.509" v="2175" actId="478"/>
          <ac:spMkLst>
            <pc:docMk/>
            <pc:sldMk cId="1359390358" sldId="291"/>
            <ac:spMk id="41" creationId="{BF80321E-5119-315C-58C4-DD72B3E6759A}"/>
          </ac:spMkLst>
        </pc:spChg>
        <pc:spChg chg="del">
          <ac:chgData name="문 동진(KSTD)" userId="3d26c5c2-5d13-41b2-b4a9-bebd91ca5bef" providerId="ADAL" clId="{AC91C77A-115B-4066-B24C-58E72D5C40B6}" dt="2026-08-11T01:43:03.509" v="2175" actId="478"/>
          <ac:spMkLst>
            <pc:docMk/>
            <pc:sldMk cId="1359390358" sldId="291"/>
            <ac:spMk id="43" creationId="{E3B58240-41DB-9754-83DB-D08F2C21A587}"/>
          </ac:spMkLst>
        </pc:spChg>
        <pc:spChg chg="del">
          <ac:chgData name="문 동진(KSTD)" userId="3d26c5c2-5d13-41b2-b4a9-bebd91ca5bef" providerId="ADAL" clId="{AC91C77A-115B-4066-B24C-58E72D5C40B6}" dt="2026-08-11T01:43:03.509" v="2175" actId="478"/>
          <ac:spMkLst>
            <pc:docMk/>
            <pc:sldMk cId="1359390358" sldId="291"/>
            <ac:spMk id="45" creationId="{5652740B-9567-EFB4-3C61-8EC891FD9C1A}"/>
          </ac:spMkLst>
        </pc:spChg>
        <pc:spChg chg="del">
          <ac:chgData name="문 동진(KSTD)" userId="3d26c5c2-5d13-41b2-b4a9-bebd91ca5bef" providerId="ADAL" clId="{AC91C77A-115B-4066-B24C-58E72D5C40B6}" dt="2026-08-11T01:43:03.509" v="2175" actId="478"/>
          <ac:spMkLst>
            <pc:docMk/>
            <pc:sldMk cId="1359390358" sldId="291"/>
            <ac:spMk id="47" creationId="{89717ABA-10AA-AE0F-1D6B-DC241C8972A7}"/>
          </ac:spMkLst>
        </pc:spChg>
        <pc:spChg chg="del">
          <ac:chgData name="문 동진(KSTD)" userId="3d26c5c2-5d13-41b2-b4a9-bebd91ca5bef" providerId="ADAL" clId="{AC91C77A-115B-4066-B24C-58E72D5C40B6}" dt="2026-08-11T01:43:03.509" v="2175" actId="478"/>
          <ac:spMkLst>
            <pc:docMk/>
            <pc:sldMk cId="1359390358" sldId="291"/>
            <ac:spMk id="49" creationId="{0FA2A5CA-CFDD-3646-0A08-BF5D90B8CB94}"/>
          </ac:spMkLst>
        </pc:spChg>
        <pc:picChg chg="del">
          <ac:chgData name="문 동진(KSTD)" userId="3d26c5c2-5d13-41b2-b4a9-bebd91ca5bef" providerId="ADAL" clId="{AC91C77A-115B-4066-B24C-58E72D5C40B6}" dt="2026-08-11T01:38:09.535" v="2071" actId="478"/>
          <ac:picMkLst>
            <pc:docMk/>
            <pc:sldMk cId="1359390358" sldId="291"/>
            <ac:picMk id="6" creationId="{82D1A24C-0709-C2BA-F00C-36A5ABE9B347}"/>
          </ac:picMkLst>
        </pc:picChg>
      </pc:sldChg>
      <pc:sldChg chg="modSp add del mod">
        <pc:chgData name="문 동진(KSTD)" userId="3d26c5c2-5d13-41b2-b4a9-bebd91ca5bef" providerId="ADAL" clId="{AC91C77A-115B-4066-B24C-58E72D5C40B6}" dt="2026-08-11T01:38:33.192" v="2072" actId="47"/>
        <pc:sldMkLst>
          <pc:docMk/>
          <pc:sldMk cId="2586482848" sldId="292"/>
        </pc:sldMkLst>
        <pc:picChg chg="mod">
          <ac:chgData name="문 동진(KSTD)" userId="3d26c5c2-5d13-41b2-b4a9-bebd91ca5bef" providerId="ADAL" clId="{AC91C77A-115B-4066-B24C-58E72D5C40B6}" dt="2026-08-11T01:37:30.534" v="2058" actId="1076"/>
          <ac:picMkLst>
            <pc:docMk/>
            <pc:sldMk cId="2586482848" sldId="292"/>
            <ac:picMk id="6" creationId="{38F943A8-16A8-4A8C-A1DF-E0EB2F8542A7}"/>
          </ac:picMkLst>
        </pc:picChg>
      </pc:sldChg>
      <pc:sldChg chg="addSp delSp modSp add mod modTransition">
        <pc:chgData name="문 동진(KSTD)" userId="3d26c5c2-5d13-41b2-b4a9-bebd91ca5bef" providerId="ADAL" clId="{AC91C77A-115B-4066-B24C-58E72D5C40B6}" dt="2026-08-11T06:00:07.082" v="4674"/>
        <pc:sldMkLst>
          <pc:docMk/>
          <pc:sldMk cId="4114204245" sldId="293"/>
        </pc:sldMkLst>
        <pc:spChg chg="del">
          <ac:chgData name="문 동진(KSTD)" userId="3d26c5c2-5d13-41b2-b4a9-bebd91ca5bef" providerId="ADAL" clId="{AC91C77A-115B-4066-B24C-58E72D5C40B6}" dt="2026-08-11T01:47:13.604" v="2222" actId="478"/>
          <ac:spMkLst>
            <pc:docMk/>
            <pc:sldMk cId="4114204245" sldId="293"/>
            <ac:spMk id="2" creationId="{2CCB821B-97AF-513B-2D3A-EE41713E2A36}"/>
          </ac:spMkLst>
        </pc:spChg>
        <pc:spChg chg="del">
          <ac:chgData name="문 동진(KSTD)" userId="3d26c5c2-5d13-41b2-b4a9-bebd91ca5bef" providerId="ADAL" clId="{AC91C77A-115B-4066-B24C-58E72D5C40B6}" dt="2026-08-11T01:47:13.604" v="2222" actId="478"/>
          <ac:spMkLst>
            <pc:docMk/>
            <pc:sldMk cId="4114204245" sldId="293"/>
            <ac:spMk id="3" creationId="{D817E285-9588-1CE4-E7FC-29FA344251A3}"/>
          </ac:spMkLst>
        </pc:spChg>
        <pc:spChg chg="del">
          <ac:chgData name="문 동진(KSTD)" userId="3d26c5c2-5d13-41b2-b4a9-bebd91ca5bef" providerId="ADAL" clId="{AC91C77A-115B-4066-B24C-58E72D5C40B6}" dt="2026-08-11T01:47:16.161" v="2223" actId="478"/>
          <ac:spMkLst>
            <pc:docMk/>
            <pc:sldMk cId="4114204245" sldId="293"/>
            <ac:spMk id="4" creationId="{9B70A856-BC06-E0BC-7A5D-729C6814F1C9}"/>
          </ac:spMkLst>
        </pc:spChg>
        <pc:spChg chg="add mod ord">
          <ac:chgData name="문 동진(KSTD)" userId="3d26c5c2-5d13-41b2-b4a9-bebd91ca5bef" providerId="ADAL" clId="{AC91C77A-115B-4066-B24C-58E72D5C40B6}" dt="2026-08-11T01:38:53.439" v="2077" actId="167"/>
          <ac:spMkLst>
            <pc:docMk/>
            <pc:sldMk cId="4114204245" sldId="293"/>
            <ac:spMk id="7" creationId="{4AB3C6BC-F7FA-5686-DB61-EC186673748C}"/>
          </ac:spMkLst>
        </pc:spChg>
        <pc:spChg chg="del">
          <ac:chgData name="문 동진(KSTD)" userId="3d26c5c2-5d13-41b2-b4a9-bebd91ca5bef" providerId="ADAL" clId="{AC91C77A-115B-4066-B24C-58E72D5C40B6}" dt="2026-08-11T02:27:22.340" v="2908" actId="478"/>
          <ac:spMkLst>
            <pc:docMk/>
            <pc:sldMk cId="4114204245" sldId="293"/>
            <ac:spMk id="32" creationId="{814BF965-7D61-EC00-2BA0-B51EA3FE0FEB}"/>
          </ac:spMkLst>
        </pc:spChg>
        <pc:picChg chg="mod modCrop">
          <ac:chgData name="문 동진(KSTD)" userId="3d26c5c2-5d13-41b2-b4a9-bebd91ca5bef" providerId="ADAL" clId="{AC91C77A-115B-4066-B24C-58E72D5C40B6}" dt="2026-08-11T01:38:41.465" v="2073" actId="732"/>
          <ac:picMkLst>
            <pc:docMk/>
            <pc:sldMk cId="4114204245" sldId="293"/>
            <ac:picMk id="6" creationId="{8DD438C9-E881-C847-B1A2-5B11C6B4006E}"/>
          </ac:picMkLst>
        </pc:picChg>
        <pc:picChg chg="ord">
          <ac:chgData name="문 동진(KSTD)" userId="3d26c5c2-5d13-41b2-b4a9-bebd91ca5bef" providerId="ADAL" clId="{AC91C77A-115B-4066-B24C-58E72D5C40B6}" dt="2026-08-11T01:42:23.795" v="2168" actId="167"/>
          <ac:picMkLst>
            <pc:docMk/>
            <pc:sldMk cId="4114204245" sldId="293"/>
            <ac:picMk id="40" creationId="{F920BC70-CB53-A66D-E0ED-9EB0D91D34D4}"/>
          </ac:picMkLst>
        </pc:picChg>
      </pc:sldChg>
      <pc:sldChg chg="delSp modSp add del mod modTransition">
        <pc:chgData name="문 동진(KSTD)" userId="3d26c5c2-5d13-41b2-b4a9-bebd91ca5bef" providerId="ADAL" clId="{AC91C77A-115B-4066-B24C-58E72D5C40B6}" dt="2026-08-11T01:43:54.763" v="2180" actId="47"/>
        <pc:sldMkLst>
          <pc:docMk/>
          <pc:sldMk cId="2193865106" sldId="294"/>
        </pc:sldMkLst>
        <pc:spChg chg="mod">
          <ac:chgData name="문 동진(KSTD)" userId="3d26c5c2-5d13-41b2-b4a9-bebd91ca5bef" providerId="ADAL" clId="{AC91C77A-115B-4066-B24C-58E72D5C40B6}" dt="2026-08-11T01:41:00.109" v="2110" actId="121"/>
          <ac:spMkLst>
            <pc:docMk/>
            <pc:sldMk cId="2193865106" sldId="294"/>
            <ac:spMk id="7" creationId="{B3E15C4B-B503-CB85-0C2E-86B68006127D}"/>
          </ac:spMkLst>
        </pc:spChg>
        <pc:picChg chg="del">
          <ac:chgData name="문 동진(KSTD)" userId="3d26c5c2-5d13-41b2-b4a9-bebd91ca5bef" providerId="ADAL" clId="{AC91C77A-115B-4066-B24C-58E72D5C40B6}" dt="2026-08-11T01:38:58.478" v="2079" actId="478"/>
          <ac:picMkLst>
            <pc:docMk/>
            <pc:sldMk cId="2193865106" sldId="294"/>
            <ac:picMk id="6" creationId="{CAB4F110-3875-0EC8-BB6B-6E35DB4433A3}"/>
          </ac:picMkLst>
        </pc:picChg>
        <pc:picChg chg="ord">
          <ac:chgData name="문 동진(KSTD)" userId="3d26c5c2-5d13-41b2-b4a9-bebd91ca5bef" providerId="ADAL" clId="{AC91C77A-115B-4066-B24C-58E72D5C40B6}" dt="2026-08-11T01:39:00.972" v="2080" actId="167"/>
          <ac:picMkLst>
            <pc:docMk/>
            <pc:sldMk cId="2193865106" sldId="294"/>
            <ac:picMk id="40" creationId="{563E0806-CBC1-4E2C-9678-76B48C1515E7}"/>
          </ac:picMkLst>
        </pc:picChg>
      </pc:sldChg>
      <pc:sldChg chg="addSp delSp modSp add mod modTransition">
        <pc:chgData name="문 동진(KSTD)" userId="3d26c5c2-5d13-41b2-b4a9-bebd91ca5bef" providerId="ADAL" clId="{AC91C77A-115B-4066-B24C-58E72D5C40B6}" dt="2026-08-11T06:00:07.082" v="4674"/>
        <pc:sldMkLst>
          <pc:docMk/>
          <pc:sldMk cId="153333764" sldId="295"/>
        </pc:sldMkLst>
        <pc:spChg chg="del">
          <ac:chgData name="문 동진(KSTD)" userId="3d26c5c2-5d13-41b2-b4a9-bebd91ca5bef" providerId="ADAL" clId="{AC91C77A-115B-4066-B24C-58E72D5C40B6}" dt="2026-08-11T01:47:21.793" v="2225" actId="478"/>
          <ac:spMkLst>
            <pc:docMk/>
            <pc:sldMk cId="153333764" sldId="295"/>
            <ac:spMk id="2" creationId="{20520055-35A1-5198-4737-CE636D4CC22A}"/>
          </ac:spMkLst>
        </pc:spChg>
        <pc:spChg chg="del">
          <ac:chgData name="문 동진(KSTD)" userId="3d26c5c2-5d13-41b2-b4a9-bebd91ca5bef" providerId="ADAL" clId="{AC91C77A-115B-4066-B24C-58E72D5C40B6}" dt="2026-08-11T01:47:21.793" v="2225" actId="478"/>
          <ac:spMkLst>
            <pc:docMk/>
            <pc:sldMk cId="153333764" sldId="295"/>
            <ac:spMk id="3" creationId="{8D8B4F80-5132-568C-051A-F4CC1D83A21B}"/>
          </ac:spMkLst>
        </pc:spChg>
        <pc:spChg chg="del">
          <ac:chgData name="문 동진(KSTD)" userId="3d26c5c2-5d13-41b2-b4a9-bebd91ca5bef" providerId="ADAL" clId="{AC91C77A-115B-4066-B24C-58E72D5C40B6}" dt="2026-08-11T01:47:21.793" v="2225" actId="478"/>
          <ac:spMkLst>
            <pc:docMk/>
            <pc:sldMk cId="153333764" sldId="295"/>
            <ac:spMk id="4" creationId="{1FF83946-32CC-7387-04D9-3EDD109B6D51}"/>
          </ac:spMkLst>
        </pc:spChg>
        <pc:spChg chg="add del mod">
          <ac:chgData name="문 동진(KSTD)" userId="3d26c5c2-5d13-41b2-b4a9-bebd91ca5bef" providerId="ADAL" clId="{AC91C77A-115B-4066-B24C-58E72D5C40B6}" dt="2026-08-11T01:41:15.123" v="2123" actId="478"/>
          <ac:spMkLst>
            <pc:docMk/>
            <pc:sldMk cId="153333764" sldId="295"/>
            <ac:spMk id="6" creationId="{C5767214-9C5B-A7E7-0331-94BFEF1D5C92}"/>
          </ac:spMkLst>
        </pc:spChg>
        <pc:spChg chg="mod">
          <ac:chgData name="문 동진(KSTD)" userId="3d26c5c2-5d13-41b2-b4a9-bebd91ca5bef" providerId="ADAL" clId="{AC91C77A-115B-4066-B24C-58E72D5C40B6}" dt="2026-08-11T01:42:46.418" v="2173" actId="1076"/>
          <ac:spMkLst>
            <pc:docMk/>
            <pc:sldMk cId="153333764" sldId="295"/>
            <ac:spMk id="7" creationId="{288A2377-739D-B2CA-B6B8-E4097D0B0570}"/>
          </ac:spMkLst>
        </pc:spChg>
        <pc:spChg chg="add mod">
          <ac:chgData name="문 동진(KSTD)" userId="3d26c5c2-5d13-41b2-b4a9-bebd91ca5bef" providerId="ADAL" clId="{AC91C77A-115B-4066-B24C-58E72D5C40B6}" dt="2026-08-11T01:42:49.677" v="2174" actId="1076"/>
          <ac:spMkLst>
            <pc:docMk/>
            <pc:sldMk cId="153333764" sldId="295"/>
            <ac:spMk id="9" creationId="{D757FC6D-2CCC-797D-79F5-4DE05EE2123D}"/>
          </ac:spMkLst>
        </pc:spChg>
        <pc:spChg chg="add del mod">
          <ac:chgData name="문 동진(KSTD)" userId="3d26c5c2-5d13-41b2-b4a9-bebd91ca5bef" providerId="ADAL" clId="{AC91C77A-115B-4066-B24C-58E72D5C40B6}" dt="2026-08-11T05:39:30.096" v="4520" actId="478"/>
          <ac:spMkLst>
            <pc:docMk/>
            <pc:sldMk cId="153333764" sldId="295"/>
            <ac:spMk id="11" creationId="{4DF1BAD3-CC2C-584C-AB66-E0F683497F69}"/>
          </ac:spMkLst>
        </pc:spChg>
        <pc:spChg chg="add del mod">
          <ac:chgData name="문 동진(KSTD)" userId="3d26c5c2-5d13-41b2-b4a9-bebd91ca5bef" providerId="ADAL" clId="{AC91C77A-115B-4066-B24C-58E72D5C40B6}" dt="2026-08-11T05:39:30.096" v="4520" actId="478"/>
          <ac:spMkLst>
            <pc:docMk/>
            <pc:sldMk cId="153333764" sldId="295"/>
            <ac:spMk id="13" creationId="{7688349F-DAF5-D4D2-3CF0-586D36882CC0}"/>
          </ac:spMkLst>
        </pc:spChg>
        <pc:spChg chg="add del mod">
          <ac:chgData name="문 동진(KSTD)" userId="3d26c5c2-5d13-41b2-b4a9-bebd91ca5bef" providerId="ADAL" clId="{AC91C77A-115B-4066-B24C-58E72D5C40B6}" dt="2026-08-11T05:39:30.096" v="4520" actId="478"/>
          <ac:spMkLst>
            <pc:docMk/>
            <pc:sldMk cId="153333764" sldId="295"/>
            <ac:spMk id="15" creationId="{346F055A-EF9F-C358-6D6B-C8C54CB0CC5F}"/>
          </ac:spMkLst>
        </pc:spChg>
        <pc:spChg chg="add del mod">
          <ac:chgData name="문 동진(KSTD)" userId="3d26c5c2-5d13-41b2-b4a9-bebd91ca5bef" providerId="ADAL" clId="{AC91C77A-115B-4066-B24C-58E72D5C40B6}" dt="2026-08-11T05:39:30.096" v="4520" actId="478"/>
          <ac:spMkLst>
            <pc:docMk/>
            <pc:sldMk cId="153333764" sldId="295"/>
            <ac:spMk id="21" creationId="{6DE376A1-52CC-689B-1192-975D4049649E}"/>
          </ac:spMkLst>
        </pc:spChg>
        <pc:spChg chg="add del mod">
          <ac:chgData name="문 동진(KSTD)" userId="3d26c5c2-5d13-41b2-b4a9-bebd91ca5bef" providerId="ADAL" clId="{AC91C77A-115B-4066-B24C-58E72D5C40B6}" dt="2026-08-11T05:39:30.096" v="4520" actId="478"/>
          <ac:spMkLst>
            <pc:docMk/>
            <pc:sldMk cId="153333764" sldId="295"/>
            <ac:spMk id="23" creationId="{3FA7767D-90D2-856B-4D8C-0CB9A15C73AC}"/>
          </ac:spMkLst>
        </pc:spChg>
        <pc:spChg chg="add del mod">
          <ac:chgData name="문 동진(KSTD)" userId="3d26c5c2-5d13-41b2-b4a9-bebd91ca5bef" providerId="ADAL" clId="{AC91C77A-115B-4066-B24C-58E72D5C40B6}" dt="2026-08-11T05:39:30.096" v="4520" actId="478"/>
          <ac:spMkLst>
            <pc:docMk/>
            <pc:sldMk cId="153333764" sldId="295"/>
            <ac:spMk id="25" creationId="{2576913C-6210-ED02-A892-C5A49A7728C4}"/>
          </ac:spMkLst>
        </pc:spChg>
        <pc:spChg chg="add del mod">
          <ac:chgData name="문 동진(KSTD)" userId="3d26c5c2-5d13-41b2-b4a9-bebd91ca5bef" providerId="ADAL" clId="{AC91C77A-115B-4066-B24C-58E72D5C40B6}" dt="2026-08-11T05:39:30.096" v="4520" actId="478"/>
          <ac:spMkLst>
            <pc:docMk/>
            <pc:sldMk cId="153333764" sldId="295"/>
            <ac:spMk id="27" creationId="{C88E4FCA-C7F7-62E3-EC11-C8F567DE335B}"/>
          </ac:spMkLst>
        </pc:spChg>
        <pc:spChg chg="add del mod">
          <ac:chgData name="문 동진(KSTD)" userId="3d26c5c2-5d13-41b2-b4a9-bebd91ca5bef" providerId="ADAL" clId="{AC91C77A-115B-4066-B24C-58E72D5C40B6}" dt="2026-08-11T05:39:30.096" v="4520" actId="478"/>
          <ac:spMkLst>
            <pc:docMk/>
            <pc:sldMk cId="153333764" sldId="295"/>
            <ac:spMk id="31" creationId="{FAFEBB14-6AB6-96C9-09B5-18DE45FDBDDC}"/>
          </ac:spMkLst>
        </pc:spChg>
        <pc:spChg chg="del">
          <ac:chgData name="문 동진(KSTD)" userId="3d26c5c2-5d13-41b2-b4a9-bebd91ca5bef" providerId="ADAL" clId="{AC91C77A-115B-4066-B24C-58E72D5C40B6}" dt="2026-08-11T02:27:24.978" v="2910" actId="478"/>
          <ac:spMkLst>
            <pc:docMk/>
            <pc:sldMk cId="153333764" sldId="295"/>
            <ac:spMk id="32" creationId="{11D71B6F-636E-13BA-36FC-C4995AF770B5}"/>
          </ac:spMkLst>
        </pc:spChg>
        <pc:spChg chg="add del mod">
          <ac:chgData name="문 동진(KSTD)" userId="3d26c5c2-5d13-41b2-b4a9-bebd91ca5bef" providerId="ADAL" clId="{AC91C77A-115B-4066-B24C-58E72D5C40B6}" dt="2026-08-11T05:39:30.096" v="4520" actId="478"/>
          <ac:spMkLst>
            <pc:docMk/>
            <pc:sldMk cId="153333764" sldId="295"/>
            <ac:spMk id="34" creationId="{B787664E-17B3-A931-4ECE-EFDCA4A3272D}"/>
          </ac:spMkLst>
        </pc:spChg>
        <pc:spChg chg="add del mod">
          <ac:chgData name="문 동진(KSTD)" userId="3d26c5c2-5d13-41b2-b4a9-bebd91ca5bef" providerId="ADAL" clId="{AC91C77A-115B-4066-B24C-58E72D5C40B6}" dt="2026-08-11T05:39:30.096" v="4520" actId="478"/>
          <ac:spMkLst>
            <pc:docMk/>
            <pc:sldMk cId="153333764" sldId="295"/>
            <ac:spMk id="44" creationId="{3BF515DC-2958-60D4-6619-8C9C9F473455}"/>
          </ac:spMkLst>
        </pc:spChg>
      </pc:sldChg>
      <pc:sldChg chg="add del">
        <pc:chgData name="문 동진(KSTD)" userId="3d26c5c2-5d13-41b2-b4a9-bebd91ca5bef" providerId="ADAL" clId="{AC91C77A-115B-4066-B24C-58E72D5C40B6}" dt="2026-08-11T01:40:02.964" v="2089"/>
        <pc:sldMkLst>
          <pc:docMk/>
          <pc:sldMk cId="3941405081" sldId="295"/>
        </pc:sldMkLst>
      </pc:sldChg>
      <pc:sldChg chg="addSp delSp add mod modTransition">
        <pc:chgData name="문 동진(KSTD)" userId="3d26c5c2-5d13-41b2-b4a9-bebd91ca5bef" providerId="ADAL" clId="{AC91C77A-115B-4066-B24C-58E72D5C40B6}" dt="2026-08-11T06:00:07.082" v="4674"/>
        <pc:sldMkLst>
          <pc:docMk/>
          <pc:sldMk cId="2614756906" sldId="296"/>
        </pc:sldMkLst>
        <pc:spChg chg="del">
          <ac:chgData name="문 동진(KSTD)" userId="3d26c5c2-5d13-41b2-b4a9-bebd91ca5bef" providerId="ADAL" clId="{AC91C77A-115B-4066-B24C-58E72D5C40B6}" dt="2026-08-11T01:47:19.249" v="2224" actId="478"/>
          <ac:spMkLst>
            <pc:docMk/>
            <pc:sldMk cId="2614756906" sldId="296"/>
            <ac:spMk id="2" creationId="{D8F7DE1D-AF30-C1D9-7D7B-4C150B4A862A}"/>
          </ac:spMkLst>
        </pc:spChg>
        <pc:spChg chg="del">
          <ac:chgData name="문 동진(KSTD)" userId="3d26c5c2-5d13-41b2-b4a9-bebd91ca5bef" providerId="ADAL" clId="{AC91C77A-115B-4066-B24C-58E72D5C40B6}" dt="2026-08-11T01:47:19.249" v="2224" actId="478"/>
          <ac:spMkLst>
            <pc:docMk/>
            <pc:sldMk cId="2614756906" sldId="296"/>
            <ac:spMk id="3" creationId="{BE329A39-BE53-16EF-0195-07B8FD1BA45E}"/>
          </ac:spMkLst>
        </pc:spChg>
        <pc:spChg chg="del">
          <ac:chgData name="문 동진(KSTD)" userId="3d26c5c2-5d13-41b2-b4a9-bebd91ca5bef" providerId="ADAL" clId="{AC91C77A-115B-4066-B24C-58E72D5C40B6}" dt="2026-08-11T01:47:19.249" v="2224" actId="478"/>
          <ac:spMkLst>
            <pc:docMk/>
            <pc:sldMk cId="2614756906" sldId="296"/>
            <ac:spMk id="4" creationId="{AF203EB7-EBE6-0EE3-A2DC-DFF355B9A6B1}"/>
          </ac:spMkLst>
        </pc:spChg>
        <pc:spChg chg="del">
          <ac:chgData name="문 동진(KSTD)" userId="3d26c5c2-5d13-41b2-b4a9-bebd91ca5bef" providerId="ADAL" clId="{AC91C77A-115B-4066-B24C-58E72D5C40B6}" dt="2026-08-11T01:44:38.240" v="2182" actId="478"/>
          <ac:spMkLst>
            <pc:docMk/>
            <pc:sldMk cId="2614756906" sldId="296"/>
            <ac:spMk id="7" creationId="{8FB946B0-8A7C-064E-5FE8-351B53BCAF85}"/>
          </ac:spMkLst>
        </pc:spChg>
        <pc:spChg chg="add">
          <ac:chgData name="문 동진(KSTD)" userId="3d26c5c2-5d13-41b2-b4a9-bebd91ca5bef" providerId="ADAL" clId="{AC91C77A-115B-4066-B24C-58E72D5C40B6}" dt="2026-08-11T01:43:53.327" v="2179" actId="22"/>
          <ac:spMkLst>
            <pc:docMk/>
            <pc:sldMk cId="2614756906" sldId="296"/>
            <ac:spMk id="8" creationId="{78EC7129-55DC-A2EF-D239-E7E3FCEC2B7E}"/>
          </ac:spMkLst>
        </pc:spChg>
        <pc:spChg chg="del">
          <ac:chgData name="문 동진(KSTD)" userId="3d26c5c2-5d13-41b2-b4a9-bebd91ca5bef" providerId="ADAL" clId="{AC91C77A-115B-4066-B24C-58E72D5C40B6}" dt="2026-08-11T02:27:23.529" v="2909" actId="478"/>
          <ac:spMkLst>
            <pc:docMk/>
            <pc:sldMk cId="2614756906" sldId="296"/>
            <ac:spMk id="32" creationId="{32BDAE81-E4D9-8C82-6630-964CB863905E}"/>
          </ac:spMkLst>
        </pc:spChg>
        <pc:picChg chg="del">
          <ac:chgData name="문 동진(KSTD)" userId="3d26c5c2-5d13-41b2-b4a9-bebd91ca5bef" providerId="ADAL" clId="{AC91C77A-115B-4066-B24C-58E72D5C40B6}" dt="2026-08-11T01:44:23.746" v="2181" actId="478"/>
          <ac:picMkLst>
            <pc:docMk/>
            <pc:sldMk cId="2614756906" sldId="296"/>
            <ac:picMk id="6" creationId="{5C2AF5D8-A18C-D8FC-7412-05CCFF5E3731}"/>
          </ac:picMkLst>
        </pc:picChg>
        <pc:picChg chg="add">
          <ac:chgData name="문 동진(KSTD)" userId="3d26c5c2-5d13-41b2-b4a9-bebd91ca5bef" providerId="ADAL" clId="{AC91C77A-115B-4066-B24C-58E72D5C40B6}" dt="2026-08-11T01:44:44.252" v="2183" actId="22"/>
          <ac:picMkLst>
            <pc:docMk/>
            <pc:sldMk cId="2614756906" sldId="296"/>
            <ac:picMk id="10" creationId="{F9B4D7D0-A6DA-9280-5CE6-9C65B4250D31}"/>
          </ac:picMkLst>
        </pc:picChg>
      </pc:sldChg>
      <pc:sldChg chg="addSp delSp modSp add del mod ord modTransition">
        <pc:chgData name="문 동진(KSTD)" userId="3d26c5c2-5d13-41b2-b4a9-bebd91ca5bef" providerId="ADAL" clId="{AC91C77A-115B-4066-B24C-58E72D5C40B6}" dt="2026-08-11T06:00:07.082" v="4674"/>
        <pc:sldMkLst>
          <pc:docMk/>
          <pc:sldMk cId="1190993006" sldId="297"/>
        </pc:sldMkLst>
        <pc:spChg chg="mod">
          <ac:chgData name="문 동진(KSTD)" userId="3d26c5c2-5d13-41b2-b4a9-bebd91ca5bef" providerId="ADAL" clId="{AC91C77A-115B-4066-B24C-58E72D5C40B6}" dt="2026-08-11T05:47:51.507" v="4556"/>
          <ac:spMkLst>
            <pc:docMk/>
            <pc:sldMk cId="1190993006" sldId="297"/>
            <ac:spMk id="4" creationId="{6BBDF817-DF1D-DB56-F300-03A7C5380BF4}"/>
          </ac:spMkLst>
        </pc:spChg>
        <pc:spChg chg="mod">
          <ac:chgData name="문 동진(KSTD)" userId="3d26c5c2-5d13-41b2-b4a9-bebd91ca5bef" providerId="ADAL" clId="{AC91C77A-115B-4066-B24C-58E72D5C40B6}" dt="2026-08-11T02:05:03.010" v="2676"/>
          <ac:spMkLst>
            <pc:docMk/>
            <pc:sldMk cId="1190993006" sldId="297"/>
            <ac:spMk id="7" creationId="{3B16A898-0838-0578-13D5-E8AB01A0ED36}"/>
          </ac:spMkLst>
        </pc:spChg>
        <pc:spChg chg="mod">
          <ac:chgData name="문 동진(KSTD)" userId="3d26c5c2-5d13-41b2-b4a9-bebd91ca5bef" providerId="ADAL" clId="{AC91C77A-115B-4066-B24C-58E72D5C40B6}" dt="2026-08-11T02:05:03.010" v="2676"/>
          <ac:spMkLst>
            <pc:docMk/>
            <pc:sldMk cId="1190993006" sldId="297"/>
            <ac:spMk id="9" creationId="{5759EAC9-86A0-FED9-6040-ED5F27C308CD}"/>
          </ac:spMkLst>
        </pc:spChg>
        <pc:spChg chg="mod">
          <ac:chgData name="문 동진(KSTD)" userId="3d26c5c2-5d13-41b2-b4a9-bebd91ca5bef" providerId="ADAL" clId="{AC91C77A-115B-4066-B24C-58E72D5C40B6}" dt="2026-08-11T02:05:03.010" v="2676"/>
          <ac:spMkLst>
            <pc:docMk/>
            <pc:sldMk cId="1190993006" sldId="297"/>
            <ac:spMk id="11" creationId="{742E91A7-0154-E46C-B409-9182DFBD981E}"/>
          </ac:spMkLst>
        </pc:spChg>
        <pc:spChg chg="mod">
          <ac:chgData name="문 동진(KSTD)" userId="3d26c5c2-5d13-41b2-b4a9-bebd91ca5bef" providerId="ADAL" clId="{AC91C77A-115B-4066-B24C-58E72D5C40B6}" dt="2026-08-11T02:05:03.010" v="2676"/>
          <ac:spMkLst>
            <pc:docMk/>
            <pc:sldMk cId="1190993006" sldId="297"/>
            <ac:spMk id="12" creationId="{D329DB18-77CD-9D93-BF0F-B8882D0020B4}"/>
          </ac:spMkLst>
        </pc:spChg>
        <pc:spChg chg="mod">
          <ac:chgData name="문 동진(KSTD)" userId="3d26c5c2-5d13-41b2-b4a9-bebd91ca5bef" providerId="ADAL" clId="{AC91C77A-115B-4066-B24C-58E72D5C40B6}" dt="2026-08-11T02:05:03.010" v="2676"/>
          <ac:spMkLst>
            <pc:docMk/>
            <pc:sldMk cId="1190993006" sldId="297"/>
            <ac:spMk id="14" creationId="{C5E6634D-3BFD-3693-11B1-4A57B21CE9F5}"/>
          </ac:spMkLst>
        </pc:spChg>
        <pc:spChg chg="mod">
          <ac:chgData name="문 동진(KSTD)" userId="3d26c5c2-5d13-41b2-b4a9-bebd91ca5bef" providerId="ADAL" clId="{AC91C77A-115B-4066-B24C-58E72D5C40B6}" dt="2026-08-11T02:05:03.010" v="2676"/>
          <ac:spMkLst>
            <pc:docMk/>
            <pc:sldMk cId="1190993006" sldId="297"/>
            <ac:spMk id="17" creationId="{95A18A2B-69B4-2D51-B498-98505A1F1146}"/>
          </ac:spMkLst>
        </pc:spChg>
        <pc:spChg chg="mod">
          <ac:chgData name="문 동진(KSTD)" userId="3d26c5c2-5d13-41b2-b4a9-bebd91ca5bef" providerId="ADAL" clId="{AC91C77A-115B-4066-B24C-58E72D5C40B6}" dt="2026-08-11T02:05:03.010" v="2676"/>
          <ac:spMkLst>
            <pc:docMk/>
            <pc:sldMk cId="1190993006" sldId="297"/>
            <ac:spMk id="18" creationId="{9B62ADEC-9914-51E8-0FA0-48B3F67B8CC9}"/>
          </ac:spMkLst>
        </pc:spChg>
        <pc:spChg chg="mod">
          <ac:chgData name="문 동진(KSTD)" userId="3d26c5c2-5d13-41b2-b4a9-bebd91ca5bef" providerId="ADAL" clId="{AC91C77A-115B-4066-B24C-58E72D5C40B6}" dt="2026-08-11T02:05:03.010" v="2676"/>
          <ac:spMkLst>
            <pc:docMk/>
            <pc:sldMk cId="1190993006" sldId="297"/>
            <ac:spMk id="19" creationId="{635FA24C-DD4C-08CC-D699-3A88C78D759D}"/>
          </ac:spMkLst>
        </pc:spChg>
        <pc:spChg chg="mod">
          <ac:chgData name="문 동진(KSTD)" userId="3d26c5c2-5d13-41b2-b4a9-bebd91ca5bef" providerId="ADAL" clId="{AC91C77A-115B-4066-B24C-58E72D5C40B6}" dt="2026-08-11T02:05:03.010" v="2676"/>
          <ac:spMkLst>
            <pc:docMk/>
            <pc:sldMk cId="1190993006" sldId="297"/>
            <ac:spMk id="20" creationId="{FF3252BE-C89B-9141-0387-2BFB050C6342}"/>
          </ac:spMkLst>
        </pc:spChg>
        <pc:spChg chg="mod">
          <ac:chgData name="문 동진(KSTD)" userId="3d26c5c2-5d13-41b2-b4a9-bebd91ca5bef" providerId="ADAL" clId="{AC91C77A-115B-4066-B24C-58E72D5C40B6}" dt="2026-08-11T02:05:03.010" v="2676"/>
          <ac:spMkLst>
            <pc:docMk/>
            <pc:sldMk cId="1190993006" sldId="297"/>
            <ac:spMk id="21" creationId="{5AC63750-9367-C846-B776-E1AB35762BEC}"/>
          </ac:spMkLst>
        </pc:spChg>
        <pc:spChg chg="mod">
          <ac:chgData name="문 동진(KSTD)" userId="3d26c5c2-5d13-41b2-b4a9-bebd91ca5bef" providerId="ADAL" clId="{AC91C77A-115B-4066-B24C-58E72D5C40B6}" dt="2026-08-11T02:10:20.550" v="2745"/>
          <ac:spMkLst>
            <pc:docMk/>
            <pc:sldMk cId="1190993006" sldId="297"/>
            <ac:spMk id="23" creationId="{E03F1961-01AA-97F2-6932-3F875FEBB38B}"/>
          </ac:spMkLst>
        </pc:spChg>
        <pc:spChg chg="mod">
          <ac:chgData name="문 동진(KSTD)" userId="3d26c5c2-5d13-41b2-b4a9-bebd91ca5bef" providerId="ADAL" clId="{AC91C77A-115B-4066-B24C-58E72D5C40B6}" dt="2026-08-11T02:10:20.550" v="2745"/>
          <ac:spMkLst>
            <pc:docMk/>
            <pc:sldMk cId="1190993006" sldId="297"/>
            <ac:spMk id="25" creationId="{B26EA39F-F014-47E0-14A4-28EA2E23B2D5}"/>
          </ac:spMkLst>
        </pc:spChg>
        <pc:spChg chg="mod">
          <ac:chgData name="문 동진(KSTD)" userId="3d26c5c2-5d13-41b2-b4a9-bebd91ca5bef" providerId="ADAL" clId="{AC91C77A-115B-4066-B24C-58E72D5C40B6}" dt="2026-08-11T02:10:20.550" v="2745"/>
          <ac:spMkLst>
            <pc:docMk/>
            <pc:sldMk cId="1190993006" sldId="297"/>
            <ac:spMk id="27" creationId="{5CACDCA8-1B56-1CA7-3D68-18609EB3656F}"/>
          </ac:spMkLst>
        </pc:spChg>
        <pc:spChg chg="del">
          <ac:chgData name="문 동진(KSTD)" userId="3d26c5c2-5d13-41b2-b4a9-bebd91ca5bef" providerId="ADAL" clId="{AC91C77A-115B-4066-B24C-58E72D5C40B6}" dt="2026-08-11T02:17:48.052" v="2796" actId="478"/>
          <ac:spMkLst>
            <pc:docMk/>
            <pc:sldMk cId="1190993006" sldId="297"/>
            <ac:spMk id="30" creationId="{72437F1F-910F-46AA-7C4E-91D90D85FC6A}"/>
          </ac:spMkLst>
        </pc:spChg>
        <pc:spChg chg="del">
          <ac:chgData name="문 동진(KSTD)" userId="3d26c5c2-5d13-41b2-b4a9-bebd91ca5bef" providerId="ADAL" clId="{AC91C77A-115B-4066-B24C-58E72D5C40B6}" dt="2026-08-11T02:27:37.053" v="2916" actId="478"/>
          <ac:spMkLst>
            <pc:docMk/>
            <pc:sldMk cId="1190993006" sldId="297"/>
            <ac:spMk id="32" creationId="{FE460643-DD8A-3D5C-F03D-86739F601C03}"/>
          </ac:spMkLst>
        </pc:spChg>
        <pc:spChg chg="mod">
          <ac:chgData name="문 동진(KSTD)" userId="3d26c5c2-5d13-41b2-b4a9-bebd91ca5bef" providerId="ADAL" clId="{AC91C77A-115B-4066-B24C-58E72D5C40B6}" dt="2026-08-11T02:02:14.577" v="2647" actId="164"/>
          <ac:spMkLst>
            <pc:docMk/>
            <pc:sldMk cId="1190993006" sldId="297"/>
            <ac:spMk id="33" creationId="{D13C3113-A28B-38B9-B9C8-0E3E2BE6D577}"/>
          </ac:spMkLst>
        </pc:spChg>
        <pc:spChg chg="mod">
          <ac:chgData name="문 동진(KSTD)" userId="3d26c5c2-5d13-41b2-b4a9-bebd91ca5bef" providerId="ADAL" clId="{AC91C77A-115B-4066-B24C-58E72D5C40B6}" dt="2026-08-11T02:10:20.550" v="2745"/>
          <ac:spMkLst>
            <pc:docMk/>
            <pc:sldMk cId="1190993006" sldId="297"/>
            <ac:spMk id="34" creationId="{DD78DBAB-88F8-0535-496C-B7DE9EDD1E6C}"/>
          </ac:spMkLst>
        </pc:spChg>
        <pc:spChg chg="mod">
          <ac:chgData name="문 동진(KSTD)" userId="3d26c5c2-5d13-41b2-b4a9-bebd91ca5bef" providerId="ADAL" clId="{AC91C77A-115B-4066-B24C-58E72D5C40B6}" dt="2026-08-11T02:02:14.577" v="2647" actId="164"/>
          <ac:spMkLst>
            <pc:docMk/>
            <pc:sldMk cId="1190993006" sldId="297"/>
            <ac:spMk id="35" creationId="{90E43E32-30AA-D6CE-6AFF-ABD757ECD6D7}"/>
          </ac:spMkLst>
        </pc:spChg>
        <pc:spChg chg="mod">
          <ac:chgData name="문 동진(KSTD)" userId="3d26c5c2-5d13-41b2-b4a9-bebd91ca5bef" providerId="ADAL" clId="{AC91C77A-115B-4066-B24C-58E72D5C40B6}" dt="2026-08-11T02:10:20.550" v="2745"/>
          <ac:spMkLst>
            <pc:docMk/>
            <pc:sldMk cId="1190993006" sldId="297"/>
            <ac:spMk id="39" creationId="{A726E60B-B017-8CDF-0582-37923D956597}"/>
          </ac:spMkLst>
        </pc:spChg>
        <pc:spChg chg="mod">
          <ac:chgData name="문 동진(KSTD)" userId="3d26c5c2-5d13-41b2-b4a9-bebd91ca5bef" providerId="ADAL" clId="{AC91C77A-115B-4066-B24C-58E72D5C40B6}" dt="2026-08-11T02:02:21.715" v="2650" actId="255"/>
          <ac:spMkLst>
            <pc:docMk/>
            <pc:sldMk cId="1190993006" sldId="297"/>
            <ac:spMk id="41" creationId="{077DF8CE-F1F2-E233-68D9-8E390580F937}"/>
          </ac:spMkLst>
        </pc:spChg>
        <pc:spChg chg="mod">
          <ac:chgData name="문 동진(KSTD)" userId="3d26c5c2-5d13-41b2-b4a9-bebd91ca5bef" providerId="ADAL" clId="{AC91C77A-115B-4066-B24C-58E72D5C40B6}" dt="2026-08-11T02:10:20.550" v="2745"/>
          <ac:spMkLst>
            <pc:docMk/>
            <pc:sldMk cId="1190993006" sldId="297"/>
            <ac:spMk id="42" creationId="{314271C0-4CF9-5A54-3D22-13175E5AF5CC}"/>
          </ac:spMkLst>
        </pc:spChg>
        <pc:spChg chg="mod">
          <ac:chgData name="문 동진(KSTD)" userId="3d26c5c2-5d13-41b2-b4a9-bebd91ca5bef" providerId="ADAL" clId="{AC91C77A-115B-4066-B24C-58E72D5C40B6}" dt="2026-08-11T02:02:26.826" v="2651" actId="255"/>
          <ac:spMkLst>
            <pc:docMk/>
            <pc:sldMk cId="1190993006" sldId="297"/>
            <ac:spMk id="43" creationId="{30B9329A-171C-1580-E2A6-D268F0C66AEE}"/>
          </ac:spMkLst>
        </pc:spChg>
        <pc:spChg chg="mod">
          <ac:chgData name="문 동진(KSTD)" userId="3d26c5c2-5d13-41b2-b4a9-bebd91ca5bef" providerId="ADAL" clId="{AC91C77A-115B-4066-B24C-58E72D5C40B6}" dt="2026-08-11T02:10:20.550" v="2745"/>
          <ac:spMkLst>
            <pc:docMk/>
            <pc:sldMk cId="1190993006" sldId="297"/>
            <ac:spMk id="44" creationId="{71DFE1B1-4057-EE09-4C7C-409B436E6631}"/>
          </ac:spMkLst>
        </pc:spChg>
        <pc:spChg chg="mod">
          <ac:chgData name="문 동진(KSTD)" userId="3d26c5c2-5d13-41b2-b4a9-bebd91ca5bef" providerId="ADAL" clId="{AC91C77A-115B-4066-B24C-58E72D5C40B6}" dt="2026-08-11T02:02:14.577" v="2647" actId="164"/>
          <ac:spMkLst>
            <pc:docMk/>
            <pc:sldMk cId="1190993006" sldId="297"/>
            <ac:spMk id="45" creationId="{29101C36-193A-4FC2-2521-56B567EE3AB6}"/>
          </ac:spMkLst>
        </pc:spChg>
        <pc:spChg chg="mod">
          <ac:chgData name="문 동진(KSTD)" userId="3d26c5c2-5d13-41b2-b4a9-bebd91ca5bef" providerId="ADAL" clId="{AC91C77A-115B-4066-B24C-58E72D5C40B6}" dt="2026-08-11T02:10:20.550" v="2745"/>
          <ac:spMkLst>
            <pc:docMk/>
            <pc:sldMk cId="1190993006" sldId="297"/>
            <ac:spMk id="46" creationId="{856A8C28-A32B-D68F-0AB1-5333855D4150}"/>
          </ac:spMkLst>
        </pc:spChg>
        <pc:spChg chg="mod">
          <ac:chgData name="문 동진(KSTD)" userId="3d26c5c2-5d13-41b2-b4a9-bebd91ca5bef" providerId="ADAL" clId="{AC91C77A-115B-4066-B24C-58E72D5C40B6}" dt="2026-08-11T02:02:21.715" v="2650" actId="255"/>
          <ac:spMkLst>
            <pc:docMk/>
            <pc:sldMk cId="1190993006" sldId="297"/>
            <ac:spMk id="47" creationId="{425D12EF-213A-BA90-FF12-488DEE3DDE83}"/>
          </ac:spMkLst>
        </pc:spChg>
        <pc:spChg chg="mod">
          <ac:chgData name="문 동진(KSTD)" userId="3d26c5c2-5d13-41b2-b4a9-bebd91ca5bef" providerId="ADAL" clId="{AC91C77A-115B-4066-B24C-58E72D5C40B6}" dt="2026-08-11T02:10:20.550" v="2745"/>
          <ac:spMkLst>
            <pc:docMk/>
            <pc:sldMk cId="1190993006" sldId="297"/>
            <ac:spMk id="48" creationId="{1F2FB261-2A01-7B4A-14FE-001EC92448E5}"/>
          </ac:spMkLst>
        </pc:spChg>
        <pc:spChg chg="mod">
          <ac:chgData name="문 동진(KSTD)" userId="3d26c5c2-5d13-41b2-b4a9-bebd91ca5bef" providerId="ADAL" clId="{AC91C77A-115B-4066-B24C-58E72D5C40B6}" dt="2026-08-11T02:02:26.826" v="2651" actId="255"/>
          <ac:spMkLst>
            <pc:docMk/>
            <pc:sldMk cId="1190993006" sldId="297"/>
            <ac:spMk id="49" creationId="{F4B1F07F-E55A-1015-94CC-C30E1804AC37}"/>
          </ac:spMkLst>
        </pc:spChg>
        <pc:spChg chg="mod">
          <ac:chgData name="문 동진(KSTD)" userId="3d26c5c2-5d13-41b2-b4a9-bebd91ca5bef" providerId="ADAL" clId="{AC91C77A-115B-4066-B24C-58E72D5C40B6}" dt="2026-08-11T02:10:20.550" v="2745"/>
          <ac:spMkLst>
            <pc:docMk/>
            <pc:sldMk cId="1190993006" sldId="297"/>
            <ac:spMk id="52" creationId="{0116E9BA-9C83-8962-D773-14BE7174208D}"/>
          </ac:spMkLst>
        </pc:spChg>
        <pc:spChg chg="mod">
          <ac:chgData name="문 동진(KSTD)" userId="3d26c5c2-5d13-41b2-b4a9-bebd91ca5bef" providerId="ADAL" clId="{AC91C77A-115B-4066-B24C-58E72D5C40B6}" dt="2026-08-11T02:02:37.192" v="2653" actId="255"/>
          <ac:spMkLst>
            <pc:docMk/>
            <pc:sldMk cId="1190993006" sldId="297"/>
            <ac:spMk id="55" creationId="{8D0D9ABC-C028-56B5-D509-E5BE331D0214}"/>
          </ac:spMkLst>
        </pc:spChg>
        <pc:spChg chg="mod">
          <ac:chgData name="문 동진(KSTD)" userId="3d26c5c2-5d13-41b2-b4a9-bebd91ca5bef" providerId="ADAL" clId="{AC91C77A-115B-4066-B24C-58E72D5C40B6}" dt="2026-08-11T02:17:41.963" v="2793"/>
          <ac:spMkLst>
            <pc:docMk/>
            <pc:sldMk cId="1190993006" sldId="297"/>
            <ac:spMk id="56" creationId="{69E4C5C9-08AF-8D0E-872F-EA6D308C398A}"/>
          </ac:spMkLst>
        </pc:spChg>
        <pc:spChg chg="mod">
          <ac:chgData name="문 동진(KSTD)" userId="3d26c5c2-5d13-41b2-b4a9-bebd91ca5bef" providerId="ADAL" clId="{AC91C77A-115B-4066-B24C-58E72D5C40B6}" dt="2026-08-11T02:02:30.966" v="2652" actId="255"/>
          <ac:spMkLst>
            <pc:docMk/>
            <pc:sldMk cId="1190993006" sldId="297"/>
            <ac:spMk id="57" creationId="{CC0C9DAA-CB96-02E3-D0DE-841BED2DDB04}"/>
          </ac:spMkLst>
        </pc:spChg>
        <pc:spChg chg="mod">
          <ac:chgData name="문 동진(KSTD)" userId="3d26c5c2-5d13-41b2-b4a9-bebd91ca5bef" providerId="ADAL" clId="{AC91C77A-115B-4066-B24C-58E72D5C40B6}" dt="2026-08-11T02:17:41.963" v="2793"/>
          <ac:spMkLst>
            <pc:docMk/>
            <pc:sldMk cId="1190993006" sldId="297"/>
            <ac:spMk id="58" creationId="{534157D3-5B6A-1435-BAAB-ACABD2640385}"/>
          </ac:spMkLst>
        </pc:spChg>
        <pc:spChg chg="mod">
          <ac:chgData name="문 동진(KSTD)" userId="3d26c5c2-5d13-41b2-b4a9-bebd91ca5bef" providerId="ADAL" clId="{AC91C77A-115B-4066-B24C-58E72D5C40B6}" dt="2026-08-11T02:02:14.577" v="2647" actId="164"/>
          <ac:spMkLst>
            <pc:docMk/>
            <pc:sldMk cId="1190993006" sldId="297"/>
            <ac:spMk id="59" creationId="{B86166A9-325D-E3FA-BE3A-339D282BC5A9}"/>
          </ac:spMkLst>
        </pc:spChg>
        <pc:spChg chg="mod">
          <ac:chgData name="문 동진(KSTD)" userId="3d26c5c2-5d13-41b2-b4a9-bebd91ca5bef" providerId="ADAL" clId="{AC91C77A-115B-4066-B24C-58E72D5C40B6}" dt="2026-08-11T02:17:41.963" v="2793"/>
          <ac:spMkLst>
            <pc:docMk/>
            <pc:sldMk cId="1190993006" sldId="297"/>
            <ac:spMk id="60" creationId="{4D947586-8EA2-7C43-B1E5-DC688E8C4150}"/>
          </ac:spMkLst>
        </pc:spChg>
        <pc:spChg chg="mod">
          <ac:chgData name="문 동진(KSTD)" userId="3d26c5c2-5d13-41b2-b4a9-bebd91ca5bef" providerId="ADAL" clId="{AC91C77A-115B-4066-B24C-58E72D5C40B6}" dt="2026-08-11T02:02:37.192" v="2653" actId="255"/>
          <ac:spMkLst>
            <pc:docMk/>
            <pc:sldMk cId="1190993006" sldId="297"/>
            <ac:spMk id="61" creationId="{84B29975-B746-268D-AD31-6E39CC9D406A}"/>
          </ac:spMkLst>
        </pc:spChg>
        <pc:spChg chg="mod">
          <ac:chgData name="문 동진(KSTD)" userId="3d26c5c2-5d13-41b2-b4a9-bebd91ca5bef" providerId="ADAL" clId="{AC91C77A-115B-4066-B24C-58E72D5C40B6}" dt="2026-08-11T02:17:41.963" v="2793"/>
          <ac:spMkLst>
            <pc:docMk/>
            <pc:sldMk cId="1190993006" sldId="297"/>
            <ac:spMk id="62" creationId="{DC4EB812-D6BE-F71D-C1C2-8AFD696C7AC2}"/>
          </ac:spMkLst>
        </pc:spChg>
        <pc:spChg chg="mod">
          <ac:chgData name="문 동진(KSTD)" userId="3d26c5c2-5d13-41b2-b4a9-bebd91ca5bef" providerId="ADAL" clId="{AC91C77A-115B-4066-B24C-58E72D5C40B6}" dt="2026-08-11T02:02:30.966" v="2652" actId="255"/>
          <ac:spMkLst>
            <pc:docMk/>
            <pc:sldMk cId="1190993006" sldId="297"/>
            <ac:spMk id="63" creationId="{F11ED485-408C-318A-601F-928469DF3B0A}"/>
          </ac:spMkLst>
        </pc:spChg>
        <pc:spChg chg="mod">
          <ac:chgData name="문 동진(KSTD)" userId="3d26c5c2-5d13-41b2-b4a9-bebd91ca5bef" providerId="ADAL" clId="{AC91C77A-115B-4066-B24C-58E72D5C40B6}" dt="2026-08-11T02:17:41.963" v="2793"/>
          <ac:spMkLst>
            <pc:docMk/>
            <pc:sldMk cId="1190993006" sldId="297"/>
            <ac:spMk id="65" creationId="{CEA50B83-2E20-AF1F-F1A4-5D05F5A901FD}"/>
          </ac:spMkLst>
        </pc:spChg>
        <pc:spChg chg="mod">
          <ac:chgData name="문 동진(KSTD)" userId="3d26c5c2-5d13-41b2-b4a9-bebd91ca5bef" providerId="ADAL" clId="{AC91C77A-115B-4066-B24C-58E72D5C40B6}" dt="2026-08-11T02:17:41.963" v="2793"/>
          <ac:spMkLst>
            <pc:docMk/>
            <pc:sldMk cId="1190993006" sldId="297"/>
            <ac:spMk id="66" creationId="{C7229FFE-BEED-BDA7-1D98-B13FF9C2D221}"/>
          </ac:spMkLst>
        </pc:spChg>
        <pc:spChg chg="mod">
          <ac:chgData name="문 동진(KSTD)" userId="3d26c5c2-5d13-41b2-b4a9-bebd91ca5bef" providerId="ADAL" clId="{AC91C77A-115B-4066-B24C-58E72D5C40B6}" dt="2026-08-11T02:02:52.738" v="2658" actId="255"/>
          <ac:spMkLst>
            <pc:docMk/>
            <pc:sldMk cId="1190993006" sldId="297"/>
            <ac:spMk id="68" creationId="{2F13E142-662C-7F39-50E0-C70C50E8BA21}"/>
          </ac:spMkLst>
        </pc:spChg>
        <pc:spChg chg="mod">
          <ac:chgData name="문 동진(KSTD)" userId="3d26c5c2-5d13-41b2-b4a9-bebd91ca5bef" providerId="ADAL" clId="{AC91C77A-115B-4066-B24C-58E72D5C40B6}" dt="2026-08-11T02:17:41.963" v="2793"/>
          <ac:spMkLst>
            <pc:docMk/>
            <pc:sldMk cId="1190993006" sldId="297"/>
            <ac:spMk id="69" creationId="{618AF4FF-745E-6A9F-392E-F13A4AE0E69E}"/>
          </ac:spMkLst>
        </pc:spChg>
        <pc:spChg chg="mod">
          <ac:chgData name="문 동진(KSTD)" userId="3d26c5c2-5d13-41b2-b4a9-bebd91ca5bef" providerId="ADAL" clId="{AC91C77A-115B-4066-B24C-58E72D5C40B6}" dt="2026-08-11T02:03:06.956" v="2660" actId="255"/>
          <ac:spMkLst>
            <pc:docMk/>
            <pc:sldMk cId="1190993006" sldId="297"/>
            <ac:spMk id="70" creationId="{0544D058-44CD-0ABB-35A8-26746723C13F}"/>
          </ac:spMkLst>
        </pc:spChg>
        <pc:spChg chg="mod">
          <ac:chgData name="문 동진(KSTD)" userId="3d26c5c2-5d13-41b2-b4a9-bebd91ca5bef" providerId="ADAL" clId="{AC91C77A-115B-4066-B24C-58E72D5C40B6}" dt="2026-08-11T02:17:41.963" v="2793"/>
          <ac:spMkLst>
            <pc:docMk/>
            <pc:sldMk cId="1190993006" sldId="297"/>
            <ac:spMk id="71" creationId="{092EC23D-6E77-A2C3-CC8B-AB4D7B55A3C1}"/>
          </ac:spMkLst>
        </pc:spChg>
        <pc:spChg chg="mod">
          <ac:chgData name="문 동진(KSTD)" userId="3d26c5c2-5d13-41b2-b4a9-bebd91ca5bef" providerId="ADAL" clId="{AC91C77A-115B-4066-B24C-58E72D5C40B6}" dt="2026-08-11T02:05:46.056" v="2682" actId="2710"/>
          <ac:spMkLst>
            <pc:docMk/>
            <pc:sldMk cId="1190993006" sldId="297"/>
            <ac:spMk id="72" creationId="{A4B99393-CA7E-577B-D457-8B2E7BBEB57C}"/>
          </ac:spMkLst>
        </pc:spChg>
        <pc:spChg chg="mod">
          <ac:chgData name="문 동진(KSTD)" userId="3d26c5c2-5d13-41b2-b4a9-bebd91ca5bef" providerId="ADAL" clId="{AC91C77A-115B-4066-B24C-58E72D5C40B6}" dt="2026-08-11T02:17:41.963" v="2793"/>
          <ac:spMkLst>
            <pc:docMk/>
            <pc:sldMk cId="1190993006" sldId="297"/>
            <ac:spMk id="76" creationId="{7F4C90C8-D238-26F5-3059-5CF196823690}"/>
          </ac:spMkLst>
        </pc:spChg>
        <pc:spChg chg="mod">
          <ac:chgData name="문 동진(KSTD)" userId="3d26c5c2-5d13-41b2-b4a9-bebd91ca5bef" providerId="ADAL" clId="{AC91C77A-115B-4066-B24C-58E72D5C40B6}" dt="2026-08-11T02:02:44.559" v="2656" actId="164"/>
          <ac:spMkLst>
            <pc:docMk/>
            <pc:sldMk cId="1190993006" sldId="297"/>
            <ac:spMk id="77" creationId="{B5866BC1-B738-A35B-2A23-6B49068DA1BC}"/>
          </ac:spMkLst>
        </pc:spChg>
        <pc:spChg chg="mod">
          <ac:chgData name="문 동진(KSTD)" userId="3d26c5c2-5d13-41b2-b4a9-bebd91ca5bef" providerId="ADAL" clId="{AC91C77A-115B-4066-B24C-58E72D5C40B6}" dt="2026-08-11T02:17:41.963" v="2793"/>
          <ac:spMkLst>
            <pc:docMk/>
            <pc:sldMk cId="1190993006" sldId="297"/>
            <ac:spMk id="78" creationId="{D66C6FF6-295A-DD60-BE3C-D2FB94BA5858}"/>
          </ac:spMkLst>
        </pc:spChg>
        <pc:spChg chg="add mod">
          <ac:chgData name="문 동진(KSTD)" userId="3d26c5c2-5d13-41b2-b4a9-bebd91ca5bef" providerId="ADAL" clId="{AC91C77A-115B-4066-B24C-58E72D5C40B6}" dt="2026-08-11T04:40:24.762" v="3819" actId="1076"/>
          <ac:spMkLst>
            <pc:docMk/>
            <pc:sldMk cId="1190993006" sldId="297"/>
            <ac:spMk id="94" creationId="{8A1347CC-50DE-42B1-4995-E1D766F4A659}"/>
          </ac:spMkLst>
        </pc:spChg>
        <pc:spChg chg="add mod">
          <ac:chgData name="문 동진(KSTD)" userId="3d26c5c2-5d13-41b2-b4a9-bebd91ca5bef" providerId="ADAL" clId="{AC91C77A-115B-4066-B24C-58E72D5C40B6}" dt="2026-08-11T04:40:24.762" v="3819" actId="1076"/>
          <ac:spMkLst>
            <pc:docMk/>
            <pc:sldMk cId="1190993006" sldId="297"/>
            <ac:spMk id="100" creationId="{0B0DF087-1D37-DB73-ECC3-A3D19F2B0554}"/>
          </ac:spMkLst>
        </pc:spChg>
        <pc:spChg chg="add mod">
          <ac:chgData name="문 동진(KSTD)" userId="3d26c5c2-5d13-41b2-b4a9-bebd91ca5bef" providerId="ADAL" clId="{AC91C77A-115B-4066-B24C-58E72D5C40B6}" dt="2026-08-11T04:40:24.762" v="3819" actId="1076"/>
          <ac:spMkLst>
            <pc:docMk/>
            <pc:sldMk cId="1190993006" sldId="297"/>
            <ac:spMk id="112" creationId="{C353FE98-B110-EA73-D209-BEB8BE3FF475}"/>
          </ac:spMkLst>
        </pc:spChg>
        <pc:spChg chg="add mod">
          <ac:chgData name="문 동진(KSTD)" userId="3d26c5c2-5d13-41b2-b4a9-bebd91ca5bef" providerId="ADAL" clId="{AC91C77A-115B-4066-B24C-58E72D5C40B6}" dt="2026-08-11T04:40:24.762" v="3819" actId="1076"/>
          <ac:spMkLst>
            <pc:docMk/>
            <pc:sldMk cId="1190993006" sldId="297"/>
            <ac:spMk id="116" creationId="{7482D5B1-A483-5284-D23C-6746D35AA76A}"/>
          </ac:spMkLst>
        </pc:spChg>
        <pc:spChg chg="add mod">
          <ac:chgData name="문 동진(KSTD)" userId="3d26c5c2-5d13-41b2-b4a9-bebd91ca5bef" providerId="ADAL" clId="{AC91C77A-115B-4066-B24C-58E72D5C40B6}" dt="2026-08-11T04:40:24.762" v="3819" actId="1076"/>
          <ac:spMkLst>
            <pc:docMk/>
            <pc:sldMk cId="1190993006" sldId="297"/>
            <ac:spMk id="118" creationId="{A39598D8-913A-DD57-EDEE-51D56B4686D4}"/>
          </ac:spMkLst>
        </pc:spChg>
        <pc:spChg chg="add mod">
          <ac:chgData name="문 동진(KSTD)" userId="3d26c5c2-5d13-41b2-b4a9-bebd91ca5bef" providerId="ADAL" clId="{AC91C77A-115B-4066-B24C-58E72D5C40B6}" dt="2026-08-11T04:40:24.762" v="3819" actId="1076"/>
          <ac:spMkLst>
            <pc:docMk/>
            <pc:sldMk cId="1190993006" sldId="297"/>
            <ac:spMk id="124" creationId="{4AA03FC3-D5E6-718C-E89E-EE249473C42A}"/>
          </ac:spMkLst>
        </pc:spChg>
        <pc:spChg chg="add mod">
          <ac:chgData name="문 동진(KSTD)" userId="3d26c5c2-5d13-41b2-b4a9-bebd91ca5bef" providerId="ADAL" clId="{AC91C77A-115B-4066-B24C-58E72D5C40B6}" dt="2026-08-11T04:40:24.762" v="3819" actId="1076"/>
          <ac:spMkLst>
            <pc:docMk/>
            <pc:sldMk cId="1190993006" sldId="297"/>
            <ac:spMk id="134" creationId="{5BE5D2E2-05C6-B723-0D33-F56A7C3EC102}"/>
          </ac:spMkLst>
        </pc:spChg>
        <pc:spChg chg="add mod">
          <ac:chgData name="문 동진(KSTD)" userId="3d26c5c2-5d13-41b2-b4a9-bebd91ca5bef" providerId="ADAL" clId="{AC91C77A-115B-4066-B24C-58E72D5C40B6}" dt="2026-08-11T04:40:24.762" v="3819" actId="1076"/>
          <ac:spMkLst>
            <pc:docMk/>
            <pc:sldMk cId="1190993006" sldId="297"/>
            <ac:spMk id="136" creationId="{830503B3-F3ED-950B-3815-A8DE5970BC68}"/>
          </ac:spMkLst>
        </pc:spChg>
        <pc:spChg chg="add mod">
          <ac:chgData name="문 동진(KSTD)" userId="3d26c5c2-5d13-41b2-b4a9-bebd91ca5bef" providerId="ADAL" clId="{AC91C77A-115B-4066-B24C-58E72D5C40B6}" dt="2026-08-11T04:40:24.762" v="3819" actId="1076"/>
          <ac:spMkLst>
            <pc:docMk/>
            <pc:sldMk cId="1190993006" sldId="297"/>
            <ac:spMk id="140" creationId="{D87849B1-7894-35B1-4754-85CC6744962E}"/>
          </ac:spMkLst>
        </pc:spChg>
        <pc:spChg chg="add mod">
          <ac:chgData name="문 동진(KSTD)" userId="3d26c5c2-5d13-41b2-b4a9-bebd91ca5bef" providerId="ADAL" clId="{AC91C77A-115B-4066-B24C-58E72D5C40B6}" dt="2026-08-11T04:40:24.762" v="3819" actId="1076"/>
          <ac:spMkLst>
            <pc:docMk/>
            <pc:sldMk cId="1190993006" sldId="297"/>
            <ac:spMk id="142" creationId="{96B3E27A-F49C-AB5E-23A2-4FCB45029E44}"/>
          </ac:spMkLst>
        </pc:spChg>
        <pc:grpChg chg="del mod">
          <ac:chgData name="문 동진(KSTD)" userId="3d26c5c2-5d13-41b2-b4a9-bebd91ca5bef" providerId="ADAL" clId="{AC91C77A-115B-4066-B24C-58E72D5C40B6}" dt="2026-08-11T02:04:05.804" v="2667" actId="478"/>
          <ac:grpSpMkLst>
            <pc:docMk/>
            <pc:sldMk cId="1190993006" sldId="297"/>
            <ac:grpSpMk id="2" creationId="{C9800DDA-5D91-4C97-F1F5-FF01B7EF5E42}"/>
          </ac:grpSpMkLst>
        </pc:grpChg>
        <pc:grpChg chg="add mod">
          <ac:chgData name="문 동진(KSTD)" userId="3d26c5c2-5d13-41b2-b4a9-bebd91ca5bef" providerId="ADAL" clId="{AC91C77A-115B-4066-B24C-58E72D5C40B6}" dt="2026-08-11T02:03:21.527" v="2663" actId="1076"/>
          <ac:grpSpMkLst>
            <pc:docMk/>
            <pc:sldMk cId="1190993006" sldId="297"/>
            <ac:grpSpMk id="5" creationId="{BCA74951-D62D-AB29-23C1-D5B486C17DC1}"/>
          </ac:grpSpMkLst>
        </pc:grpChg>
        <pc:grpChg chg="del mod">
          <ac:chgData name="문 동진(KSTD)" userId="3d26c5c2-5d13-41b2-b4a9-bebd91ca5bef" providerId="ADAL" clId="{AC91C77A-115B-4066-B24C-58E72D5C40B6}" dt="2026-08-11T02:05:25.418" v="2681" actId="478"/>
          <ac:grpSpMkLst>
            <pc:docMk/>
            <pc:sldMk cId="1190993006" sldId="297"/>
            <ac:grpSpMk id="6" creationId="{230D294A-A34B-1B25-5F75-41154AD22141}"/>
          </ac:grpSpMkLst>
        </pc:grpChg>
        <pc:grpChg chg="del mod">
          <ac:chgData name="문 동진(KSTD)" userId="3d26c5c2-5d13-41b2-b4a9-bebd91ca5bef" providerId="ADAL" clId="{AC91C77A-115B-4066-B24C-58E72D5C40B6}" dt="2026-08-11T02:17:48.052" v="2796" actId="478"/>
          <ac:grpSpMkLst>
            <pc:docMk/>
            <pc:sldMk cId="1190993006" sldId="297"/>
            <ac:grpSpMk id="22" creationId="{E6E8FB17-0232-6F7D-7C94-5A7ECB9437BA}"/>
          </ac:grpSpMkLst>
        </pc:grpChg>
        <pc:grpChg chg="del">
          <ac:chgData name="문 동진(KSTD)" userId="3d26c5c2-5d13-41b2-b4a9-bebd91ca5bef" providerId="ADAL" clId="{AC91C77A-115B-4066-B24C-58E72D5C40B6}" dt="2026-08-11T02:17:48.052" v="2796" actId="478"/>
          <ac:grpSpMkLst>
            <pc:docMk/>
            <pc:sldMk cId="1190993006" sldId="297"/>
            <ac:grpSpMk id="36" creationId="{CEF5921D-8C16-2F3A-56D3-5341805CAE01}"/>
          </ac:grpSpMkLst>
        </pc:grpChg>
        <pc:grpChg chg="mod">
          <ac:chgData name="문 동진(KSTD)" userId="3d26c5c2-5d13-41b2-b4a9-bebd91ca5bef" providerId="ADAL" clId="{AC91C77A-115B-4066-B24C-58E72D5C40B6}" dt="2026-08-11T02:02:44.559" v="2656" actId="164"/>
          <ac:grpSpMkLst>
            <pc:docMk/>
            <pc:sldMk cId="1190993006" sldId="297"/>
            <ac:grpSpMk id="75" creationId="{F806BEFF-94FB-751C-D00E-6B02D90C2777}"/>
          </ac:grpSpMkLst>
        </pc:grpChg>
        <pc:picChg chg="add mod">
          <ac:chgData name="문 동진(KSTD)" userId="3d26c5c2-5d13-41b2-b4a9-bebd91ca5bef" providerId="ADAL" clId="{AC91C77A-115B-4066-B24C-58E72D5C40B6}" dt="2026-08-11T02:17:56.604" v="2802" actId="1076"/>
          <ac:picMkLst>
            <pc:docMk/>
            <pc:sldMk cId="1190993006" sldId="297"/>
            <ac:picMk id="80" creationId="{6A65AF0A-38DA-8B05-D663-CF3D2FA82CA6}"/>
          </ac:picMkLst>
        </pc:picChg>
      </pc:sldChg>
      <pc:sldChg chg="new del">
        <pc:chgData name="문 동진(KSTD)" userId="3d26c5c2-5d13-41b2-b4a9-bebd91ca5bef" providerId="ADAL" clId="{AC91C77A-115B-4066-B24C-58E72D5C40B6}" dt="2026-08-11T01:58:58.550" v="2607" actId="680"/>
        <pc:sldMkLst>
          <pc:docMk/>
          <pc:sldMk cId="2711800655" sldId="297"/>
        </pc:sldMkLst>
      </pc:sldChg>
      <pc:sldChg chg="add del ord">
        <pc:chgData name="문 동진(KSTD)" userId="3d26c5c2-5d13-41b2-b4a9-bebd91ca5bef" providerId="ADAL" clId="{AC91C77A-115B-4066-B24C-58E72D5C40B6}" dt="2026-08-11T02:20:05.731" v="2819" actId="47"/>
        <pc:sldMkLst>
          <pc:docMk/>
          <pc:sldMk cId="3161678526" sldId="298"/>
        </pc:sldMkLst>
      </pc:sldChg>
      <pc:sldChg chg="addSp delSp modSp add mod modTransition">
        <pc:chgData name="문 동진(KSTD)" userId="3d26c5c2-5d13-41b2-b4a9-bebd91ca5bef" providerId="ADAL" clId="{AC91C77A-115B-4066-B24C-58E72D5C40B6}" dt="2026-08-11T06:00:07.082" v="4674"/>
        <pc:sldMkLst>
          <pc:docMk/>
          <pc:sldMk cId="2216310449" sldId="299"/>
        </pc:sldMkLst>
        <pc:spChg chg="mod">
          <ac:chgData name="문 동진(KSTD)" userId="3d26c5c2-5d13-41b2-b4a9-bebd91ca5bef" providerId="ADAL" clId="{AC91C77A-115B-4066-B24C-58E72D5C40B6}" dt="2026-08-11T02:18:56.091" v="2813"/>
          <ac:spMkLst>
            <pc:docMk/>
            <pc:sldMk cId="2216310449" sldId="299"/>
            <ac:spMk id="7" creationId="{221132DE-E2FB-9FA8-400F-64F30D23B052}"/>
          </ac:spMkLst>
        </pc:spChg>
        <pc:spChg chg="mod">
          <ac:chgData name="문 동진(KSTD)" userId="3d26c5c2-5d13-41b2-b4a9-bebd91ca5bef" providerId="ADAL" clId="{AC91C77A-115B-4066-B24C-58E72D5C40B6}" dt="2026-08-11T02:18:56.091" v="2813"/>
          <ac:spMkLst>
            <pc:docMk/>
            <pc:sldMk cId="2216310449" sldId="299"/>
            <ac:spMk id="10" creationId="{85B5DCA0-6764-1C99-9CCC-F330A78C41AE}"/>
          </ac:spMkLst>
        </pc:spChg>
        <pc:spChg chg="mod">
          <ac:chgData name="문 동진(KSTD)" userId="3d26c5c2-5d13-41b2-b4a9-bebd91ca5bef" providerId="ADAL" clId="{AC91C77A-115B-4066-B24C-58E72D5C40B6}" dt="2026-08-11T02:18:56.091" v="2813"/>
          <ac:spMkLst>
            <pc:docMk/>
            <pc:sldMk cId="2216310449" sldId="299"/>
            <ac:spMk id="11" creationId="{2A8786B9-5F7F-339B-B2F6-50157872A451}"/>
          </ac:spMkLst>
        </pc:spChg>
        <pc:spChg chg="mod">
          <ac:chgData name="문 동진(KSTD)" userId="3d26c5c2-5d13-41b2-b4a9-bebd91ca5bef" providerId="ADAL" clId="{AC91C77A-115B-4066-B24C-58E72D5C40B6}" dt="2026-08-11T02:18:56.091" v="2813"/>
          <ac:spMkLst>
            <pc:docMk/>
            <pc:sldMk cId="2216310449" sldId="299"/>
            <ac:spMk id="12" creationId="{F3113990-6527-8082-FD32-568AD8509E6D}"/>
          </ac:spMkLst>
        </pc:spChg>
        <pc:spChg chg="mod">
          <ac:chgData name="문 동진(KSTD)" userId="3d26c5c2-5d13-41b2-b4a9-bebd91ca5bef" providerId="ADAL" clId="{AC91C77A-115B-4066-B24C-58E72D5C40B6}" dt="2026-08-11T02:18:56.091" v="2813"/>
          <ac:spMkLst>
            <pc:docMk/>
            <pc:sldMk cId="2216310449" sldId="299"/>
            <ac:spMk id="13" creationId="{C601A44B-DDBA-BC2B-2D30-BACC624BA21F}"/>
          </ac:spMkLst>
        </pc:spChg>
        <pc:spChg chg="mod">
          <ac:chgData name="문 동진(KSTD)" userId="3d26c5c2-5d13-41b2-b4a9-bebd91ca5bef" providerId="ADAL" clId="{AC91C77A-115B-4066-B24C-58E72D5C40B6}" dt="2026-08-11T02:18:56.091" v="2813"/>
          <ac:spMkLst>
            <pc:docMk/>
            <pc:sldMk cId="2216310449" sldId="299"/>
            <ac:spMk id="14" creationId="{2987777A-5C54-C32D-1467-EDC116EDB437}"/>
          </ac:spMkLst>
        </pc:spChg>
        <pc:spChg chg="mod">
          <ac:chgData name="문 동진(KSTD)" userId="3d26c5c2-5d13-41b2-b4a9-bebd91ca5bef" providerId="ADAL" clId="{AC91C77A-115B-4066-B24C-58E72D5C40B6}" dt="2026-08-11T02:18:56.091" v="2813"/>
          <ac:spMkLst>
            <pc:docMk/>
            <pc:sldMk cId="2216310449" sldId="299"/>
            <ac:spMk id="15" creationId="{E1721B3D-810D-AD9E-F239-ABF90F91AA99}"/>
          </ac:spMkLst>
        </pc:spChg>
        <pc:spChg chg="mod">
          <ac:chgData name="문 동진(KSTD)" userId="3d26c5c2-5d13-41b2-b4a9-bebd91ca5bef" providerId="ADAL" clId="{AC91C77A-115B-4066-B24C-58E72D5C40B6}" dt="2026-08-11T02:18:56.091" v="2813"/>
          <ac:spMkLst>
            <pc:docMk/>
            <pc:sldMk cId="2216310449" sldId="299"/>
            <ac:spMk id="16" creationId="{BBCE58F7-E482-B55E-A63F-22E03A25DAE2}"/>
          </ac:spMkLst>
        </pc:spChg>
        <pc:spChg chg="mod">
          <ac:chgData name="문 동진(KSTD)" userId="3d26c5c2-5d13-41b2-b4a9-bebd91ca5bef" providerId="ADAL" clId="{AC91C77A-115B-4066-B24C-58E72D5C40B6}" dt="2026-08-11T02:18:56.091" v="2813"/>
          <ac:spMkLst>
            <pc:docMk/>
            <pc:sldMk cId="2216310449" sldId="299"/>
            <ac:spMk id="17" creationId="{4F8C42A6-442E-E63F-197E-D7BE8002C3CF}"/>
          </ac:spMkLst>
        </pc:spChg>
        <pc:spChg chg="mod">
          <ac:chgData name="문 동진(KSTD)" userId="3d26c5c2-5d13-41b2-b4a9-bebd91ca5bef" providerId="ADAL" clId="{AC91C77A-115B-4066-B24C-58E72D5C40B6}" dt="2026-08-11T02:18:56.091" v="2813"/>
          <ac:spMkLst>
            <pc:docMk/>
            <pc:sldMk cId="2216310449" sldId="299"/>
            <ac:spMk id="26" creationId="{239F1A0E-AFAD-246D-4DAB-AD9001EC5914}"/>
          </ac:spMkLst>
        </pc:spChg>
        <pc:spChg chg="del">
          <ac:chgData name="문 동진(KSTD)" userId="3d26c5c2-5d13-41b2-b4a9-bebd91ca5bef" providerId="ADAL" clId="{AC91C77A-115B-4066-B24C-58E72D5C40B6}" dt="2026-08-11T02:27:35.411" v="2915" actId="478"/>
          <ac:spMkLst>
            <pc:docMk/>
            <pc:sldMk cId="2216310449" sldId="299"/>
            <ac:spMk id="32" creationId="{587BF786-66E0-9ACD-4E6C-32745F9BCFBD}"/>
          </ac:spMkLst>
        </pc:spChg>
        <pc:grpChg chg="del mod">
          <ac:chgData name="문 동진(KSTD)" userId="3d26c5c2-5d13-41b2-b4a9-bebd91ca5bef" providerId="ADAL" clId="{AC91C77A-115B-4066-B24C-58E72D5C40B6}" dt="2026-08-11T02:18:55.646" v="2812" actId="478"/>
          <ac:grpSpMkLst>
            <pc:docMk/>
            <pc:sldMk cId="2216310449" sldId="299"/>
            <ac:grpSpMk id="9" creationId="{C0CBD200-21D4-540F-3613-BD7A100189C0}"/>
          </ac:grpSpMkLst>
        </pc:grpChg>
        <pc:picChg chg="add mod">
          <ac:chgData name="문 동진(KSTD)" userId="3d26c5c2-5d13-41b2-b4a9-bebd91ca5bef" providerId="ADAL" clId="{AC91C77A-115B-4066-B24C-58E72D5C40B6}" dt="2026-08-11T02:19:00.034" v="2815" actId="1076"/>
          <ac:picMkLst>
            <pc:docMk/>
            <pc:sldMk cId="2216310449" sldId="299"/>
            <ac:picMk id="31" creationId="{DFCF8144-07D4-B7BD-380B-2794846CFE1E}"/>
          </ac:picMkLst>
        </pc:picChg>
      </pc:sldChg>
      <pc:sldChg chg="addSp delSp modSp add del mod modTransition setBg">
        <pc:chgData name="문 동진(KSTD)" userId="3d26c5c2-5d13-41b2-b4a9-bebd91ca5bef" providerId="ADAL" clId="{AC91C77A-115B-4066-B24C-58E72D5C40B6}" dt="2026-08-11T04:43:30.702" v="3851" actId="47"/>
        <pc:sldMkLst>
          <pc:docMk/>
          <pc:sldMk cId="3194600088" sldId="300"/>
        </pc:sldMkLst>
        <pc:spChg chg="add mod">
          <ac:chgData name="문 동진(KSTD)" userId="3d26c5c2-5d13-41b2-b4a9-bebd91ca5bef" providerId="ADAL" clId="{AC91C77A-115B-4066-B24C-58E72D5C40B6}" dt="2026-08-11T02:22:53.523" v="2835" actId="1076"/>
          <ac:spMkLst>
            <pc:docMk/>
            <pc:sldMk cId="3194600088" sldId="300"/>
            <ac:spMk id="8" creationId="{C3160907-B786-8AAB-0843-BC81A694F277}"/>
          </ac:spMkLst>
        </pc:spChg>
        <pc:spChg chg="add del">
          <ac:chgData name="문 동진(KSTD)" userId="3d26c5c2-5d13-41b2-b4a9-bebd91ca5bef" providerId="ADAL" clId="{AC91C77A-115B-4066-B24C-58E72D5C40B6}" dt="2026-08-11T04:42:10.025" v="3839" actId="22"/>
          <ac:spMkLst>
            <pc:docMk/>
            <pc:sldMk cId="3194600088" sldId="300"/>
            <ac:spMk id="10" creationId="{CCD6D1C3-B4CC-1119-A86A-C6CC6783BC0B}"/>
          </ac:spMkLst>
        </pc:spChg>
        <pc:spChg chg="add del">
          <ac:chgData name="문 동진(KSTD)" userId="3d26c5c2-5d13-41b2-b4a9-bebd91ca5bef" providerId="ADAL" clId="{AC91C77A-115B-4066-B24C-58E72D5C40B6}" dt="2026-08-11T04:42:10.025" v="3839" actId="22"/>
          <ac:spMkLst>
            <pc:docMk/>
            <pc:sldMk cId="3194600088" sldId="300"/>
            <ac:spMk id="12" creationId="{D4CA4665-F203-87EA-C2AD-11E02EC3EE7B}"/>
          </ac:spMkLst>
        </pc:spChg>
        <pc:spChg chg="del">
          <ac:chgData name="문 동진(KSTD)" userId="3d26c5c2-5d13-41b2-b4a9-bebd91ca5bef" providerId="ADAL" clId="{AC91C77A-115B-4066-B24C-58E72D5C40B6}" dt="2026-08-11T02:22:31.973" v="2832" actId="478"/>
          <ac:spMkLst>
            <pc:docMk/>
            <pc:sldMk cId="3194600088" sldId="300"/>
            <ac:spMk id="16" creationId="{E8098BEA-1CBE-1A32-B9D7-27793EB6C838}"/>
          </ac:spMkLst>
        </pc:spChg>
        <pc:spChg chg="add del">
          <ac:chgData name="문 동진(KSTD)" userId="3d26c5c2-5d13-41b2-b4a9-bebd91ca5bef" providerId="ADAL" clId="{AC91C77A-115B-4066-B24C-58E72D5C40B6}" dt="2026-08-11T04:42:10.025" v="3839" actId="22"/>
          <ac:spMkLst>
            <pc:docMk/>
            <pc:sldMk cId="3194600088" sldId="300"/>
            <ac:spMk id="18" creationId="{29EEAE7E-ADFC-890A-88EC-F1AFEE28D10F}"/>
          </ac:spMkLst>
        </pc:spChg>
        <pc:spChg chg="del">
          <ac:chgData name="문 동진(KSTD)" userId="3d26c5c2-5d13-41b2-b4a9-bebd91ca5bef" providerId="ADAL" clId="{AC91C77A-115B-4066-B24C-58E72D5C40B6}" dt="2026-08-11T02:27:33.997" v="2914" actId="478"/>
          <ac:spMkLst>
            <pc:docMk/>
            <pc:sldMk cId="3194600088" sldId="300"/>
            <ac:spMk id="21" creationId="{0D780BF7-F5D8-D0EE-BD6F-B021D44D7CDE}"/>
          </ac:spMkLst>
        </pc:spChg>
        <pc:picChg chg="add mod">
          <ac:chgData name="문 동진(KSTD)" userId="3d26c5c2-5d13-41b2-b4a9-bebd91ca5bef" providerId="ADAL" clId="{AC91C77A-115B-4066-B24C-58E72D5C40B6}" dt="2026-08-11T04:41:25.996" v="3834" actId="1076"/>
          <ac:picMkLst>
            <pc:docMk/>
            <pc:sldMk cId="3194600088" sldId="300"/>
            <ac:picMk id="6" creationId="{105547FD-7E80-1152-E345-14AEA6333E2C}"/>
          </ac:picMkLst>
        </pc:picChg>
        <pc:picChg chg="add del">
          <ac:chgData name="문 동진(KSTD)" userId="3d26c5c2-5d13-41b2-b4a9-bebd91ca5bef" providerId="ADAL" clId="{AC91C77A-115B-4066-B24C-58E72D5C40B6}" dt="2026-08-11T04:42:10.025" v="3839" actId="22"/>
          <ac:picMkLst>
            <pc:docMk/>
            <pc:sldMk cId="3194600088" sldId="300"/>
            <ac:picMk id="14" creationId="{4C7B33EF-DA79-817B-B638-8AD33DEA08C4}"/>
          </ac:picMkLst>
        </pc:picChg>
        <pc:picChg chg="add mod">
          <ac:chgData name="문 동진(KSTD)" userId="3d26c5c2-5d13-41b2-b4a9-bebd91ca5bef" providerId="ADAL" clId="{AC91C77A-115B-4066-B24C-58E72D5C40B6}" dt="2026-08-11T04:42:20.959" v="3844" actId="1076"/>
          <ac:picMkLst>
            <pc:docMk/>
            <pc:sldMk cId="3194600088" sldId="300"/>
            <ac:picMk id="25" creationId="{E36A90D2-5FD7-634F-57C2-54CE1274CFEC}"/>
          </ac:picMkLst>
        </pc:picChg>
        <pc:picChg chg="del">
          <ac:chgData name="문 동진(KSTD)" userId="3d26c5c2-5d13-41b2-b4a9-bebd91ca5bef" providerId="ADAL" clId="{AC91C77A-115B-4066-B24C-58E72D5C40B6}" dt="2026-08-11T02:22:31.973" v="2832" actId="478"/>
          <ac:picMkLst>
            <pc:docMk/>
            <pc:sldMk cId="3194600088" sldId="300"/>
            <ac:picMk id="28" creationId="{D58DF561-BE17-AB67-202E-910500ADBA69}"/>
          </ac:picMkLst>
        </pc:picChg>
      </pc:sldChg>
      <pc:sldChg chg="modSp add mod modTransition">
        <pc:chgData name="문 동진(KSTD)" userId="3d26c5c2-5d13-41b2-b4a9-bebd91ca5bef" providerId="ADAL" clId="{AC91C77A-115B-4066-B24C-58E72D5C40B6}" dt="2026-08-11T06:40:38.443" v="4801"/>
        <pc:sldMkLst>
          <pc:docMk/>
          <pc:sldMk cId="0" sldId="301"/>
        </pc:sldMkLst>
        <pc:spChg chg="mod">
          <ac:chgData name="문 동진(KSTD)" userId="3d26c5c2-5d13-41b2-b4a9-bebd91ca5bef" providerId="ADAL" clId="{AC91C77A-115B-4066-B24C-58E72D5C40B6}" dt="2026-08-11T02:24:15.569" v="2902" actId="20577"/>
          <ac:spMkLst>
            <pc:docMk/>
            <pc:sldMk cId="0" sldId="301"/>
            <ac:spMk id="705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2:23:59.277" v="2862" actId="20577"/>
          <ac:spMkLst>
            <pc:docMk/>
            <pc:sldMk cId="0" sldId="301"/>
            <ac:spMk id="709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2:23:53.810" v="2861" actId="20577"/>
          <ac:spMkLst>
            <pc:docMk/>
            <pc:sldMk cId="0" sldId="301"/>
            <ac:spMk id="713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2:23:46.289" v="2859" actId="20577"/>
          <ac:spMkLst>
            <pc:docMk/>
            <pc:sldMk cId="0" sldId="301"/>
            <ac:spMk id="716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40:27.806" v="4789"/>
          <ac:spMkLst>
            <pc:docMk/>
            <pc:sldMk cId="0" sldId="301"/>
            <ac:spMk id="717" creationId="{00000000-0000-0000-0000-000000000000}"/>
          </ac:spMkLst>
        </pc:spChg>
        <pc:spChg chg="mod">
          <ac:chgData name="문 동진(KSTD)" userId="3d26c5c2-5d13-41b2-b4a9-bebd91ca5bef" providerId="ADAL" clId="{AC91C77A-115B-4066-B24C-58E72D5C40B6}" dt="2026-08-11T06:40:38.443" v="4801"/>
          <ac:spMkLst>
            <pc:docMk/>
            <pc:sldMk cId="0" sldId="301"/>
            <ac:spMk id="721" creationId="{00000000-0000-0000-0000-000000000000}"/>
          </ac:spMkLst>
        </pc:spChg>
        <pc:picChg chg="mod">
          <ac:chgData name="문 동진(KSTD)" userId="3d26c5c2-5d13-41b2-b4a9-bebd91ca5bef" providerId="ADAL" clId="{AC91C77A-115B-4066-B24C-58E72D5C40B6}" dt="2026-08-11T02:24:18.241" v="2904" actId="1076"/>
          <ac:picMkLst>
            <pc:docMk/>
            <pc:sldMk cId="0" sldId="301"/>
            <ac:picMk id="40" creationId="{18650CBD-3D43-0CCF-CEDE-57994DD8AB94}"/>
          </ac:picMkLst>
        </pc:picChg>
      </pc:sldChg>
      <pc:sldChg chg="addSp delSp modSp add del mod ord modTransition setBg">
        <pc:chgData name="문 동진(KSTD)" userId="3d26c5c2-5d13-41b2-b4a9-bebd91ca5bef" providerId="ADAL" clId="{AC91C77A-115B-4066-B24C-58E72D5C40B6}" dt="2026-08-11T05:58:53.861" v="4667" actId="47"/>
        <pc:sldMkLst>
          <pc:docMk/>
          <pc:sldMk cId="1263759118" sldId="302"/>
        </pc:sldMkLst>
        <pc:spChg chg="mod">
          <ac:chgData name="문 동진(KSTD)" userId="3d26c5c2-5d13-41b2-b4a9-bebd91ca5bef" providerId="ADAL" clId="{AC91C77A-115B-4066-B24C-58E72D5C40B6}" dt="2026-08-11T04:37:07.400" v="3807" actId="2711"/>
          <ac:spMkLst>
            <pc:docMk/>
            <pc:sldMk cId="1263759118" sldId="302"/>
            <ac:spMk id="2" creationId="{CC139F41-40E6-ED95-784B-C52838262DBC}"/>
          </ac:spMkLst>
        </pc:spChg>
        <pc:spChg chg="mod">
          <ac:chgData name="문 동진(KSTD)" userId="3d26c5c2-5d13-41b2-b4a9-bebd91ca5bef" providerId="ADAL" clId="{AC91C77A-115B-4066-B24C-58E72D5C40B6}" dt="2026-08-11T04:37:59.657" v="3812" actId="20577"/>
          <ac:spMkLst>
            <pc:docMk/>
            <pc:sldMk cId="1263759118" sldId="302"/>
            <ac:spMk id="4" creationId="{4239D27C-658E-EC9C-7E52-2FAD56BC9838}"/>
          </ac:spMkLst>
        </pc:spChg>
        <pc:spChg chg="mod">
          <ac:chgData name="문 동진(KSTD)" userId="3d26c5c2-5d13-41b2-b4a9-bebd91ca5bef" providerId="ADAL" clId="{AC91C77A-115B-4066-B24C-58E72D5C40B6}" dt="2026-08-11T04:37:07.400" v="3807" actId="2711"/>
          <ac:spMkLst>
            <pc:docMk/>
            <pc:sldMk cId="1263759118" sldId="302"/>
            <ac:spMk id="6" creationId="{18A58639-2636-65B8-0612-5024EBBE4829}"/>
          </ac:spMkLst>
        </pc:spChg>
        <pc:spChg chg="mod">
          <ac:chgData name="문 동진(KSTD)" userId="3d26c5c2-5d13-41b2-b4a9-bebd91ca5bef" providerId="ADAL" clId="{AC91C77A-115B-4066-B24C-58E72D5C40B6}" dt="2026-08-11T04:03:27.574" v="3297" actId="20577"/>
          <ac:spMkLst>
            <pc:docMk/>
            <pc:sldMk cId="1263759118" sldId="302"/>
            <ac:spMk id="7" creationId="{66E4B930-D06B-6D50-2E84-5F46A9F37FC6}"/>
          </ac:spMkLst>
        </pc:spChg>
        <pc:spChg chg="mod">
          <ac:chgData name="문 동진(KSTD)" userId="3d26c5c2-5d13-41b2-b4a9-bebd91ca5bef" providerId="ADAL" clId="{AC91C77A-115B-4066-B24C-58E72D5C40B6}" dt="2026-08-11T04:37:07.400" v="3807" actId="2711"/>
          <ac:spMkLst>
            <pc:docMk/>
            <pc:sldMk cId="1263759118" sldId="302"/>
            <ac:spMk id="8" creationId="{D6DA186D-5B7A-211D-D5C7-5BA1B56A8BFA}"/>
          </ac:spMkLst>
        </pc:spChg>
        <pc:spChg chg="del">
          <ac:chgData name="문 동진(KSTD)" userId="3d26c5c2-5d13-41b2-b4a9-bebd91ca5bef" providerId="ADAL" clId="{AC91C77A-115B-4066-B24C-58E72D5C40B6}" dt="2026-08-11T03:53:37.219" v="3019" actId="478"/>
          <ac:spMkLst>
            <pc:docMk/>
            <pc:sldMk cId="1263759118" sldId="302"/>
            <ac:spMk id="9" creationId="{AAFC187B-CBFE-A274-C69B-F283C461D18D}"/>
          </ac:spMkLst>
        </pc:spChg>
        <pc:spChg chg="del">
          <ac:chgData name="문 동진(KSTD)" userId="3d26c5c2-5d13-41b2-b4a9-bebd91ca5bef" providerId="ADAL" clId="{AC91C77A-115B-4066-B24C-58E72D5C40B6}" dt="2026-08-11T03:53:37.219" v="3019" actId="478"/>
          <ac:spMkLst>
            <pc:docMk/>
            <pc:sldMk cId="1263759118" sldId="302"/>
            <ac:spMk id="10" creationId="{BCA49720-4FB8-E0E9-D11A-F79225A5A680}"/>
          </ac:spMkLst>
        </pc:spChg>
        <pc:spChg chg="del">
          <ac:chgData name="문 동진(KSTD)" userId="3d26c5c2-5d13-41b2-b4a9-bebd91ca5bef" providerId="ADAL" clId="{AC91C77A-115B-4066-B24C-58E72D5C40B6}" dt="2026-08-11T03:53:37.219" v="3019" actId="478"/>
          <ac:spMkLst>
            <pc:docMk/>
            <pc:sldMk cId="1263759118" sldId="302"/>
            <ac:spMk id="11" creationId="{D2D1128E-7229-5AD2-11AD-7AD242280B99}"/>
          </ac:spMkLst>
        </pc:spChg>
        <pc:spChg chg="del">
          <ac:chgData name="문 동진(KSTD)" userId="3d26c5c2-5d13-41b2-b4a9-bebd91ca5bef" providerId="ADAL" clId="{AC91C77A-115B-4066-B24C-58E72D5C40B6}" dt="2026-08-11T03:53:37.219" v="3019" actId="478"/>
          <ac:spMkLst>
            <pc:docMk/>
            <pc:sldMk cId="1263759118" sldId="302"/>
            <ac:spMk id="12" creationId="{6C29890A-ED57-F0D5-8BBF-C3D7D3D8779A}"/>
          </ac:spMkLst>
        </pc:spChg>
        <pc:spChg chg="del">
          <ac:chgData name="문 동진(KSTD)" userId="3d26c5c2-5d13-41b2-b4a9-bebd91ca5bef" providerId="ADAL" clId="{AC91C77A-115B-4066-B24C-58E72D5C40B6}" dt="2026-08-11T03:53:37.219" v="3019" actId="478"/>
          <ac:spMkLst>
            <pc:docMk/>
            <pc:sldMk cId="1263759118" sldId="302"/>
            <ac:spMk id="13" creationId="{988B6EFF-8597-F623-31AB-57D4D96FF65B}"/>
          </ac:spMkLst>
        </pc:spChg>
        <pc:spChg chg="del">
          <ac:chgData name="문 동진(KSTD)" userId="3d26c5c2-5d13-41b2-b4a9-bebd91ca5bef" providerId="ADAL" clId="{AC91C77A-115B-4066-B24C-58E72D5C40B6}" dt="2026-08-11T03:53:37.219" v="3019" actId="478"/>
          <ac:spMkLst>
            <pc:docMk/>
            <pc:sldMk cId="1263759118" sldId="302"/>
            <ac:spMk id="14" creationId="{4C4E45C9-5503-495E-AC87-394DBA882B60}"/>
          </ac:spMkLst>
        </pc:spChg>
        <pc:spChg chg="del">
          <ac:chgData name="문 동진(KSTD)" userId="3d26c5c2-5d13-41b2-b4a9-bebd91ca5bef" providerId="ADAL" clId="{AC91C77A-115B-4066-B24C-58E72D5C40B6}" dt="2026-08-11T03:53:37.219" v="3019" actId="478"/>
          <ac:spMkLst>
            <pc:docMk/>
            <pc:sldMk cId="1263759118" sldId="302"/>
            <ac:spMk id="15" creationId="{C6B212BE-5C71-04F7-3075-44FD3350AE04}"/>
          </ac:spMkLst>
        </pc:spChg>
        <pc:spChg chg="del">
          <ac:chgData name="문 동진(KSTD)" userId="3d26c5c2-5d13-41b2-b4a9-bebd91ca5bef" providerId="ADAL" clId="{AC91C77A-115B-4066-B24C-58E72D5C40B6}" dt="2026-08-11T03:53:37.219" v="3019" actId="478"/>
          <ac:spMkLst>
            <pc:docMk/>
            <pc:sldMk cId="1263759118" sldId="302"/>
            <ac:spMk id="16" creationId="{96DE545F-5190-A9B4-E343-98583B80CFFB}"/>
          </ac:spMkLst>
        </pc:spChg>
        <pc:spChg chg="mod">
          <ac:chgData name="문 동진(KSTD)" userId="3d26c5c2-5d13-41b2-b4a9-bebd91ca5bef" providerId="ADAL" clId="{AC91C77A-115B-4066-B24C-58E72D5C40B6}" dt="2026-08-11T04:37:07.400" v="3807" actId="2711"/>
          <ac:spMkLst>
            <pc:docMk/>
            <pc:sldMk cId="1263759118" sldId="302"/>
            <ac:spMk id="17" creationId="{2E6BCCFD-1BC7-775C-EEFA-42D25B2D5E87}"/>
          </ac:spMkLst>
        </pc:spChg>
        <pc:spChg chg="mod">
          <ac:chgData name="문 동진(KSTD)" userId="3d26c5c2-5d13-41b2-b4a9-bebd91ca5bef" providerId="ADAL" clId="{AC91C77A-115B-4066-B24C-58E72D5C40B6}" dt="2026-08-11T04:53:45.241" v="3956" actId="20577"/>
          <ac:spMkLst>
            <pc:docMk/>
            <pc:sldMk cId="1263759118" sldId="302"/>
            <ac:spMk id="18" creationId="{2BA52B10-31D0-3B56-478D-98DC9C7920BD}"/>
          </ac:spMkLst>
        </pc:spChg>
        <pc:spChg chg="add del mod">
          <ac:chgData name="문 동진(KSTD)" userId="3d26c5c2-5d13-41b2-b4a9-bebd91ca5bef" providerId="ADAL" clId="{AC91C77A-115B-4066-B24C-58E72D5C40B6}" dt="2026-08-11T04:03:52.268" v="3304" actId="478"/>
          <ac:spMkLst>
            <pc:docMk/>
            <pc:sldMk cId="1263759118" sldId="302"/>
            <ac:spMk id="38" creationId="{79F4BA60-37D1-6254-AA54-8C538456FF2C}"/>
          </ac:spMkLst>
        </pc:spChg>
        <pc:spChg chg="del">
          <ac:chgData name="문 동진(KSTD)" userId="3d26c5c2-5d13-41b2-b4a9-bebd91ca5bef" providerId="ADAL" clId="{AC91C77A-115B-4066-B24C-58E72D5C40B6}" dt="2026-08-11T04:03:52.268" v="3304" actId="478"/>
          <ac:spMkLst>
            <pc:docMk/>
            <pc:sldMk cId="1263759118" sldId="302"/>
            <ac:spMk id="40" creationId="{65E39C27-F27C-2AF9-F6FB-868E4136E2EE}"/>
          </ac:spMkLst>
        </pc:spChg>
        <pc:spChg chg="add del mod">
          <ac:chgData name="문 동진(KSTD)" userId="3d26c5c2-5d13-41b2-b4a9-bebd91ca5bef" providerId="ADAL" clId="{AC91C77A-115B-4066-B24C-58E72D5C40B6}" dt="2026-08-11T04:03:52.268" v="3304" actId="478"/>
          <ac:spMkLst>
            <pc:docMk/>
            <pc:sldMk cId="1263759118" sldId="302"/>
            <ac:spMk id="44" creationId="{B8DC7B19-6EDD-791F-7E87-B8E3107193C7}"/>
          </ac:spMkLst>
        </pc:spChg>
        <pc:spChg chg="add del mod">
          <ac:chgData name="문 동진(KSTD)" userId="3d26c5c2-5d13-41b2-b4a9-bebd91ca5bef" providerId="ADAL" clId="{AC91C77A-115B-4066-B24C-58E72D5C40B6}" dt="2026-08-11T04:03:52.268" v="3304" actId="478"/>
          <ac:spMkLst>
            <pc:docMk/>
            <pc:sldMk cId="1263759118" sldId="302"/>
            <ac:spMk id="46" creationId="{A2AA1F88-BC72-D328-6659-B204BF42399E}"/>
          </ac:spMkLst>
        </pc:spChg>
        <pc:spChg chg="add del mod">
          <ac:chgData name="문 동진(KSTD)" userId="3d26c5c2-5d13-41b2-b4a9-bebd91ca5bef" providerId="ADAL" clId="{AC91C77A-115B-4066-B24C-58E72D5C40B6}" dt="2026-08-11T04:03:52.268" v="3304" actId="478"/>
          <ac:spMkLst>
            <pc:docMk/>
            <pc:sldMk cId="1263759118" sldId="302"/>
            <ac:spMk id="48" creationId="{4DD0DC87-974A-6190-269C-55EA4CB50F2C}"/>
          </ac:spMkLst>
        </pc:spChg>
        <pc:spChg chg="add del mod">
          <ac:chgData name="문 동진(KSTD)" userId="3d26c5c2-5d13-41b2-b4a9-bebd91ca5bef" providerId="ADAL" clId="{AC91C77A-115B-4066-B24C-58E72D5C40B6}" dt="2026-08-11T04:03:52.268" v="3304" actId="478"/>
          <ac:spMkLst>
            <pc:docMk/>
            <pc:sldMk cId="1263759118" sldId="302"/>
            <ac:spMk id="50" creationId="{C349E4AE-BA77-6EF1-ED59-C0B82BE739ED}"/>
          </ac:spMkLst>
        </pc:spChg>
        <pc:spChg chg="add mod">
          <ac:chgData name="문 동진(KSTD)" userId="3d26c5c2-5d13-41b2-b4a9-bebd91ca5bef" providerId="ADAL" clId="{AC91C77A-115B-4066-B24C-58E72D5C40B6}" dt="2026-08-11T04:02:54.006" v="3287" actId="1076"/>
          <ac:spMkLst>
            <pc:docMk/>
            <pc:sldMk cId="1263759118" sldId="302"/>
            <ac:spMk id="54" creationId="{C6776501-A76E-E458-4964-017BB20147CC}"/>
          </ac:spMkLst>
        </pc:spChg>
        <pc:spChg chg="add mod">
          <ac:chgData name="문 동진(KSTD)" userId="3d26c5c2-5d13-41b2-b4a9-bebd91ca5bef" providerId="ADAL" clId="{AC91C77A-115B-4066-B24C-58E72D5C40B6}" dt="2026-08-11T05:40:48.161" v="4525" actId="164"/>
          <ac:spMkLst>
            <pc:docMk/>
            <pc:sldMk cId="1263759118" sldId="302"/>
            <ac:spMk id="58" creationId="{FA105185-3D09-569B-843C-0AEDA868986A}"/>
          </ac:spMkLst>
        </pc:spChg>
        <pc:spChg chg="add del mod">
          <ac:chgData name="문 동진(KSTD)" userId="3d26c5c2-5d13-41b2-b4a9-bebd91ca5bef" providerId="ADAL" clId="{AC91C77A-115B-4066-B24C-58E72D5C40B6}" dt="2026-08-11T05:40:21.293" v="4522" actId="478"/>
          <ac:spMkLst>
            <pc:docMk/>
            <pc:sldMk cId="1263759118" sldId="302"/>
            <ac:spMk id="60" creationId="{EF1DDEC6-1234-FB23-042C-54D1EC94D1F6}"/>
          </ac:spMkLst>
        </pc:spChg>
        <pc:spChg chg="add mod">
          <ac:chgData name="문 동진(KSTD)" userId="3d26c5c2-5d13-41b2-b4a9-bebd91ca5bef" providerId="ADAL" clId="{AC91C77A-115B-4066-B24C-58E72D5C40B6}" dt="2026-08-11T05:40:48.161" v="4525" actId="164"/>
          <ac:spMkLst>
            <pc:docMk/>
            <pc:sldMk cId="1263759118" sldId="302"/>
            <ac:spMk id="62" creationId="{FD178C66-B737-47A9-6225-32A1251918F8}"/>
          </ac:spMkLst>
        </pc:spChg>
        <pc:spChg chg="add del mod">
          <ac:chgData name="문 동진(KSTD)" userId="3d26c5c2-5d13-41b2-b4a9-bebd91ca5bef" providerId="ADAL" clId="{AC91C77A-115B-4066-B24C-58E72D5C40B6}" dt="2026-08-11T05:40:21.293" v="4522" actId="478"/>
          <ac:spMkLst>
            <pc:docMk/>
            <pc:sldMk cId="1263759118" sldId="302"/>
            <ac:spMk id="64" creationId="{8DAE2CDD-6871-91B3-CFFB-4CB8E377EABD}"/>
          </ac:spMkLst>
        </pc:spChg>
        <pc:spChg chg="add mod ord">
          <ac:chgData name="문 동진(KSTD)" userId="3d26c5c2-5d13-41b2-b4a9-bebd91ca5bef" providerId="ADAL" clId="{AC91C77A-115B-4066-B24C-58E72D5C40B6}" dt="2026-08-11T04:37:07.400" v="3807" actId="2711"/>
          <ac:spMkLst>
            <pc:docMk/>
            <pc:sldMk cId="1263759118" sldId="302"/>
            <ac:spMk id="69" creationId="{D199879D-790F-1FED-EB18-77F45586E777}"/>
          </ac:spMkLst>
        </pc:spChg>
        <pc:spChg chg="add del mod">
          <ac:chgData name="문 동진(KSTD)" userId="3d26c5c2-5d13-41b2-b4a9-bebd91ca5bef" providerId="ADAL" clId="{AC91C77A-115B-4066-B24C-58E72D5C40B6}" dt="2026-08-11T04:48:07.016" v="3919" actId="478"/>
          <ac:spMkLst>
            <pc:docMk/>
            <pc:sldMk cId="1263759118" sldId="302"/>
            <ac:spMk id="70" creationId="{FC902FAE-BD17-CFB1-5BF8-B83686432823}"/>
          </ac:spMkLst>
        </pc:spChg>
        <pc:spChg chg="add del mod">
          <ac:chgData name="문 동진(KSTD)" userId="3d26c5c2-5d13-41b2-b4a9-bebd91ca5bef" providerId="ADAL" clId="{AC91C77A-115B-4066-B24C-58E72D5C40B6}" dt="2026-08-11T04:48:07.016" v="3919" actId="478"/>
          <ac:spMkLst>
            <pc:docMk/>
            <pc:sldMk cId="1263759118" sldId="302"/>
            <ac:spMk id="71" creationId="{F409B450-B379-9C7C-0EC4-10DD480FE182}"/>
          </ac:spMkLst>
        </pc:spChg>
        <pc:spChg chg="add del mod">
          <ac:chgData name="문 동진(KSTD)" userId="3d26c5c2-5d13-41b2-b4a9-bebd91ca5bef" providerId="ADAL" clId="{AC91C77A-115B-4066-B24C-58E72D5C40B6}" dt="2026-08-11T04:48:07.016" v="3919" actId="478"/>
          <ac:spMkLst>
            <pc:docMk/>
            <pc:sldMk cId="1263759118" sldId="302"/>
            <ac:spMk id="72" creationId="{8792D9C8-3577-95C9-C373-58200B050CAF}"/>
          </ac:spMkLst>
        </pc:spChg>
        <pc:spChg chg="add del mod">
          <ac:chgData name="문 동진(KSTD)" userId="3d26c5c2-5d13-41b2-b4a9-bebd91ca5bef" providerId="ADAL" clId="{AC91C77A-115B-4066-B24C-58E72D5C40B6}" dt="2026-08-11T04:48:07.016" v="3919" actId="478"/>
          <ac:spMkLst>
            <pc:docMk/>
            <pc:sldMk cId="1263759118" sldId="302"/>
            <ac:spMk id="73" creationId="{8D4C32AD-D29F-DAE0-BE8F-0C4FCAF6FA88}"/>
          </ac:spMkLst>
        </pc:spChg>
        <pc:spChg chg="add del mod">
          <ac:chgData name="문 동진(KSTD)" userId="3d26c5c2-5d13-41b2-b4a9-bebd91ca5bef" providerId="ADAL" clId="{AC91C77A-115B-4066-B24C-58E72D5C40B6}" dt="2026-08-11T04:48:07.016" v="3919" actId="478"/>
          <ac:spMkLst>
            <pc:docMk/>
            <pc:sldMk cId="1263759118" sldId="302"/>
            <ac:spMk id="74" creationId="{24B1A904-6ED9-2CB7-A5D8-BC97052F4263}"/>
          </ac:spMkLst>
        </pc:spChg>
        <pc:spChg chg="add mod">
          <ac:chgData name="문 동진(KSTD)" userId="3d26c5c2-5d13-41b2-b4a9-bebd91ca5bef" providerId="ADAL" clId="{AC91C77A-115B-4066-B24C-58E72D5C40B6}" dt="2026-08-11T04:00:07.871" v="3120" actId="571"/>
          <ac:spMkLst>
            <pc:docMk/>
            <pc:sldMk cId="1263759118" sldId="302"/>
            <ac:spMk id="75" creationId="{A0BE9EED-B9B2-0705-927A-06E38CCF9670}"/>
          </ac:spMkLst>
        </pc:spChg>
        <pc:spChg chg="add mod">
          <ac:chgData name="문 동진(KSTD)" userId="3d26c5c2-5d13-41b2-b4a9-bebd91ca5bef" providerId="ADAL" clId="{AC91C77A-115B-4066-B24C-58E72D5C40B6}" dt="2026-08-11T05:40:50.863" v="4526" actId="164"/>
          <ac:spMkLst>
            <pc:docMk/>
            <pc:sldMk cId="1263759118" sldId="302"/>
            <ac:spMk id="76" creationId="{E27F80FD-B6F5-A14A-1ECF-86487DC48533}"/>
          </ac:spMkLst>
        </pc:spChg>
        <pc:spChg chg="add mod">
          <ac:chgData name="문 동진(KSTD)" userId="3d26c5c2-5d13-41b2-b4a9-bebd91ca5bef" providerId="ADAL" clId="{AC91C77A-115B-4066-B24C-58E72D5C40B6}" dt="2026-08-11T05:40:50.863" v="4526" actId="164"/>
          <ac:spMkLst>
            <pc:docMk/>
            <pc:sldMk cId="1263759118" sldId="302"/>
            <ac:spMk id="77" creationId="{DAA51E93-BA64-D106-1994-DC35B2631199}"/>
          </ac:spMkLst>
        </pc:spChg>
        <pc:spChg chg="add mod">
          <ac:chgData name="문 동진(KSTD)" userId="3d26c5c2-5d13-41b2-b4a9-bebd91ca5bef" providerId="ADAL" clId="{AC91C77A-115B-4066-B24C-58E72D5C40B6}" dt="2026-08-11T05:40:50.863" v="4526" actId="164"/>
          <ac:spMkLst>
            <pc:docMk/>
            <pc:sldMk cId="1263759118" sldId="302"/>
            <ac:spMk id="79" creationId="{F0369CEA-901B-322D-7737-2F50324CB09A}"/>
          </ac:spMkLst>
        </pc:spChg>
        <pc:spChg chg="add mod">
          <ac:chgData name="문 동진(KSTD)" userId="3d26c5c2-5d13-41b2-b4a9-bebd91ca5bef" providerId="ADAL" clId="{AC91C77A-115B-4066-B24C-58E72D5C40B6}" dt="2026-08-11T05:40:50.863" v="4526" actId="164"/>
          <ac:spMkLst>
            <pc:docMk/>
            <pc:sldMk cId="1263759118" sldId="302"/>
            <ac:spMk id="81" creationId="{C637CF36-F842-0953-3A3A-ED799FF7424D}"/>
          </ac:spMkLst>
        </pc:spChg>
        <pc:spChg chg="add mod">
          <ac:chgData name="문 동진(KSTD)" userId="3d26c5c2-5d13-41b2-b4a9-bebd91ca5bef" providerId="ADAL" clId="{AC91C77A-115B-4066-B24C-58E72D5C40B6}" dt="2026-08-11T05:40:50.863" v="4526" actId="164"/>
          <ac:spMkLst>
            <pc:docMk/>
            <pc:sldMk cId="1263759118" sldId="302"/>
            <ac:spMk id="83" creationId="{45D5AE21-0B41-6309-E9D8-9E0E5EAAFDB7}"/>
          </ac:spMkLst>
        </pc:spChg>
        <pc:spChg chg="add mod">
          <ac:chgData name="문 동진(KSTD)" userId="3d26c5c2-5d13-41b2-b4a9-bebd91ca5bef" providerId="ADAL" clId="{AC91C77A-115B-4066-B24C-58E72D5C40B6}" dt="2026-08-11T05:40:50.863" v="4526" actId="164"/>
          <ac:spMkLst>
            <pc:docMk/>
            <pc:sldMk cId="1263759118" sldId="302"/>
            <ac:spMk id="85" creationId="{70C4CEF4-FB25-0AC5-B2D4-F723D2E742F1}"/>
          </ac:spMkLst>
        </pc:spChg>
        <pc:spChg chg="add mod">
          <ac:chgData name="문 동진(KSTD)" userId="3d26c5c2-5d13-41b2-b4a9-bebd91ca5bef" providerId="ADAL" clId="{AC91C77A-115B-4066-B24C-58E72D5C40B6}" dt="2026-08-11T05:40:50.863" v="4526" actId="164"/>
          <ac:spMkLst>
            <pc:docMk/>
            <pc:sldMk cId="1263759118" sldId="302"/>
            <ac:spMk id="87" creationId="{F903F14A-6F8F-E500-E08F-892221EAFACD}"/>
          </ac:spMkLst>
        </pc:spChg>
        <pc:grpChg chg="del">
          <ac:chgData name="문 동진(KSTD)" userId="3d26c5c2-5d13-41b2-b4a9-bebd91ca5bef" providerId="ADAL" clId="{AC91C77A-115B-4066-B24C-58E72D5C40B6}" dt="2026-08-11T05:37:22.833" v="4507" actId="478"/>
          <ac:grpSpMkLst>
            <pc:docMk/>
            <pc:sldMk cId="1263759118" sldId="302"/>
            <ac:grpSpMk id="25" creationId="{A07230F0-CDB9-1D47-7076-899618384C8D}"/>
          </ac:grpSpMkLst>
        </pc:grpChg>
        <pc:grpChg chg="add mod">
          <ac:chgData name="문 동진(KSTD)" userId="3d26c5c2-5d13-41b2-b4a9-bebd91ca5bef" providerId="ADAL" clId="{AC91C77A-115B-4066-B24C-58E72D5C40B6}" dt="2026-08-11T05:37:22.992" v="4508"/>
          <ac:grpSpMkLst>
            <pc:docMk/>
            <pc:sldMk cId="1263759118" sldId="302"/>
            <ac:grpSpMk id="88" creationId="{9050BFF7-167C-4180-6D66-EC31FA252799}"/>
          </ac:grpSpMkLst>
        </pc:grpChg>
        <pc:grpChg chg="add mod">
          <ac:chgData name="문 동진(KSTD)" userId="3d26c5c2-5d13-41b2-b4a9-bebd91ca5bef" providerId="ADAL" clId="{AC91C77A-115B-4066-B24C-58E72D5C40B6}" dt="2026-08-11T05:41:06.371" v="4534" actId="1076"/>
          <ac:grpSpMkLst>
            <pc:docMk/>
            <pc:sldMk cId="1263759118" sldId="302"/>
            <ac:grpSpMk id="91" creationId="{AF04F423-0261-4014-89AE-ECC7C15E38E2}"/>
          </ac:grpSpMkLst>
        </pc:grpChg>
        <pc:grpChg chg="add mod">
          <ac:chgData name="문 동진(KSTD)" userId="3d26c5c2-5d13-41b2-b4a9-bebd91ca5bef" providerId="ADAL" clId="{AC91C77A-115B-4066-B24C-58E72D5C40B6}" dt="2026-08-11T05:41:05.917" v="4533" actId="1076"/>
          <ac:grpSpMkLst>
            <pc:docMk/>
            <pc:sldMk cId="1263759118" sldId="302"/>
            <ac:grpSpMk id="92" creationId="{C57F44BD-E68A-9018-35CC-5F867C73713E}"/>
          </ac:grpSpMkLst>
        </pc:grpChg>
        <pc:picChg chg="del">
          <ac:chgData name="문 동진(KSTD)" userId="3d26c5c2-5d13-41b2-b4a9-bebd91ca5bef" providerId="ADAL" clId="{AC91C77A-115B-4066-B24C-58E72D5C40B6}" dt="2026-08-11T04:03:52.268" v="3304" actId="478"/>
          <ac:picMkLst>
            <pc:docMk/>
            <pc:sldMk cId="1263759118" sldId="302"/>
            <ac:picMk id="21" creationId="{B207EBBF-79EE-C1DB-DD2A-1873283C62B1}"/>
          </ac:picMkLst>
        </pc:picChg>
        <pc:picChg chg="del">
          <ac:chgData name="문 동진(KSTD)" userId="3d26c5c2-5d13-41b2-b4a9-bebd91ca5bef" providerId="ADAL" clId="{AC91C77A-115B-4066-B24C-58E72D5C40B6}" dt="2026-08-11T04:03:52.268" v="3304" actId="478"/>
          <ac:picMkLst>
            <pc:docMk/>
            <pc:sldMk cId="1263759118" sldId="302"/>
            <ac:picMk id="23" creationId="{3AA42C87-AB21-FD54-38C5-7CD716C8EE0F}"/>
          </ac:picMkLst>
        </pc:picChg>
        <pc:picChg chg="del">
          <ac:chgData name="문 동진(KSTD)" userId="3d26c5c2-5d13-41b2-b4a9-bebd91ca5bef" providerId="ADAL" clId="{AC91C77A-115B-4066-B24C-58E72D5C40B6}" dt="2026-08-11T04:03:52.268" v="3304" actId="478"/>
          <ac:picMkLst>
            <pc:docMk/>
            <pc:sldMk cId="1263759118" sldId="302"/>
            <ac:picMk id="32" creationId="{E374BDC7-0AE9-BFDF-E8FF-8D0CC4CC73F9}"/>
          </ac:picMkLst>
        </pc:picChg>
        <pc:picChg chg="mod">
          <ac:chgData name="문 동진(KSTD)" userId="3d26c5c2-5d13-41b2-b4a9-bebd91ca5bef" providerId="ADAL" clId="{AC91C77A-115B-4066-B24C-58E72D5C40B6}" dt="2026-08-11T05:40:48.161" v="4525" actId="164"/>
          <ac:picMkLst>
            <pc:docMk/>
            <pc:sldMk cId="1263759118" sldId="302"/>
            <ac:picMk id="34" creationId="{E886C847-3566-E72F-B455-B4AA2F45E7DF}"/>
          </ac:picMkLst>
        </pc:picChg>
        <pc:picChg chg="add del mod">
          <ac:chgData name="문 동진(KSTD)" userId="3d26c5c2-5d13-41b2-b4a9-bebd91ca5bef" providerId="ADAL" clId="{AC91C77A-115B-4066-B24C-58E72D5C40B6}" dt="2026-08-11T05:40:48.161" v="4525" actId="164"/>
          <ac:picMkLst>
            <pc:docMk/>
            <pc:sldMk cId="1263759118" sldId="302"/>
            <ac:picMk id="36" creationId="{A25FF6D6-6846-81B6-08E4-B99A4315DFA6}"/>
          </ac:picMkLst>
        </pc:picChg>
        <pc:picChg chg="del">
          <ac:chgData name="문 동진(KSTD)" userId="3d26c5c2-5d13-41b2-b4a9-bebd91ca5bef" providerId="ADAL" clId="{AC91C77A-115B-4066-B24C-58E72D5C40B6}" dt="2026-08-11T04:03:52.268" v="3304" actId="478"/>
          <ac:picMkLst>
            <pc:docMk/>
            <pc:sldMk cId="1263759118" sldId="302"/>
            <ac:picMk id="42" creationId="{1F759F25-3BCF-4CEA-95A8-F81E708B73D7}"/>
          </ac:picMkLst>
        </pc:picChg>
        <pc:picChg chg="del mod">
          <ac:chgData name="문 동진(KSTD)" userId="3d26c5c2-5d13-41b2-b4a9-bebd91ca5bef" providerId="ADAL" clId="{AC91C77A-115B-4066-B24C-58E72D5C40B6}" dt="2026-08-11T03:55:45.534" v="3032" actId="478"/>
          <ac:picMkLst>
            <pc:docMk/>
            <pc:sldMk cId="1263759118" sldId="302"/>
            <ac:picMk id="66" creationId="{D3CEE8B4-19E7-4163-9023-26110D8860DD}"/>
          </ac:picMkLst>
        </pc:picChg>
        <pc:picChg chg="del mod">
          <ac:chgData name="문 동진(KSTD)" userId="3d26c5c2-5d13-41b2-b4a9-bebd91ca5bef" providerId="ADAL" clId="{AC91C77A-115B-4066-B24C-58E72D5C40B6}" dt="2026-08-11T03:55:44.430" v="3031" actId="478"/>
          <ac:picMkLst>
            <pc:docMk/>
            <pc:sldMk cId="1263759118" sldId="302"/>
            <ac:picMk id="68" creationId="{1F989F54-22F8-6F8D-AD79-87B10619E0F2}"/>
          </ac:picMkLst>
        </pc:picChg>
        <pc:picChg chg="mod">
          <ac:chgData name="문 동진(KSTD)" userId="3d26c5c2-5d13-41b2-b4a9-bebd91ca5bef" providerId="ADAL" clId="{AC91C77A-115B-4066-B24C-58E72D5C40B6}" dt="2026-08-11T05:37:22.992" v="4508"/>
          <ac:picMkLst>
            <pc:docMk/>
            <pc:sldMk cId="1263759118" sldId="302"/>
            <ac:picMk id="89" creationId="{D412BC1E-1948-E4CC-377A-4BA9EEEBA31C}"/>
          </ac:picMkLst>
        </pc:picChg>
        <pc:picChg chg="mod">
          <ac:chgData name="문 동진(KSTD)" userId="3d26c5c2-5d13-41b2-b4a9-bebd91ca5bef" providerId="ADAL" clId="{AC91C77A-115B-4066-B24C-58E72D5C40B6}" dt="2026-08-11T05:37:22.992" v="4508"/>
          <ac:picMkLst>
            <pc:docMk/>
            <pc:sldMk cId="1263759118" sldId="302"/>
            <ac:picMk id="90" creationId="{922BDB70-9388-B5D0-96C8-575F4B1696B7}"/>
          </ac:picMkLst>
        </pc:picChg>
      </pc:sldChg>
      <pc:sldChg chg="add del setBg">
        <pc:chgData name="문 동진(KSTD)" userId="3d26c5c2-5d13-41b2-b4a9-bebd91ca5bef" providerId="ADAL" clId="{AC91C77A-115B-4066-B24C-58E72D5C40B6}" dt="2026-08-11T03:53:25.009" v="3012"/>
        <pc:sldMkLst>
          <pc:docMk/>
          <pc:sldMk cId="3112498020" sldId="302"/>
        </pc:sldMkLst>
      </pc:sldChg>
      <pc:sldChg chg="add del ord setBg">
        <pc:chgData name="문 동진(KSTD)" userId="3d26c5c2-5d13-41b2-b4a9-bebd91ca5bef" providerId="ADAL" clId="{AC91C77A-115B-4066-B24C-58E72D5C40B6}" dt="2026-08-11T04:39:06.163" v="3815" actId="47"/>
        <pc:sldMkLst>
          <pc:docMk/>
          <pc:sldMk cId="1055240857" sldId="303"/>
        </pc:sldMkLst>
      </pc:sldChg>
      <pc:sldChg chg="add del setBg">
        <pc:chgData name="문 동진(KSTD)" userId="3d26c5c2-5d13-41b2-b4a9-bebd91ca5bef" providerId="ADAL" clId="{AC91C77A-115B-4066-B24C-58E72D5C40B6}" dt="2026-08-11T03:53:24.706" v="3011"/>
        <pc:sldMkLst>
          <pc:docMk/>
          <pc:sldMk cId="3256070875" sldId="303"/>
        </pc:sldMkLst>
      </pc:sldChg>
      <pc:sldChg chg="add del ord setBg">
        <pc:chgData name="문 동진(KSTD)" userId="3d26c5c2-5d13-41b2-b4a9-bebd91ca5bef" providerId="ADAL" clId="{AC91C77A-115B-4066-B24C-58E72D5C40B6}" dt="2026-08-11T04:37:38.569" v="3808" actId="47"/>
        <pc:sldMkLst>
          <pc:docMk/>
          <pc:sldMk cId="2155480161" sldId="304"/>
        </pc:sldMkLst>
      </pc:sldChg>
      <pc:sldChg chg="add del setBg">
        <pc:chgData name="문 동진(KSTD)" userId="3d26c5c2-5d13-41b2-b4a9-bebd91ca5bef" providerId="ADAL" clId="{AC91C77A-115B-4066-B24C-58E72D5C40B6}" dt="2026-08-11T03:53:24.222" v="3010"/>
        <pc:sldMkLst>
          <pc:docMk/>
          <pc:sldMk cId="3424438987" sldId="304"/>
        </pc:sldMkLst>
      </pc:sldChg>
      <pc:sldChg chg="addSp delSp modSp add del mod modTransition setBg">
        <pc:chgData name="문 동진(KSTD)" userId="3d26c5c2-5d13-41b2-b4a9-bebd91ca5bef" providerId="ADAL" clId="{AC91C77A-115B-4066-B24C-58E72D5C40B6}" dt="2026-08-11T05:58:53.861" v="4667" actId="47"/>
        <pc:sldMkLst>
          <pc:docMk/>
          <pc:sldMk cId="189920227" sldId="305"/>
        </pc:sldMkLst>
        <pc:spChg chg="mod">
          <ac:chgData name="문 동진(KSTD)" userId="3d26c5c2-5d13-41b2-b4a9-bebd91ca5bef" providerId="ADAL" clId="{AC91C77A-115B-4066-B24C-58E72D5C40B6}" dt="2026-08-11T04:37:02.897" v="3806" actId="2711"/>
          <ac:spMkLst>
            <pc:docMk/>
            <pc:sldMk cId="189920227" sldId="305"/>
            <ac:spMk id="2" creationId="{5BC9EDFD-1C1C-2DBA-2226-5C0166544C89}"/>
          </ac:spMkLst>
        </pc:spChg>
        <pc:spChg chg="mod">
          <ac:chgData name="문 동진(KSTD)" userId="3d26c5c2-5d13-41b2-b4a9-bebd91ca5bef" providerId="ADAL" clId="{AC91C77A-115B-4066-B24C-58E72D5C40B6}" dt="2026-08-11T04:38:15.055" v="3813" actId="20577"/>
          <ac:spMkLst>
            <pc:docMk/>
            <pc:sldMk cId="189920227" sldId="305"/>
            <ac:spMk id="4" creationId="{C6FBA052-335F-1CA0-226E-879223D9B47E}"/>
          </ac:spMkLst>
        </pc:spChg>
        <pc:spChg chg="mod">
          <ac:chgData name="문 동진(KSTD)" userId="3d26c5c2-5d13-41b2-b4a9-bebd91ca5bef" providerId="ADAL" clId="{AC91C77A-115B-4066-B24C-58E72D5C40B6}" dt="2026-08-11T04:37:02.897" v="3806" actId="2711"/>
          <ac:spMkLst>
            <pc:docMk/>
            <pc:sldMk cId="189920227" sldId="305"/>
            <ac:spMk id="5" creationId="{CBD4C4AC-9DC0-7097-6CB9-119405B05EA6}"/>
          </ac:spMkLst>
        </pc:spChg>
        <pc:spChg chg="mod">
          <ac:chgData name="문 동진(KSTD)" userId="3d26c5c2-5d13-41b2-b4a9-bebd91ca5bef" providerId="ADAL" clId="{AC91C77A-115B-4066-B24C-58E72D5C40B6}" dt="2026-08-11T04:37:02.897" v="3806" actId="2711"/>
          <ac:spMkLst>
            <pc:docMk/>
            <pc:sldMk cId="189920227" sldId="305"/>
            <ac:spMk id="6" creationId="{CBA81A8C-C92F-A38B-9FC9-11CEEFB3B753}"/>
          </ac:spMkLst>
        </pc:spChg>
        <pc:spChg chg="mod">
          <ac:chgData name="문 동진(KSTD)" userId="3d26c5c2-5d13-41b2-b4a9-bebd91ca5bef" providerId="ADAL" clId="{AC91C77A-115B-4066-B24C-58E72D5C40B6}" dt="2026-08-11T04:37:02.897" v="3806" actId="2711"/>
          <ac:spMkLst>
            <pc:docMk/>
            <pc:sldMk cId="189920227" sldId="305"/>
            <ac:spMk id="7" creationId="{319E5C14-4664-FBBD-92E7-9655D4CEAC59}"/>
          </ac:spMkLst>
        </pc:spChg>
        <pc:spChg chg="mod">
          <ac:chgData name="문 동진(KSTD)" userId="3d26c5c2-5d13-41b2-b4a9-bebd91ca5bef" providerId="ADAL" clId="{AC91C77A-115B-4066-B24C-58E72D5C40B6}" dt="2026-08-11T04:07:50.428" v="3320" actId="20577"/>
          <ac:spMkLst>
            <pc:docMk/>
            <pc:sldMk cId="189920227" sldId="305"/>
            <ac:spMk id="8" creationId="{B90D313B-1695-EB4E-C7D3-383EF5381C6D}"/>
          </ac:spMkLst>
        </pc:spChg>
        <pc:spChg chg="mod">
          <ac:chgData name="문 동진(KSTD)" userId="3d26c5c2-5d13-41b2-b4a9-bebd91ca5bef" providerId="ADAL" clId="{AC91C77A-115B-4066-B24C-58E72D5C40B6}" dt="2026-08-11T04:37:02.897" v="3806" actId="2711"/>
          <ac:spMkLst>
            <pc:docMk/>
            <pc:sldMk cId="189920227" sldId="305"/>
            <ac:spMk id="17" creationId="{AEF172D2-C4C9-5710-0B45-4364A46F924B}"/>
          </ac:spMkLst>
        </pc:spChg>
        <pc:spChg chg="mod">
          <ac:chgData name="문 동진(KSTD)" userId="3d26c5c2-5d13-41b2-b4a9-bebd91ca5bef" providerId="ADAL" clId="{AC91C77A-115B-4066-B24C-58E72D5C40B6}" dt="2026-08-11T04:09:32.596" v="3361" actId="113"/>
          <ac:spMkLst>
            <pc:docMk/>
            <pc:sldMk cId="189920227" sldId="305"/>
            <ac:spMk id="18" creationId="{8B6C78C2-77ED-58B3-F5F1-C37042DCD296}"/>
          </ac:spMkLst>
        </pc:spChg>
        <pc:spChg chg="add del mod">
          <ac:chgData name="문 동진(KSTD)" userId="3d26c5c2-5d13-41b2-b4a9-bebd91ca5bef" providerId="ADAL" clId="{AC91C77A-115B-4066-B24C-58E72D5C40B6}" dt="2026-08-11T04:11:56.451" v="3457" actId="478"/>
          <ac:spMkLst>
            <pc:docMk/>
            <pc:sldMk cId="189920227" sldId="305"/>
            <ac:spMk id="30" creationId="{233B00B7-6F3B-C12A-3224-96A6994B807D}"/>
          </ac:spMkLst>
        </pc:spChg>
        <pc:spChg chg="add del mod">
          <ac:chgData name="문 동진(KSTD)" userId="3d26c5c2-5d13-41b2-b4a9-bebd91ca5bef" providerId="ADAL" clId="{AC91C77A-115B-4066-B24C-58E72D5C40B6}" dt="2026-08-11T04:11:56.451" v="3457" actId="478"/>
          <ac:spMkLst>
            <pc:docMk/>
            <pc:sldMk cId="189920227" sldId="305"/>
            <ac:spMk id="32" creationId="{8309CF35-204C-88D2-DB3C-3B65CE1DEA29}"/>
          </ac:spMkLst>
        </pc:spChg>
        <pc:spChg chg="add del mod">
          <ac:chgData name="문 동진(KSTD)" userId="3d26c5c2-5d13-41b2-b4a9-bebd91ca5bef" providerId="ADAL" clId="{AC91C77A-115B-4066-B24C-58E72D5C40B6}" dt="2026-08-11T04:11:56.451" v="3457" actId="478"/>
          <ac:spMkLst>
            <pc:docMk/>
            <pc:sldMk cId="189920227" sldId="305"/>
            <ac:spMk id="35" creationId="{BFEA7D04-BB99-FD4F-6468-1266ED1EFDEB}"/>
          </ac:spMkLst>
        </pc:spChg>
        <pc:spChg chg="add del mod">
          <ac:chgData name="문 동진(KSTD)" userId="3d26c5c2-5d13-41b2-b4a9-bebd91ca5bef" providerId="ADAL" clId="{AC91C77A-115B-4066-B24C-58E72D5C40B6}" dt="2026-08-11T04:11:56.451" v="3457" actId="478"/>
          <ac:spMkLst>
            <pc:docMk/>
            <pc:sldMk cId="189920227" sldId="305"/>
            <ac:spMk id="38" creationId="{7378E9DE-DE3A-E6AE-F218-6E4D299B9F7A}"/>
          </ac:spMkLst>
        </pc:spChg>
        <pc:spChg chg="add del mod">
          <ac:chgData name="문 동진(KSTD)" userId="3d26c5c2-5d13-41b2-b4a9-bebd91ca5bef" providerId="ADAL" clId="{AC91C77A-115B-4066-B24C-58E72D5C40B6}" dt="2026-08-11T04:11:56.451" v="3457" actId="478"/>
          <ac:spMkLst>
            <pc:docMk/>
            <pc:sldMk cId="189920227" sldId="305"/>
            <ac:spMk id="46" creationId="{675639DD-6E76-073A-CF6A-ED09BE1DEFC5}"/>
          </ac:spMkLst>
        </pc:spChg>
        <pc:spChg chg="add del mod">
          <ac:chgData name="문 동진(KSTD)" userId="3d26c5c2-5d13-41b2-b4a9-bebd91ca5bef" providerId="ADAL" clId="{AC91C77A-115B-4066-B24C-58E72D5C40B6}" dt="2026-08-11T04:11:56.451" v="3457" actId="478"/>
          <ac:spMkLst>
            <pc:docMk/>
            <pc:sldMk cId="189920227" sldId="305"/>
            <ac:spMk id="48" creationId="{ADFB9413-936C-4330-104D-5EABFB04FCA6}"/>
          </ac:spMkLst>
        </pc:spChg>
        <pc:spChg chg="add del mod">
          <ac:chgData name="문 동진(KSTD)" userId="3d26c5c2-5d13-41b2-b4a9-bebd91ca5bef" providerId="ADAL" clId="{AC91C77A-115B-4066-B24C-58E72D5C40B6}" dt="2026-08-11T04:11:56.451" v="3457" actId="478"/>
          <ac:spMkLst>
            <pc:docMk/>
            <pc:sldMk cId="189920227" sldId="305"/>
            <ac:spMk id="50" creationId="{76EEA4AC-7EBD-4C6D-F95B-5FD10090F0AF}"/>
          </ac:spMkLst>
        </pc:spChg>
        <pc:spChg chg="mod">
          <ac:chgData name="문 동진(KSTD)" userId="3d26c5c2-5d13-41b2-b4a9-bebd91ca5bef" providerId="ADAL" clId="{AC91C77A-115B-4066-B24C-58E72D5C40B6}" dt="2026-08-11T04:37:02.897" v="3806" actId="2711"/>
          <ac:spMkLst>
            <pc:docMk/>
            <pc:sldMk cId="189920227" sldId="305"/>
            <ac:spMk id="54" creationId="{912AC507-186E-3444-FA79-050297D8E4AC}"/>
          </ac:spMkLst>
        </pc:spChg>
        <pc:spChg chg="mod">
          <ac:chgData name="문 동진(KSTD)" userId="3d26c5c2-5d13-41b2-b4a9-bebd91ca5bef" providerId="ADAL" clId="{AC91C77A-115B-4066-B24C-58E72D5C40B6}" dt="2026-08-11T04:11:40.465" v="3440"/>
          <ac:spMkLst>
            <pc:docMk/>
            <pc:sldMk cId="189920227" sldId="305"/>
            <ac:spMk id="58" creationId="{EE263EEE-EE8B-E980-7590-EB2C060A8FDA}"/>
          </ac:spMkLst>
        </pc:spChg>
        <pc:spChg chg="del mod">
          <ac:chgData name="문 동진(KSTD)" userId="3d26c5c2-5d13-41b2-b4a9-bebd91ca5bef" providerId="ADAL" clId="{AC91C77A-115B-4066-B24C-58E72D5C40B6}" dt="2026-08-11T05:41:13.987" v="4535" actId="478"/>
          <ac:spMkLst>
            <pc:docMk/>
            <pc:sldMk cId="189920227" sldId="305"/>
            <ac:spMk id="60" creationId="{F364B3CD-86CA-AF27-E281-00CDE94CB908}"/>
          </ac:spMkLst>
        </pc:spChg>
        <pc:spChg chg="mod">
          <ac:chgData name="문 동진(KSTD)" userId="3d26c5c2-5d13-41b2-b4a9-bebd91ca5bef" providerId="ADAL" clId="{AC91C77A-115B-4066-B24C-58E72D5C40B6}" dt="2026-08-11T04:37:02.897" v="3806" actId="2711"/>
          <ac:spMkLst>
            <pc:docMk/>
            <pc:sldMk cId="189920227" sldId="305"/>
            <ac:spMk id="62" creationId="{B7648B34-846C-A4DF-4F18-4B94EF4727A4}"/>
          </ac:spMkLst>
        </pc:spChg>
        <pc:spChg chg="del mod">
          <ac:chgData name="문 동진(KSTD)" userId="3d26c5c2-5d13-41b2-b4a9-bebd91ca5bef" providerId="ADAL" clId="{AC91C77A-115B-4066-B24C-58E72D5C40B6}" dt="2026-08-11T05:41:13.987" v="4535" actId="478"/>
          <ac:spMkLst>
            <pc:docMk/>
            <pc:sldMk cId="189920227" sldId="305"/>
            <ac:spMk id="64" creationId="{7D13122A-9FBC-13C3-DA9A-DD6459C4DD6C}"/>
          </ac:spMkLst>
        </pc:spChg>
        <pc:spChg chg="add del mod">
          <ac:chgData name="문 동진(KSTD)" userId="3d26c5c2-5d13-41b2-b4a9-bebd91ca5bef" providerId="ADAL" clId="{AC91C77A-115B-4066-B24C-58E72D5C40B6}" dt="2026-08-11T04:11:56.451" v="3457" actId="478"/>
          <ac:spMkLst>
            <pc:docMk/>
            <pc:sldMk cId="189920227" sldId="305"/>
            <ac:spMk id="65" creationId="{DAF50F60-7A13-C1AC-15EE-791AB62E5E63}"/>
          </ac:spMkLst>
        </pc:spChg>
        <pc:spChg chg="add del mod">
          <ac:chgData name="문 동진(KSTD)" userId="3d26c5c2-5d13-41b2-b4a9-bebd91ca5bef" providerId="ADAL" clId="{AC91C77A-115B-4066-B24C-58E72D5C40B6}" dt="2026-08-11T04:11:56.451" v="3457" actId="478"/>
          <ac:spMkLst>
            <pc:docMk/>
            <pc:sldMk cId="189920227" sldId="305"/>
            <ac:spMk id="67" creationId="{8CBCE07F-BA9C-AFFC-FB68-F36398D8A90B}"/>
          </ac:spMkLst>
        </pc:spChg>
        <pc:spChg chg="mod">
          <ac:chgData name="문 동진(KSTD)" userId="3d26c5c2-5d13-41b2-b4a9-bebd91ca5bef" providerId="ADAL" clId="{AC91C77A-115B-4066-B24C-58E72D5C40B6}" dt="2026-08-11T04:37:02.897" v="3806" actId="2711"/>
          <ac:spMkLst>
            <pc:docMk/>
            <pc:sldMk cId="189920227" sldId="305"/>
            <ac:spMk id="69" creationId="{D9F094FD-836A-936D-00BB-21CB7320F169}"/>
          </ac:spMkLst>
        </pc:spChg>
        <pc:spChg chg="mod">
          <ac:chgData name="문 동진(KSTD)" userId="3d26c5c2-5d13-41b2-b4a9-bebd91ca5bef" providerId="ADAL" clId="{AC91C77A-115B-4066-B24C-58E72D5C40B6}" dt="2026-08-11T04:11:22.054" v="3423" actId="1076"/>
          <ac:spMkLst>
            <pc:docMk/>
            <pc:sldMk cId="189920227" sldId="305"/>
            <ac:spMk id="70" creationId="{6CE5DFDD-318B-8289-86D5-A8B06489507F}"/>
          </ac:spMkLst>
        </pc:spChg>
        <pc:spChg chg="mod">
          <ac:chgData name="문 동진(KSTD)" userId="3d26c5c2-5d13-41b2-b4a9-bebd91ca5bef" providerId="ADAL" clId="{AC91C77A-115B-4066-B24C-58E72D5C40B6}" dt="2026-08-11T04:11:22.054" v="3423" actId="1076"/>
          <ac:spMkLst>
            <pc:docMk/>
            <pc:sldMk cId="189920227" sldId="305"/>
            <ac:spMk id="71" creationId="{395DF869-409A-C0FD-CF52-CB3D7F88BE3A}"/>
          </ac:spMkLst>
        </pc:spChg>
        <pc:spChg chg="mod">
          <ac:chgData name="문 동진(KSTD)" userId="3d26c5c2-5d13-41b2-b4a9-bebd91ca5bef" providerId="ADAL" clId="{AC91C77A-115B-4066-B24C-58E72D5C40B6}" dt="2026-08-11T04:11:22.054" v="3423" actId="1076"/>
          <ac:spMkLst>
            <pc:docMk/>
            <pc:sldMk cId="189920227" sldId="305"/>
            <ac:spMk id="72" creationId="{F8A862B4-FCE3-6717-9D6C-C9CA815786BE}"/>
          </ac:spMkLst>
        </pc:spChg>
        <pc:spChg chg="mod">
          <ac:chgData name="문 동진(KSTD)" userId="3d26c5c2-5d13-41b2-b4a9-bebd91ca5bef" providerId="ADAL" clId="{AC91C77A-115B-4066-B24C-58E72D5C40B6}" dt="2026-08-11T04:11:22.054" v="3423" actId="1076"/>
          <ac:spMkLst>
            <pc:docMk/>
            <pc:sldMk cId="189920227" sldId="305"/>
            <ac:spMk id="73" creationId="{629EF222-0F57-3150-8269-EE67F9B6F270}"/>
          </ac:spMkLst>
        </pc:spChg>
        <pc:spChg chg="mod">
          <ac:chgData name="문 동진(KSTD)" userId="3d26c5c2-5d13-41b2-b4a9-bebd91ca5bef" providerId="ADAL" clId="{AC91C77A-115B-4066-B24C-58E72D5C40B6}" dt="2026-08-11T04:11:22.054" v="3423" actId="1076"/>
          <ac:spMkLst>
            <pc:docMk/>
            <pc:sldMk cId="189920227" sldId="305"/>
            <ac:spMk id="74" creationId="{0216BF30-98FE-D45D-A43B-66D23FEFD359}"/>
          </ac:spMkLst>
        </pc:spChg>
        <pc:spChg chg="add del mod">
          <ac:chgData name="문 동진(KSTD)" userId="3d26c5c2-5d13-41b2-b4a9-bebd91ca5bef" providerId="ADAL" clId="{AC91C77A-115B-4066-B24C-58E72D5C40B6}" dt="2026-08-11T04:11:56.451" v="3457" actId="478"/>
          <ac:spMkLst>
            <pc:docMk/>
            <pc:sldMk cId="189920227" sldId="305"/>
            <ac:spMk id="75" creationId="{EB76B3A5-885B-1DD0-C6F4-C3B20D987824}"/>
          </ac:spMkLst>
        </pc:spChg>
        <pc:spChg chg="mod">
          <ac:chgData name="문 동진(KSTD)" userId="3d26c5c2-5d13-41b2-b4a9-bebd91ca5bef" providerId="ADAL" clId="{AC91C77A-115B-4066-B24C-58E72D5C40B6}" dt="2026-08-11T04:37:02.897" v="3806" actId="2711"/>
          <ac:spMkLst>
            <pc:docMk/>
            <pc:sldMk cId="189920227" sldId="305"/>
            <ac:spMk id="76" creationId="{AE029D4C-5160-DEAF-A216-8E3B225EBBCD}"/>
          </ac:spMkLst>
        </pc:spChg>
        <pc:grpChg chg="del">
          <ac:chgData name="문 동진(KSTD)" userId="3d26c5c2-5d13-41b2-b4a9-bebd91ca5bef" providerId="ADAL" clId="{AC91C77A-115B-4066-B24C-58E72D5C40B6}" dt="2026-08-11T05:37:20.459" v="4505" actId="478"/>
          <ac:grpSpMkLst>
            <pc:docMk/>
            <pc:sldMk cId="189920227" sldId="305"/>
            <ac:grpSpMk id="25" creationId="{258A262C-E457-41A1-F330-E8F5B7B660E5}"/>
          </ac:grpSpMkLst>
        </pc:grpChg>
        <pc:grpChg chg="add mod">
          <ac:chgData name="문 동진(KSTD)" userId="3d26c5c2-5d13-41b2-b4a9-bebd91ca5bef" providerId="ADAL" clId="{AC91C77A-115B-4066-B24C-58E72D5C40B6}" dt="2026-08-11T05:37:20.750" v="4506"/>
          <ac:grpSpMkLst>
            <pc:docMk/>
            <pc:sldMk cId="189920227" sldId="305"/>
            <ac:grpSpMk id="86" creationId="{1733EE12-BAE7-208D-F19F-BDB48206CBB1}"/>
          </ac:grpSpMkLst>
        </pc:grpChg>
        <pc:picChg chg="add del">
          <ac:chgData name="문 동진(KSTD)" userId="3d26c5c2-5d13-41b2-b4a9-bebd91ca5bef" providerId="ADAL" clId="{AC91C77A-115B-4066-B24C-58E72D5C40B6}" dt="2026-08-11T04:14:22.327" v="3484" actId="22"/>
          <ac:picMkLst>
            <pc:docMk/>
            <pc:sldMk cId="189920227" sldId="305"/>
            <ac:picMk id="85" creationId="{F74E6743-BBA6-2A42-41F7-B8207C6E8C3B}"/>
          </ac:picMkLst>
        </pc:picChg>
        <pc:picChg chg="mod">
          <ac:chgData name="문 동진(KSTD)" userId="3d26c5c2-5d13-41b2-b4a9-bebd91ca5bef" providerId="ADAL" clId="{AC91C77A-115B-4066-B24C-58E72D5C40B6}" dt="2026-08-11T05:37:20.750" v="4506"/>
          <ac:picMkLst>
            <pc:docMk/>
            <pc:sldMk cId="189920227" sldId="305"/>
            <ac:picMk id="87" creationId="{02401567-A866-75BE-D995-818184EC2BC9}"/>
          </ac:picMkLst>
        </pc:picChg>
        <pc:picChg chg="mod">
          <ac:chgData name="문 동진(KSTD)" userId="3d26c5c2-5d13-41b2-b4a9-bebd91ca5bef" providerId="ADAL" clId="{AC91C77A-115B-4066-B24C-58E72D5C40B6}" dt="2026-08-11T05:37:20.750" v="4506"/>
          <ac:picMkLst>
            <pc:docMk/>
            <pc:sldMk cId="189920227" sldId="305"/>
            <ac:picMk id="88" creationId="{EC627A03-AB29-50A8-39CC-957EF794EEA6}"/>
          </ac:picMkLst>
        </pc:picChg>
      </pc:sldChg>
      <pc:sldChg chg="addSp delSp modSp add del mod modTransition setBg">
        <pc:chgData name="문 동진(KSTD)" userId="3d26c5c2-5d13-41b2-b4a9-bebd91ca5bef" providerId="ADAL" clId="{AC91C77A-115B-4066-B24C-58E72D5C40B6}" dt="2026-08-11T05:58:53.861" v="4667" actId="47"/>
        <pc:sldMkLst>
          <pc:docMk/>
          <pc:sldMk cId="3064400357" sldId="306"/>
        </pc:sldMkLst>
        <pc:spChg chg="mod">
          <ac:chgData name="문 동진(KSTD)" userId="3d26c5c2-5d13-41b2-b4a9-bebd91ca5bef" providerId="ADAL" clId="{AC91C77A-115B-4066-B24C-58E72D5C40B6}" dt="2026-08-11T04:36:57.531" v="3805" actId="2711"/>
          <ac:spMkLst>
            <pc:docMk/>
            <pc:sldMk cId="3064400357" sldId="306"/>
            <ac:spMk id="2" creationId="{90DFECA5-199F-B7CF-53A5-9BE7F240177A}"/>
          </ac:spMkLst>
        </pc:spChg>
        <pc:spChg chg="mod">
          <ac:chgData name="문 동진(KSTD)" userId="3d26c5c2-5d13-41b2-b4a9-bebd91ca5bef" providerId="ADAL" clId="{AC91C77A-115B-4066-B24C-58E72D5C40B6}" dt="2026-08-11T04:36:57.531" v="3805" actId="2711"/>
          <ac:spMkLst>
            <pc:docMk/>
            <pc:sldMk cId="3064400357" sldId="306"/>
            <ac:spMk id="3" creationId="{906AAA9B-DC17-DA00-4466-F703400C39B5}"/>
          </ac:spMkLst>
        </pc:spChg>
        <pc:spChg chg="mod">
          <ac:chgData name="문 동진(KSTD)" userId="3d26c5c2-5d13-41b2-b4a9-bebd91ca5bef" providerId="ADAL" clId="{AC91C77A-115B-4066-B24C-58E72D5C40B6}" dt="2026-08-11T05:41:43.889" v="4536" actId="20577"/>
          <ac:spMkLst>
            <pc:docMk/>
            <pc:sldMk cId="3064400357" sldId="306"/>
            <ac:spMk id="4" creationId="{2DE6F789-C92C-01E2-9E17-118DC372125A}"/>
          </ac:spMkLst>
        </pc:spChg>
        <pc:spChg chg="mod">
          <ac:chgData name="문 동진(KSTD)" userId="3d26c5c2-5d13-41b2-b4a9-bebd91ca5bef" providerId="ADAL" clId="{AC91C77A-115B-4066-B24C-58E72D5C40B6}" dt="2026-08-11T04:57:00.255" v="3996" actId="20578"/>
          <ac:spMkLst>
            <pc:docMk/>
            <pc:sldMk cId="3064400357" sldId="306"/>
            <ac:spMk id="5" creationId="{12D145AF-033B-91B1-50A2-3FC028F9D689}"/>
          </ac:spMkLst>
        </pc:spChg>
        <pc:spChg chg="mod">
          <ac:chgData name="문 동진(KSTD)" userId="3d26c5c2-5d13-41b2-b4a9-bebd91ca5bef" providerId="ADAL" clId="{AC91C77A-115B-4066-B24C-58E72D5C40B6}" dt="2026-08-11T04:55:48.297" v="3987" actId="207"/>
          <ac:spMkLst>
            <pc:docMk/>
            <pc:sldMk cId="3064400357" sldId="306"/>
            <ac:spMk id="6" creationId="{B9BBF7E2-4155-6335-9A68-74E96C61B131}"/>
          </ac:spMkLst>
        </pc:spChg>
        <pc:spChg chg="mod">
          <ac:chgData name="문 동진(KSTD)" userId="3d26c5c2-5d13-41b2-b4a9-bebd91ca5bef" providerId="ADAL" clId="{AC91C77A-115B-4066-B24C-58E72D5C40B6}" dt="2026-08-11T04:31:15.930" v="3737" actId="20577"/>
          <ac:spMkLst>
            <pc:docMk/>
            <pc:sldMk cId="3064400357" sldId="306"/>
            <ac:spMk id="7" creationId="{7610A46B-6A0B-0FE3-7B00-0B5386468E78}"/>
          </ac:spMkLst>
        </pc:spChg>
        <pc:spChg chg="mod ord">
          <ac:chgData name="문 동진(KSTD)" userId="3d26c5c2-5d13-41b2-b4a9-bebd91ca5bef" providerId="ADAL" clId="{AC91C77A-115B-4066-B24C-58E72D5C40B6}" dt="2026-08-11T04:57:04.917" v="4000" actId="108"/>
          <ac:spMkLst>
            <pc:docMk/>
            <pc:sldMk cId="3064400357" sldId="306"/>
            <ac:spMk id="8" creationId="{57703E92-162A-1184-1A10-4B8B59F16A2E}"/>
          </ac:spMkLst>
        </pc:spChg>
        <pc:spChg chg="mod">
          <ac:chgData name="문 동진(KSTD)" userId="3d26c5c2-5d13-41b2-b4a9-bebd91ca5bef" providerId="ADAL" clId="{AC91C77A-115B-4066-B24C-58E72D5C40B6}" dt="2026-08-11T04:34:40.221" v="3785" actId="1076"/>
          <ac:spMkLst>
            <pc:docMk/>
            <pc:sldMk cId="3064400357" sldId="306"/>
            <ac:spMk id="18" creationId="{0ABA96AC-5A53-B52C-3E45-9F03AC62632B}"/>
          </ac:spMkLst>
        </pc:spChg>
        <pc:spChg chg="add del">
          <ac:chgData name="문 동진(KSTD)" userId="3d26c5c2-5d13-41b2-b4a9-bebd91ca5bef" providerId="ADAL" clId="{AC91C77A-115B-4066-B24C-58E72D5C40B6}" dt="2026-08-11T04:13:02.321" v="3465" actId="22"/>
          <ac:spMkLst>
            <pc:docMk/>
            <pc:sldMk cId="3064400357" sldId="306"/>
            <ac:spMk id="32" creationId="{65F9E44B-EC0D-6A32-EE20-176DFD03D65B}"/>
          </ac:spMkLst>
        </pc:spChg>
        <pc:spChg chg="add del">
          <ac:chgData name="문 동진(KSTD)" userId="3d26c5c2-5d13-41b2-b4a9-bebd91ca5bef" providerId="ADAL" clId="{AC91C77A-115B-4066-B24C-58E72D5C40B6}" dt="2026-08-11T04:13:02.321" v="3465" actId="22"/>
          <ac:spMkLst>
            <pc:docMk/>
            <pc:sldMk cId="3064400357" sldId="306"/>
            <ac:spMk id="35" creationId="{C96DCC2C-961C-C0DE-7A81-27AB09E51094}"/>
          </ac:spMkLst>
        </pc:spChg>
        <pc:spChg chg="add del">
          <ac:chgData name="문 동진(KSTD)" userId="3d26c5c2-5d13-41b2-b4a9-bebd91ca5bef" providerId="ADAL" clId="{AC91C77A-115B-4066-B24C-58E72D5C40B6}" dt="2026-08-11T04:13:02.321" v="3465" actId="22"/>
          <ac:spMkLst>
            <pc:docMk/>
            <pc:sldMk cId="3064400357" sldId="306"/>
            <ac:spMk id="40" creationId="{51B0273C-295E-C3A6-B1E0-226963FF7D9F}"/>
          </ac:spMkLst>
        </pc:spChg>
        <pc:spChg chg="add del">
          <ac:chgData name="문 동진(KSTD)" userId="3d26c5c2-5d13-41b2-b4a9-bebd91ca5bef" providerId="ADAL" clId="{AC91C77A-115B-4066-B24C-58E72D5C40B6}" dt="2026-08-11T04:13:02.321" v="3465" actId="22"/>
          <ac:spMkLst>
            <pc:docMk/>
            <pc:sldMk cId="3064400357" sldId="306"/>
            <ac:spMk id="42" creationId="{991304EF-C5EC-4AE0-9D69-B55537555192}"/>
          </ac:spMkLst>
        </pc:spChg>
        <pc:spChg chg="add del">
          <ac:chgData name="문 동진(KSTD)" userId="3d26c5c2-5d13-41b2-b4a9-bebd91ca5bef" providerId="ADAL" clId="{AC91C77A-115B-4066-B24C-58E72D5C40B6}" dt="2026-08-11T04:13:02.321" v="3465" actId="22"/>
          <ac:spMkLst>
            <pc:docMk/>
            <pc:sldMk cId="3064400357" sldId="306"/>
            <ac:spMk id="44" creationId="{12A8BA39-2E8C-16C3-9803-028FD1A3B7B0}"/>
          </ac:spMkLst>
        </pc:spChg>
        <pc:spChg chg="add del">
          <ac:chgData name="문 동진(KSTD)" userId="3d26c5c2-5d13-41b2-b4a9-bebd91ca5bef" providerId="ADAL" clId="{AC91C77A-115B-4066-B24C-58E72D5C40B6}" dt="2026-08-11T04:13:02.321" v="3465" actId="22"/>
          <ac:spMkLst>
            <pc:docMk/>
            <pc:sldMk cId="3064400357" sldId="306"/>
            <ac:spMk id="46" creationId="{17B42F2D-E918-197D-B9A5-1BBAF37A8E10}"/>
          </ac:spMkLst>
        </pc:spChg>
        <pc:spChg chg="add del">
          <ac:chgData name="문 동진(KSTD)" userId="3d26c5c2-5d13-41b2-b4a9-bebd91ca5bef" providerId="ADAL" clId="{AC91C77A-115B-4066-B24C-58E72D5C40B6}" dt="2026-08-11T04:13:02.321" v="3465" actId="22"/>
          <ac:spMkLst>
            <pc:docMk/>
            <pc:sldMk cId="3064400357" sldId="306"/>
            <ac:spMk id="50" creationId="{EF218F98-8A18-590C-D73A-16E17A57A670}"/>
          </ac:spMkLst>
        </pc:spChg>
        <pc:spChg chg="mod">
          <ac:chgData name="문 동진(KSTD)" userId="3d26c5c2-5d13-41b2-b4a9-bebd91ca5bef" providerId="ADAL" clId="{AC91C77A-115B-4066-B24C-58E72D5C40B6}" dt="2026-08-11T04:36:57.531" v="3805" actId="2711"/>
          <ac:spMkLst>
            <pc:docMk/>
            <pc:sldMk cId="3064400357" sldId="306"/>
            <ac:spMk id="54" creationId="{644E6961-1E3E-8C32-A544-22C82F90CF43}"/>
          </ac:spMkLst>
        </pc:spChg>
        <pc:spChg chg="add del">
          <ac:chgData name="문 동진(KSTD)" userId="3d26c5c2-5d13-41b2-b4a9-bebd91ca5bef" providerId="ADAL" clId="{AC91C77A-115B-4066-B24C-58E72D5C40B6}" dt="2026-08-11T04:13:02.321" v="3465" actId="22"/>
          <ac:spMkLst>
            <pc:docMk/>
            <pc:sldMk cId="3064400357" sldId="306"/>
            <ac:spMk id="55" creationId="{285AD8AE-49AD-9F03-61F3-8FDF3D1A8C05}"/>
          </ac:spMkLst>
        </pc:spChg>
        <pc:spChg chg="add del">
          <ac:chgData name="문 동진(KSTD)" userId="3d26c5c2-5d13-41b2-b4a9-bebd91ca5bef" providerId="ADAL" clId="{AC91C77A-115B-4066-B24C-58E72D5C40B6}" dt="2026-08-11T04:13:02.321" v="3465" actId="22"/>
          <ac:spMkLst>
            <pc:docMk/>
            <pc:sldMk cId="3064400357" sldId="306"/>
            <ac:spMk id="57" creationId="{12597620-A8A3-4227-50A0-3287D820001B}"/>
          </ac:spMkLst>
        </pc:spChg>
        <pc:spChg chg="mod">
          <ac:chgData name="문 동진(KSTD)" userId="3d26c5c2-5d13-41b2-b4a9-bebd91ca5bef" providerId="ADAL" clId="{AC91C77A-115B-4066-B24C-58E72D5C40B6}" dt="2026-08-11T04:55:48.297" v="3987" actId="207"/>
          <ac:spMkLst>
            <pc:docMk/>
            <pc:sldMk cId="3064400357" sldId="306"/>
            <ac:spMk id="58" creationId="{071CE787-13BB-C670-6CA7-9E1BA012C7C0}"/>
          </ac:spMkLst>
        </pc:spChg>
        <pc:spChg chg="mod">
          <ac:chgData name="문 동진(KSTD)" userId="3d26c5c2-5d13-41b2-b4a9-bebd91ca5bef" providerId="ADAL" clId="{AC91C77A-115B-4066-B24C-58E72D5C40B6}" dt="2026-08-11T04:55:10.249" v="3985" actId="6549"/>
          <ac:spMkLst>
            <pc:docMk/>
            <pc:sldMk cId="3064400357" sldId="306"/>
            <ac:spMk id="60" creationId="{2FE296DB-CF99-48A5-6304-D48ABDAE6A50}"/>
          </ac:spMkLst>
        </pc:spChg>
        <pc:spChg chg="add del">
          <ac:chgData name="문 동진(KSTD)" userId="3d26c5c2-5d13-41b2-b4a9-bebd91ca5bef" providerId="ADAL" clId="{AC91C77A-115B-4066-B24C-58E72D5C40B6}" dt="2026-08-11T04:13:02.321" v="3465" actId="22"/>
          <ac:spMkLst>
            <pc:docMk/>
            <pc:sldMk cId="3064400357" sldId="306"/>
            <ac:spMk id="61" creationId="{6FFEE549-C4E7-1B13-C1B7-B9D369EDB850}"/>
          </ac:spMkLst>
        </pc:spChg>
        <pc:spChg chg="mod">
          <ac:chgData name="문 동진(KSTD)" userId="3d26c5c2-5d13-41b2-b4a9-bebd91ca5bef" providerId="ADAL" clId="{AC91C77A-115B-4066-B24C-58E72D5C40B6}" dt="2026-08-11T04:55:48.297" v="3987" actId="207"/>
          <ac:spMkLst>
            <pc:docMk/>
            <pc:sldMk cId="3064400357" sldId="306"/>
            <ac:spMk id="62" creationId="{6CAFA151-4A66-E82B-60DB-ABDB92A2774A}"/>
          </ac:spMkLst>
        </pc:spChg>
        <pc:spChg chg="mod">
          <ac:chgData name="문 동진(KSTD)" userId="3d26c5c2-5d13-41b2-b4a9-bebd91ca5bef" providerId="ADAL" clId="{AC91C77A-115B-4066-B24C-58E72D5C40B6}" dt="2026-08-11T04:55:22.245" v="3986" actId="20577"/>
          <ac:spMkLst>
            <pc:docMk/>
            <pc:sldMk cId="3064400357" sldId="306"/>
            <ac:spMk id="64" creationId="{F03ADE6F-42A9-7370-1935-ED08506C53EF}"/>
          </ac:spMkLst>
        </pc:spChg>
        <pc:spChg chg="mod">
          <ac:chgData name="문 동진(KSTD)" userId="3d26c5c2-5d13-41b2-b4a9-bebd91ca5bef" providerId="ADAL" clId="{AC91C77A-115B-4066-B24C-58E72D5C40B6}" dt="2026-08-11T04:36:57.531" v="3805" actId="2711"/>
          <ac:spMkLst>
            <pc:docMk/>
            <pc:sldMk cId="3064400357" sldId="306"/>
            <ac:spMk id="70" creationId="{F91E57B7-441A-E480-F32E-E5E5638F8F96}"/>
          </ac:spMkLst>
        </pc:spChg>
        <pc:spChg chg="mod">
          <ac:chgData name="문 동진(KSTD)" userId="3d26c5c2-5d13-41b2-b4a9-bebd91ca5bef" providerId="ADAL" clId="{AC91C77A-115B-4066-B24C-58E72D5C40B6}" dt="2026-08-11T04:55:53.241" v="3988" actId="207"/>
          <ac:spMkLst>
            <pc:docMk/>
            <pc:sldMk cId="3064400357" sldId="306"/>
            <ac:spMk id="72" creationId="{9C3EAB37-0F64-99C9-4C1C-9B00EC88CF31}"/>
          </ac:spMkLst>
        </pc:spChg>
        <pc:spChg chg="mod">
          <ac:chgData name="문 동진(KSTD)" userId="3d26c5c2-5d13-41b2-b4a9-bebd91ca5bef" providerId="ADAL" clId="{AC91C77A-115B-4066-B24C-58E72D5C40B6}" dt="2026-08-11T04:36:57.531" v="3805" actId="2711"/>
          <ac:spMkLst>
            <pc:docMk/>
            <pc:sldMk cId="3064400357" sldId="306"/>
            <ac:spMk id="73" creationId="{E14512F6-E7B2-7083-AF03-9078678F08E4}"/>
          </ac:spMkLst>
        </pc:spChg>
        <pc:spChg chg="mod">
          <ac:chgData name="문 동진(KSTD)" userId="3d26c5c2-5d13-41b2-b4a9-bebd91ca5bef" providerId="ADAL" clId="{AC91C77A-115B-4066-B24C-58E72D5C40B6}" dt="2026-08-11T04:55:48.297" v="3987" actId="207"/>
          <ac:spMkLst>
            <pc:docMk/>
            <pc:sldMk cId="3064400357" sldId="306"/>
            <ac:spMk id="74" creationId="{8DB26689-3801-57DA-8E40-C21E23C48402}"/>
          </ac:spMkLst>
        </pc:spChg>
        <pc:spChg chg="mod">
          <ac:chgData name="문 동진(KSTD)" userId="3d26c5c2-5d13-41b2-b4a9-bebd91ca5bef" providerId="ADAL" clId="{AC91C77A-115B-4066-B24C-58E72D5C40B6}" dt="2026-08-11T04:55:48.297" v="3987" actId="207"/>
          <ac:spMkLst>
            <pc:docMk/>
            <pc:sldMk cId="3064400357" sldId="306"/>
            <ac:spMk id="77" creationId="{61A200EB-33B1-15BB-8D40-407874F9ABDB}"/>
          </ac:spMkLst>
        </pc:spChg>
        <pc:spChg chg="add del mod">
          <ac:chgData name="문 동진(KSTD)" userId="3d26c5c2-5d13-41b2-b4a9-bebd91ca5bef" providerId="ADAL" clId="{AC91C77A-115B-4066-B24C-58E72D5C40B6}" dt="2026-08-11T04:35:57.698" v="3801" actId="478"/>
          <ac:spMkLst>
            <pc:docMk/>
            <pc:sldMk cId="3064400357" sldId="306"/>
            <ac:spMk id="93" creationId="{B49268A3-4A5F-F515-56D0-7E90FDBD98BA}"/>
          </ac:spMkLst>
        </pc:spChg>
        <pc:spChg chg="add del mod">
          <ac:chgData name="문 동진(KSTD)" userId="3d26c5c2-5d13-41b2-b4a9-bebd91ca5bef" providerId="ADAL" clId="{AC91C77A-115B-4066-B24C-58E72D5C40B6}" dt="2026-08-11T04:35:57.698" v="3801" actId="478"/>
          <ac:spMkLst>
            <pc:docMk/>
            <pc:sldMk cId="3064400357" sldId="306"/>
            <ac:spMk id="95" creationId="{0140A791-7876-039F-6366-949BE09A591F}"/>
          </ac:spMkLst>
        </pc:spChg>
        <pc:spChg chg="add del mod">
          <ac:chgData name="문 동진(KSTD)" userId="3d26c5c2-5d13-41b2-b4a9-bebd91ca5bef" providerId="ADAL" clId="{AC91C77A-115B-4066-B24C-58E72D5C40B6}" dt="2026-08-11T04:35:57.698" v="3801" actId="478"/>
          <ac:spMkLst>
            <pc:docMk/>
            <pc:sldMk cId="3064400357" sldId="306"/>
            <ac:spMk id="97" creationId="{61D1AB85-A0A8-1DFA-94D4-F8173331EB6D}"/>
          </ac:spMkLst>
        </pc:spChg>
        <pc:spChg chg="add del mod">
          <ac:chgData name="문 동진(KSTD)" userId="3d26c5c2-5d13-41b2-b4a9-bebd91ca5bef" providerId="ADAL" clId="{AC91C77A-115B-4066-B24C-58E72D5C40B6}" dt="2026-08-11T04:35:57.698" v="3801" actId="478"/>
          <ac:spMkLst>
            <pc:docMk/>
            <pc:sldMk cId="3064400357" sldId="306"/>
            <ac:spMk id="103" creationId="{FC10B834-A18E-5FBF-7D1F-41940F48D7F3}"/>
          </ac:spMkLst>
        </pc:spChg>
        <pc:spChg chg="add del mod">
          <ac:chgData name="문 동진(KSTD)" userId="3d26c5c2-5d13-41b2-b4a9-bebd91ca5bef" providerId="ADAL" clId="{AC91C77A-115B-4066-B24C-58E72D5C40B6}" dt="2026-08-11T04:35:57.698" v="3801" actId="478"/>
          <ac:spMkLst>
            <pc:docMk/>
            <pc:sldMk cId="3064400357" sldId="306"/>
            <ac:spMk id="105" creationId="{6B972067-3839-20FA-496F-0B69309784D6}"/>
          </ac:spMkLst>
        </pc:spChg>
        <pc:spChg chg="add del mod">
          <ac:chgData name="문 동진(KSTD)" userId="3d26c5c2-5d13-41b2-b4a9-bebd91ca5bef" providerId="ADAL" clId="{AC91C77A-115B-4066-B24C-58E72D5C40B6}" dt="2026-08-11T04:35:57.698" v="3801" actId="478"/>
          <ac:spMkLst>
            <pc:docMk/>
            <pc:sldMk cId="3064400357" sldId="306"/>
            <ac:spMk id="107" creationId="{D61217DC-A6B4-E8E3-A664-EC36B00ADD1E}"/>
          </ac:spMkLst>
        </pc:spChg>
        <pc:spChg chg="add del mod">
          <ac:chgData name="문 동진(KSTD)" userId="3d26c5c2-5d13-41b2-b4a9-bebd91ca5bef" providerId="ADAL" clId="{AC91C77A-115B-4066-B24C-58E72D5C40B6}" dt="2026-08-11T04:35:57.698" v="3801" actId="478"/>
          <ac:spMkLst>
            <pc:docMk/>
            <pc:sldMk cId="3064400357" sldId="306"/>
            <ac:spMk id="111" creationId="{687DCC1C-5242-E671-8231-402C556C5474}"/>
          </ac:spMkLst>
        </pc:spChg>
        <pc:spChg chg="add del mod">
          <ac:chgData name="문 동진(KSTD)" userId="3d26c5c2-5d13-41b2-b4a9-bebd91ca5bef" providerId="ADAL" clId="{AC91C77A-115B-4066-B24C-58E72D5C40B6}" dt="2026-08-11T04:35:57.698" v="3801" actId="478"/>
          <ac:spMkLst>
            <pc:docMk/>
            <pc:sldMk cId="3064400357" sldId="306"/>
            <ac:spMk id="115" creationId="{F78DCB15-6D49-B891-3742-0429908953BB}"/>
          </ac:spMkLst>
        </pc:spChg>
        <pc:spChg chg="add del mod">
          <ac:chgData name="문 동진(KSTD)" userId="3d26c5c2-5d13-41b2-b4a9-bebd91ca5bef" providerId="ADAL" clId="{AC91C77A-115B-4066-B24C-58E72D5C40B6}" dt="2026-08-11T04:35:57.698" v="3801" actId="478"/>
          <ac:spMkLst>
            <pc:docMk/>
            <pc:sldMk cId="3064400357" sldId="306"/>
            <ac:spMk id="119" creationId="{276E7F1F-BB76-5CBD-5B13-AAB2B2650F99}"/>
          </ac:spMkLst>
        </pc:spChg>
        <pc:spChg chg="add del mod">
          <ac:chgData name="문 동진(KSTD)" userId="3d26c5c2-5d13-41b2-b4a9-bebd91ca5bef" providerId="ADAL" clId="{AC91C77A-115B-4066-B24C-58E72D5C40B6}" dt="2026-08-11T04:35:57.698" v="3801" actId="478"/>
          <ac:spMkLst>
            <pc:docMk/>
            <pc:sldMk cId="3064400357" sldId="306"/>
            <ac:spMk id="121" creationId="{1B09A21D-6AA3-E50A-06B3-DDE9B18464C8}"/>
          </ac:spMkLst>
        </pc:spChg>
        <pc:grpChg chg="del">
          <ac:chgData name="문 동진(KSTD)" userId="3d26c5c2-5d13-41b2-b4a9-bebd91ca5bef" providerId="ADAL" clId="{AC91C77A-115B-4066-B24C-58E72D5C40B6}" dt="2026-08-11T05:37:18.138" v="4503" actId="478"/>
          <ac:grpSpMkLst>
            <pc:docMk/>
            <pc:sldMk cId="3064400357" sldId="306"/>
            <ac:grpSpMk id="25" creationId="{8E2EEC48-4187-59A3-1377-DC87576A9DDA}"/>
          </ac:grpSpMkLst>
        </pc:grpChg>
        <pc:grpChg chg="add mod">
          <ac:chgData name="문 동진(KSTD)" userId="3d26c5c2-5d13-41b2-b4a9-bebd91ca5bef" providerId="ADAL" clId="{AC91C77A-115B-4066-B24C-58E72D5C40B6}" dt="2026-08-11T05:37:18.377" v="4504"/>
          <ac:grpSpMkLst>
            <pc:docMk/>
            <pc:sldMk cId="3064400357" sldId="306"/>
            <ac:grpSpMk id="126" creationId="{AC23983E-3196-5274-FA7C-5935CA3CF008}"/>
          </ac:grpSpMkLst>
        </pc:grpChg>
        <pc:picChg chg="mod">
          <ac:chgData name="문 동진(KSTD)" userId="3d26c5c2-5d13-41b2-b4a9-bebd91ca5bef" providerId="ADAL" clId="{AC91C77A-115B-4066-B24C-58E72D5C40B6}" dt="2026-08-11T04:13:01.787" v="3464" actId="1076"/>
          <ac:picMkLst>
            <pc:docMk/>
            <pc:sldMk cId="3064400357" sldId="306"/>
            <ac:picMk id="12" creationId="{1816BE42-D143-41DF-C7E7-C2AD1D874552}"/>
          </ac:picMkLst>
        </pc:picChg>
        <pc:picChg chg="mod">
          <ac:chgData name="문 동진(KSTD)" userId="3d26c5c2-5d13-41b2-b4a9-bebd91ca5bef" providerId="ADAL" clId="{AC91C77A-115B-4066-B24C-58E72D5C40B6}" dt="2026-08-11T05:37:18.377" v="4504"/>
          <ac:picMkLst>
            <pc:docMk/>
            <pc:sldMk cId="3064400357" sldId="306"/>
            <ac:picMk id="127" creationId="{92D26893-8DCA-E422-C915-6E0F91547E32}"/>
          </ac:picMkLst>
        </pc:picChg>
        <pc:picChg chg="mod">
          <ac:chgData name="문 동진(KSTD)" userId="3d26c5c2-5d13-41b2-b4a9-bebd91ca5bef" providerId="ADAL" clId="{AC91C77A-115B-4066-B24C-58E72D5C40B6}" dt="2026-08-11T05:37:18.377" v="4504"/>
          <ac:picMkLst>
            <pc:docMk/>
            <pc:sldMk cId="3064400357" sldId="306"/>
            <ac:picMk id="128" creationId="{4F48BAB7-C917-4656-1312-4557DA66DAE0}"/>
          </ac:picMkLst>
        </pc:picChg>
      </pc:sldChg>
      <pc:sldChg chg="delSp modSp add mod modTransition setBg">
        <pc:chgData name="문 동진(KSTD)" userId="3d26c5c2-5d13-41b2-b4a9-bebd91ca5bef" providerId="ADAL" clId="{AC91C77A-115B-4066-B24C-58E72D5C40B6}" dt="2026-08-11T06:00:07.082" v="4674"/>
        <pc:sldMkLst>
          <pc:docMk/>
          <pc:sldMk cId="717369824" sldId="307"/>
        </pc:sldMkLst>
        <pc:spChg chg="mod">
          <ac:chgData name="문 동진(KSTD)" userId="3d26c5c2-5d13-41b2-b4a9-bebd91ca5bef" providerId="ADAL" clId="{AC91C77A-115B-4066-B24C-58E72D5C40B6}" dt="2026-08-11T05:47:59.517" v="4558" actId="20577"/>
          <ac:spMkLst>
            <pc:docMk/>
            <pc:sldMk cId="717369824" sldId="307"/>
            <ac:spMk id="4" creationId="{97C6C21D-EBA8-9A24-0202-CED8C902C028}"/>
          </ac:spMkLst>
        </pc:spChg>
        <pc:spChg chg="del mod">
          <ac:chgData name="문 동진(KSTD)" userId="3d26c5c2-5d13-41b2-b4a9-bebd91ca5bef" providerId="ADAL" clId="{AC91C77A-115B-4066-B24C-58E72D5C40B6}" dt="2026-08-11T05:52:00.497" v="4638" actId="478"/>
          <ac:spMkLst>
            <pc:docMk/>
            <pc:sldMk cId="717369824" sldId="307"/>
            <ac:spMk id="16" creationId="{3E4DB301-25DA-6059-8157-B4DD2E6DC4B5}"/>
          </ac:spMkLst>
        </pc:spChg>
        <pc:spChg chg="del mod">
          <ac:chgData name="문 동진(KSTD)" userId="3d26c5c2-5d13-41b2-b4a9-bebd91ca5bef" providerId="ADAL" clId="{AC91C77A-115B-4066-B24C-58E72D5C40B6}" dt="2026-08-11T05:52:00.497" v="4638" actId="478"/>
          <ac:spMkLst>
            <pc:docMk/>
            <pc:sldMk cId="717369824" sldId="307"/>
            <ac:spMk id="19" creationId="{7F4585A7-A0E1-0CCA-6A4D-52BD46AD71DB}"/>
          </ac:spMkLst>
        </pc:spChg>
        <pc:spChg chg="del mod">
          <ac:chgData name="문 동진(KSTD)" userId="3d26c5c2-5d13-41b2-b4a9-bebd91ca5bef" providerId="ADAL" clId="{AC91C77A-115B-4066-B24C-58E72D5C40B6}" dt="2026-08-11T05:52:00.497" v="4638" actId="478"/>
          <ac:spMkLst>
            <pc:docMk/>
            <pc:sldMk cId="717369824" sldId="307"/>
            <ac:spMk id="26" creationId="{687B232F-0043-F053-4EEE-3FF0D4EB02EE}"/>
          </ac:spMkLst>
        </pc:spChg>
        <pc:spChg chg="del mod">
          <ac:chgData name="문 동진(KSTD)" userId="3d26c5c2-5d13-41b2-b4a9-bebd91ca5bef" providerId="ADAL" clId="{AC91C77A-115B-4066-B24C-58E72D5C40B6}" dt="2026-08-11T05:52:00.497" v="4638" actId="478"/>
          <ac:spMkLst>
            <pc:docMk/>
            <pc:sldMk cId="717369824" sldId="307"/>
            <ac:spMk id="29" creationId="{0ECB920F-BE65-1B60-2BC3-6067ADB69A2A}"/>
          </ac:spMkLst>
        </pc:spChg>
        <pc:spChg chg="del mod">
          <ac:chgData name="문 동진(KSTD)" userId="3d26c5c2-5d13-41b2-b4a9-bebd91ca5bef" providerId="ADAL" clId="{AC91C77A-115B-4066-B24C-58E72D5C40B6}" dt="2026-08-11T05:52:00.497" v="4638" actId="478"/>
          <ac:spMkLst>
            <pc:docMk/>
            <pc:sldMk cId="717369824" sldId="307"/>
            <ac:spMk id="32" creationId="{AF7FD62F-F119-2242-D210-C87CAE055AEA}"/>
          </ac:spMkLst>
        </pc:spChg>
        <pc:spChg chg="del mod">
          <ac:chgData name="문 동진(KSTD)" userId="3d26c5c2-5d13-41b2-b4a9-bebd91ca5bef" providerId="ADAL" clId="{AC91C77A-115B-4066-B24C-58E72D5C40B6}" dt="2026-08-11T05:52:00.497" v="4638" actId="478"/>
          <ac:spMkLst>
            <pc:docMk/>
            <pc:sldMk cId="717369824" sldId="307"/>
            <ac:spMk id="60" creationId="{29CFD782-D398-233C-5627-A543AF8CF68A}"/>
          </ac:spMkLst>
        </pc:spChg>
        <pc:picChg chg="del mod">
          <ac:chgData name="문 동진(KSTD)" userId="3d26c5c2-5d13-41b2-b4a9-bebd91ca5bef" providerId="ADAL" clId="{AC91C77A-115B-4066-B24C-58E72D5C40B6}" dt="2026-08-11T05:52:00.497" v="4638" actId="478"/>
          <ac:picMkLst>
            <pc:docMk/>
            <pc:sldMk cId="717369824" sldId="307"/>
            <ac:picMk id="28" creationId="{4F06DBC9-5FB8-C999-32F3-0BA9582F5F64}"/>
          </ac:picMkLst>
        </pc:picChg>
        <pc:picChg chg="del mod">
          <ac:chgData name="문 동진(KSTD)" userId="3d26c5c2-5d13-41b2-b4a9-bebd91ca5bef" providerId="ADAL" clId="{AC91C77A-115B-4066-B24C-58E72D5C40B6}" dt="2026-08-11T05:52:00.497" v="4638" actId="478"/>
          <ac:picMkLst>
            <pc:docMk/>
            <pc:sldMk cId="717369824" sldId="307"/>
            <ac:picMk id="58" creationId="{458069FF-C427-1864-CCF0-66171B928110}"/>
          </ac:picMkLst>
        </pc:picChg>
        <pc:picChg chg="mod">
          <ac:chgData name="문 동진(KSTD)" userId="3d26c5c2-5d13-41b2-b4a9-bebd91ca5bef" providerId="ADAL" clId="{AC91C77A-115B-4066-B24C-58E72D5C40B6}" dt="2026-08-11T04:42:44.749" v="3850" actId="14100"/>
          <ac:picMkLst>
            <pc:docMk/>
            <pc:sldMk cId="717369824" sldId="307"/>
            <ac:picMk id="62" creationId="{1126A2FD-1D63-28B5-20E8-C5902F4E0858}"/>
          </ac:picMkLst>
        </pc:picChg>
      </pc:sldChg>
      <pc:sldChg chg="modSp add del mod modTransition">
        <pc:chgData name="문 동진(KSTD)" userId="3d26c5c2-5d13-41b2-b4a9-bebd91ca5bef" providerId="ADAL" clId="{AC91C77A-115B-4066-B24C-58E72D5C40B6}" dt="2026-08-11T06:40:45.709" v="4802" actId="47"/>
        <pc:sldMkLst>
          <pc:docMk/>
          <pc:sldMk cId="3572638383" sldId="308"/>
        </pc:sldMkLst>
        <pc:spChg chg="mod">
          <ac:chgData name="문 동진(KSTD)" userId="3d26c5c2-5d13-41b2-b4a9-bebd91ca5bef" providerId="ADAL" clId="{AC91C77A-115B-4066-B24C-58E72D5C40B6}" dt="2026-08-11T05:15:50.831" v="4195" actId="14100"/>
          <ac:spMkLst>
            <pc:docMk/>
            <pc:sldMk cId="3572638383" sldId="308"/>
            <ac:spMk id="707" creationId="{C5E21EF1-70DA-8D4E-FBDC-79E5473AA245}"/>
          </ac:spMkLst>
        </pc:spChg>
      </pc:sldChg>
      <pc:sldChg chg="addSp delSp modSp add del mod modTransition">
        <pc:chgData name="문 동진(KSTD)" userId="3d26c5c2-5d13-41b2-b4a9-bebd91ca5bef" providerId="ADAL" clId="{AC91C77A-115B-4066-B24C-58E72D5C40B6}" dt="2026-08-11T06:40:45.709" v="4802" actId="47"/>
        <pc:sldMkLst>
          <pc:docMk/>
          <pc:sldMk cId="2261249716" sldId="309"/>
        </pc:sldMkLst>
        <pc:spChg chg="add del">
          <ac:chgData name="문 동진(KSTD)" userId="3d26c5c2-5d13-41b2-b4a9-bebd91ca5bef" providerId="ADAL" clId="{AC91C77A-115B-4066-B24C-58E72D5C40B6}" dt="2026-08-11T05:16:17.469" v="4199" actId="22"/>
          <ac:spMkLst>
            <pc:docMk/>
            <pc:sldMk cId="2261249716" sldId="309"/>
            <ac:spMk id="5" creationId="{F008B3A6-029B-D577-B54D-8639240A2347}"/>
          </ac:spMkLst>
        </pc:spChg>
        <pc:spChg chg="add">
          <ac:chgData name="문 동진(KSTD)" userId="3d26c5c2-5d13-41b2-b4a9-bebd91ca5bef" providerId="ADAL" clId="{AC91C77A-115B-4066-B24C-58E72D5C40B6}" dt="2026-08-11T05:16:19.783" v="4200" actId="22"/>
          <ac:spMkLst>
            <pc:docMk/>
            <pc:sldMk cId="2261249716" sldId="309"/>
            <ac:spMk id="7" creationId="{6517FC72-4E2B-359E-9776-0B5A52A4E839}"/>
          </ac:spMkLst>
        </pc:spChg>
        <pc:spChg chg="mod">
          <ac:chgData name="문 동진(KSTD)" userId="3d26c5c2-5d13-41b2-b4a9-bebd91ca5bef" providerId="ADAL" clId="{AC91C77A-115B-4066-B24C-58E72D5C40B6}" dt="2026-08-11T05:16:37.395" v="4204" actId="14100"/>
          <ac:spMkLst>
            <pc:docMk/>
            <pc:sldMk cId="2261249716" sldId="309"/>
            <ac:spMk id="703" creationId="{E1FEC531-C99E-24B2-975F-BE807FE36B14}"/>
          </ac:spMkLst>
        </pc:spChg>
        <pc:spChg chg="del mod">
          <ac:chgData name="문 동진(KSTD)" userId="3d26c5c2-5d13-41b2-b4a9-bebd91ca5bef" providerId="ADAL" clId="{AC91C77A-115B-4066-B24C-58E72D5C40B6}" dt="2026-08-11T05:16:31.175" v="4202" actId="478"/>
          <ac:spMkLst>
            <pc:docMk/>
            <pc:sldMk cId="2261249716" sldId="309"/>
            <ac:spMk id="707" creationId="{B6E4CD6C-AF8C-F315-F09E-E6EA5FB2F8FE}"/>
          </ac:spMkLst>
        </pc:spChg>
      </pc:sldChg>
      <pc:sldChg chg="add del">
        <pc:chgData name="문 동진(KSTD)" userId="3d26c5c2-5d13-41b2-b4a9-bebd91ca5bef" providerId="ADAL" clId="{AC91C77A-115B-4066-B24C-58E72D5C40B6}" dt="2026-08-11T05:16:44.249" v="4206"/>
        <pc:sldMkLst>
          <pc:docMk/>
          <pc:sldMk cId="811323693" sldId="310"/>
        </pc:sldMkLst>
      </pc:sldChg>
      <pc:sldChg chg="modSp add del mod modTransition">
        <pc:chgData name="문 동진(KSTD)" userId="3d26c5c2-5d13-41b2-b4a9-bebd91ca5bef" providerId="ADAL" clId="{AC91C77A-115B-4066-B24C-58E72D5C40B6}" dt="2026-08-11T06:40:45.709" v="4802" actId="47"/>
        <pc:sldMkLst>
          <pc:docMk/>
          <pc:sldMk cId="1736903583" sldId="310"/>
        </pc:sldMkLst>
        <pc:spChg chg="mod">
          <ac:chgData name="문 동진(KSTD)" userId="3d26c5c2-5d13-41b2-b4a9-bebd91ca5bef" providerId="ADAL" clId="{AC91C77A-115B-4066-B24C-58E72D5C40B6}" dt="2026-08-11T05:16:52.250" v="4212" actId="14100"/>
          <ac:spMkLst>
            <pc:docMk/>
            <pc:sldMk cId="1736903583" sldId="310"/>
            <ac:spMk id="711" creationId="{012AFF47-9B2F-E4EC-8268-6D009519C331}"/>
          </ac:spMkLst>
        </pc:spChg>
      </pc:sldChg>
      <pc:sldChg chg="modSp add del mod modTransition">
        <pc:chgData name="문 동진(KSTD)" userId="3d26c5c2-5d13-41b2-b4a9-bebd91ca5bef" providerId="ADAL" clId="{AC91C77A-115B-4066-B24C-58E72D5C40B6}" dt="2026-08-11T06:40:45.709" v="4802" actId="47"/>
        <pc:sldMkLst>
          <pc:docMk/>
          <pc:sldMk cId="327296009" sldId="311"/>
        </pc:sldMkLst>
        <pc:spChg chg="mod">
          <ac:chgData name="문 동진(KSTD)" userId="3d26c5c2-5d13-41b2-b4a9-bebd91ca5bef" providerId="ADAL" clId="{AC91C77A-115B-4066-B24C-58E72D5C40B6}" dt="2026-08-11T05:16:56.531" v="4214" actId="14100"/>
          <ac:spMkLst>
            <pc:docMk/>
            <pc:sldMk cId="327296009" sldId="311"/>
            <ac:spMk id="715" creationId="{DBFBBF7E-81D5-DC87-0C6E-2DB66BFF5EE8}"/>
          </ac:spMkLst>
        </pc:spChg>
      </pc:sldChg>
      <pc:sldChg chg="modSp add del mod modTransition">
        <pc:chgData name="문 동진(KSTD)" userId="3d26c5c2-5d13-41b2-b4a9-bebd91ca5bef" providerId="ADAL" clId="{AC91C77A-115B-4066-B24C-58E72D5C40B6}" dt="2026-08-11T06:40:45.709" v="4802" actId="47"/>
        <pc:sldMkLst>
          <pc:docMk/>
          <pc:sldMk cId="2997603366" sldId="312"/>
        </pc:sldMkLst>
        <pc:spChg chg="mod">
          <ac:chgData name="문 동진(KSTD)" userId="3d26c5c2-5d13-41b2-b4a9-bebd91ca5bef" providerId="ADAL" clId="{AC91C77A-115B-4066-B24C-58E72D5C40B6}" dt="2026-08-11T05:17:07.400" v="4220" actId="14100"/>
          <ac:spMkLst>
            <pc:docMk/>
            <pc:sldMk cId="2997603366" sldId="312"/>
            <ac:spMk id="719" creationId="{06B69A7B-4970-7E00-3AA2-DF36624AD18B}"/>
          </ac:spMkLst>
        </pc:spChg>
      </pc:sldChg>
      <pc:sldChg chg="addSp delSp modSp add del mod setBg">
        <pc:chgData name="문 동진(KSTD)" userId="3d26c5c2-5d13-41b2-b4a9-bebd91ca5bef" providerId="ADAL" clId="{AC91C77A-115B-4066-B24C-58E72D5C40B6}" dt="2026-08-11T05:34:39.530" v="4477" actId="47"/>
        <pc:sldMkLst>
          <pc:docMk/>
          <pc:sldMk cId="2899355504" sldId="313"/>
        </pc:sldMkLst>
        <pc:spChg chg="del">
          <ac:chgData name="문 동진(KSTD)" userId="3d26c5c2-5d13-41b2-b4a9-bebd91ca5bef" providerId="ADAL" clId="{AC91C77A-115B-4066-B24C-58E72D5C40B6}" dt="2026-08-11T05:31:34.488" v="4425" actId="478"/>
          <ac:spMkLst>
            <pc:docMk/>
            <pc:sldMk cId="2899355504" sldId="313"/>
            <ac:spMk id="7" creationId="{16B2AC1B-6C5C-C608-DDFB-7DEE870005BA}"/>
          </ac:spMkLst>
        </pc:spChg>
        <pc:spChg chg="del">
          <ac:chgData name="문 동진(KSTD)" userId="3d26c5c2-5d13-41b2-b4a9-bebd91ca5bef" providerId="ADAL" clId="{AC91C77A-115B-4066-B24C-58E72D5C40B6}" dt="2026-08-11T05:31:34.488" v="4425" actId="478"/>
          <ac:spMkLst>
            <pc:docMk/>
            <pc:sldMk cId="2899355504" sldId="313"/>
            <ac:spMk id="8" creationId="{31CEEA99-0D5E-6D4E-4D19-A5D41C1D2A94}"/>
          </ac:spMkLst>
        </pc:spChg>
        <pc:spChg chg="del">
          <ac:chgData name="문 동진(KSTD)" userId="3d26c5c2-5d13-41b2-b4a9-bebd91ca5bef" providerId="ADAL" clId="{AC91C77A-115B-4066-B24C-58E72D5C40B6}" dt="2026-08-11T05:31:34.488" v="4425" actId="478"/>
          <ac:spMkLst>
            <pc:docMk/>
            <pc:sldMk cId="2899355504" sldId="313"/>
            <ac:spMk id="9" creationId="{4CCBCE26-6C32-5BF7-0A12-37D72EB30658}"/>
          </ac:spMkLst>
        </pc:spChg>
        <pc:spChg chg="del">
          <ac:chgData name="문 동진(KSTD)" userId="3d26c5c2-5d13-41b2-b4a9-bebd91ca5bef" providerId="ADAL" clId="{AC91C77A-115B-4066-B24C-58E72D5C40B6}" dt="2026-08-11T05:31:34.488" v="4425" actId="478"/>
          <ac:spMkLst>
            <pc:docMk/>
            <pc:sldMk cId="2899355504" sldId="313"/>
            <ac:spMk id="11" creationId="{1B6256F6-45F5-E6D7-77A2-B5A1372DE12B}"/>
          </ac:spMkLst>
        </pc:spChg>
        <pc:spChg chg="del">
          <ac:chgData name="문 동진(KSTD)" userId="3d26c5c2-5d13-41b2-b4a9-bebd91ca5bef" providerId="ADAL" clId="{AC91C77A-115B-4066-B24C-58E72D5C40B6}" dt="2026-08-11T05:31:34.488" v="4425" actId="478"/>
          <ac:spMkLst>
            <pc:docMk/>
            <pc:sldMk cId="2899355504" sldId="313"/>
            <ac:spMk id="12" creationId="{77369748-C46A-A444-7F23-1D5F512916EA}"/>
          </ac:spMkLst>
        </pc:spChg>
        <pc:spChg chg="del">
          <ac:chgData name="문 동진(KSTD)" userId="3d26c5c2-5d13-41b2-b4a9-bebd91ca5bef" providerId="ADAL" clId="{AC91C77A-115B-4066-B24C-58E72D5C40B6}" dt="2026-08-11T05:31:34.488" v="4425" actId="478"/>
          <ac:spMkLst>
            <pc:docMk/>
            <pc:sldMk cId="2899355504" sldId="313"/>
            <ac:spMk id="13" creationId="{39DDB200-C208-FBA7-CD64-6B76CE81AC05}"/>
          </ac:spMkLst>
        </pc:spChg>
        <pc:spChg chg="del">
          <ac:chgData name="문 동진(KSTD)" userId="3d26c5c2-5d13-41b2-b4a9-bebd91ca5bef" providerId="ADAL" clId="{AC91C77A-115B-4066-B24C-58E72D5C40B6}" dt="2026-08-11T05:31:34.488" v="4425" actId="478"/>
          <ac:spMkLst>
            <pc:docMk/>
            <pc:sldMk cId="2899355504" sldId="313"/>
            <ac:spMk id="15" creationId="{6DE7C9C3-07B1-6208-3B19-8F586BDC093C}"/>
          </ac:spMkLst>
        </pc:spChg>
        <pc:spChg chg="del">
          <ac:chgData name="문 동진(KSTD)" userId="3d26c5c2-5d13-41b2-b4a9-bebd91ca5bef" providerId="ADAL" clId="{AC91C77A-115B-4066-B24C-58E72D5C40B6}" dt="2026-08-11T05:31:34.488" v="4425" actId="478"/>
          <ac:spMkLst>
            <pc:docMk/>
            <pc:sldMk cId="2899355504" sldId="313"/>
            <ac:spMk id="16" creationId="{B7FC1313-CBC4-462E-0088-D2F84D4D8A5B}"/>
          </ac:spMkLst>
        </pc:spChg>
        <pc:spChg chg="del">
          <ac:chgData name="문 동진(KSTD)" userId="3d26c5c2-5d13-41b2-b4a9-bebd91ca5bef" providerId="ADAL" clId="{AC91C77A-115B-4066-B24C-58E72D5C40B6}" dt="2026-08-11T05:31:34.488" v="4425" actId="478"/>
          <ac:spMkLst>
            <pc:docMk/>
            <pc:sldMk cId="2899355504" sldId="313"/>
            <ac:spMk id="17" creationId="{2E266367-B314-9AD2-6572-6451F06C715A}"/>
          </ac:spMkLst>
        </pc:spChg>
        <pc:picChg chg="add mod">
          <ac:chgData name="문 동진(KSTD)" userId="3d26c5c2-5d13-41b2-b4a9-bebd91ca5bef" providerId="ADAL" clId="{AC91C77A-115B-4066-B24C-58E72D5C40B6}" dt="2026-08-11T05:31:32.208" v="4424" actId="1076"/>
          <ac:picMkLst>
            <pc:docMk/>
            <pc:sldMk cId="2899355504" sldId="313"/>
            <ac:picMk id="6" creationId="{03DECAD6-8F3B-1732-828F-29AC6AD5777D}"/>
          </ac:picMkLst>
        </pc:picChg>
        <pc:picChg chg="del">
          <ac:chgData name="문 동진(KSTD)" userId="3d26c5c2-5d13-41b2-b4a9-bebd91ca5bef" providerId="ADAL" clId="{AC91C77A-115B-4066-B24C-58E72D5C40B6}" dt="2026-08-11T05:26:05.332" v="4391" actId="478"/>
          <ac:picMkLst>
            <pc:docMk/>
            <pc:sldMk cId="2899355504" sldId="313"/>
            <ac:picMk id="20" creationId="{8F6A262D-1812-86EC-6B54-A2170C574A5C}"/>
          </ac:picMkLst>
        </pc:picChg>
      </pc:sldChg>
      <pc:sldChg chg="add del setBg">
        <pc:chgData name="문 동진(KSTD)" userId="3d26c5c2-5d13-41b2-b4a9-bebd91ca5bef" providerId="ADAL" clId="{AC91C77A-115B-4066-B24C-58E72D5C40B6}" dt="2026-08-11T05:30:41.971" v="4419" actId="47"/>
        <pc:sldMkLst>
          <pc:docMk/>
          <pc:sldMk cId="3326335498" sldId="314"/>
        </pc:sldMkLst>
      </pc:sldChg>
      <pc:sldChg chg="add del setBg">
        <pc:chgData name="문 동진(KSTD)" userId="3d26c5c2-5d13-41b2-b4a9-bebd91ca5bef" providerId="ADAL" clId="{AC91C77A-115B-4066-B24C-58E72D5C40B6}" dt="2026-08-11T05:34:41.924" v="4478" actId="47"/>
        <pc:sldMkLst>
          <pc:docMk/>
          <pc:sldMk cId="4278668050" sldId="315"/>
        </pc:sldMkLst>
      </pc:sldChg>
      <pc:sldChg chg="modSp add mod ord modTransition setBg">
        <pc:chgData name="문 동진(KSTD)" userId="3d26c5c2-5d13-41b2-b4a9-bebd91ca5bef" providerId="ADAL" clId="{AC91C77A-115B-4066-B24C-58E72D5C40B6}" dt="2026-08-11T06:00:07.082" v="4674"/>
        <pc:sldMkLst>
          <pc:docMk/>
          <pc:sldMk cId="2936753500" sldId="316"/>
        </pc:sldMkLst>
        <pc:picChg chg="mod">
          <ac:chgData name="문 동진(KSTD)" userId="3d26c5c2-5d13-41b2-b4a9-bebd91ca5bef" providerId="ADAL" clId="{AC91C77A-115B-4066-B24C-58E72D5C40B6}" dt="2026-08-11T05:49:04.175" v="4601" actId="14861"/>
          <ac:picMkLst>
            <pc:docMk/>
            <pc:sldMk cId="2936753500" sldId="316"/>
            <ac:picMk id="20" creationId="{7865C348-A509-7FC5-65C9-715AB6241409}"/>
          </ac:picMkLst>
        </pc:picChg>
      </pc:sldChg>
      <pc:sldChg chg="modSp add mod modTransition">
        <pc:chgData name="문 동진(KSTD)" userId="3d26c5c2-5d13-41b2-b4a9-bebd91ca5bef" providerId="ADAL" clId="{AC91C77A-115B-4066-B24C-58E72D5C40B6}" dt="2026-08-11T06:00:07.082" v="4674"/>
        <pc:sldMkLst>
          <pc:docMk/>
          <pc:sldMk cId="4273443292" sldId="317"/>
        </pc:sldMkLst>
        <pc:spChg chg="mod">
          <ac:chgData name="문 동진(KSTD)" userId="3d26c5c2-5d13-41b2-b4a9-bebd91ca5bef" providerId="ADAL" clId="{AC91C77A-115B-4066-B24C-58E72D5C40B6}" dt="2026-08-11T05:29:15.170" v="4410" actId="20577"/>
          <ac:spMkLst>
            <pc:docMk/>
            <pc:sldMk cId="4273443292" sldId="317"/>
            <ac:spMk id="8" creationId="{B5F92C11-6B15-9D66-3D12-DD7BF07A4F3E}"/>
          </ac:spMkLst>
        </pc:spChg>
        <pc:spChg chg="mod">
          <ac:chgData name="문 동진(KSTD)" userId="3d26c5c2-5d13-41b2-b4a9-bebd91ca5bef" providerId="ADAL" clId="{AC91C77A-115B-4066-B24C-58E72D5C40B6}" dt="2026-08-11T05:29:20.162" v="4411"/>
          <ac:spMkLst>
            <pc:docMk/>
            <pc:sldMk cId="4273443292" sldId="317"/>
            <ac:spMk id="9" creationId="{FCB61F78-9CAE-D2FC-5F8A-F613192B0CFB}"/>
          </ac:spMkLst>
        </pc:spChg>
        <pc:picChg chg="mod modCrop">
          <ac:chgData name="문 동진(KSTD)" userId="3d26c5c2-5d13-41b2-b4a9-bebd91ca5bef" providerId="ADAL" clId="{AC91C77A-115B-4066-B24C-58E72D5C40B6}" dt="2026-08-11T05:49:32.743" v="4618" actId="14861"/>
          <ac:picMkLst>
            <pc:docMk/>
            <pc:sldMk cId="4273443292" sldId="317"/>
            <ac:picMk id="20" creationId="{613462A3-FEE9-9763-7253-342D61D49AF0}"/>
          </ac:picMkLst>
        </pc:picChg>
      </pc:sldChg>
      <pc:sldChg chg="addSp delSp modSp add mod modTransition">
        <pc:chgData name="문 동진(KSTD)" userId="3d26c5c2-5d13-41b2-b4a9-bebd91ca5bef" providerId="ADAL" clId="{AC91C77A-115B-4066-B24C-58E72D5C40B6}" dt="2026-08-11T06:00:07.082" v="4674"/>
        <pc:sldMkLst>
          <pc:docMk/>
          <pc:sldMk cId="648223516" sldId="318"/>
        </pc:sldMkLst>
        <pc:spChg chg="mod">
          <ac:chgData name="문 동진(KSTD)" userId="3d26c5c2-5d13-41b2-b4a9-bebd91ca5bef" providerId="ADAL" clId="{AC91C77A-115B-4066-B24C-58E72D5C40B6}" dt="2026-08-11T05:32:16.540" v="4431" actId="20577"/>
          <ac:spMkLst>
            <pc:docMk/>
            <pc:sldMk cId="648223516" sldId="318"/>
            <ac:spMk id="8" creationId="{876B198C-A5BA-201A-8FE4-5F7EDDAF1554}"/>
          </ac:spMkLst>
        </pc:spChg>
        <pc:spChg chg="mod">
          <ac:chgData name="문 동진(KSTD)" userId="3d26c5c2-5d13-41b2-b4a9-bebd91ca5bef" providerId="ADAL" clId="{AC91C77A-115B-4066-B24C-58E72D5C40B6}" dt="2026-08-11T05:32:32.299" v="4436" actId="2710"/>
          <ac:spMkLst>
            <pc:docMk/>
            <pc:sldMk cId="648223516" sldId="318"/>
            <ac:spMk id="9" creationId="{1EEAFD8B-2081-A1A2-9DE9-D1DACFA0AF31}"/>
          </ac:spMkLst>
        </pc:spChg>
        <pc:spChg chg="add del mod">
          <ac:chgData name="문 동진(KSTD)" userId="3d26c5c2-5d13-41b2-b4a9-bebd91ca5bef" providerId="ADAL" clId="{AC91C77A-115B-4066-B24C-58E72D5C40B6}" dt="2026-08-11T05:35:14.958" v="4484" actId="478"/>
          <ac:spMkLst>
            <pc:docMk/>
            <pc:sldMk cId="648223516" sldId="318"/>
            <ac:spMk id="10" creationId="{373CF234-FF48-FB22-54C6-33FDC44589E5}"/>
          </ac:spMkLst>
        </pc:spChg>
        <pc:grpChg chg="add mod">
          <ac:chgData name="문 동진(KSTD)" userId="3d26c5c2-5d13-41b2-b4a9-bebd91ca5bef" providerId="ADAL" clId="{AC91C77A-115B-4066-B24C-58E72D5C40B6}" dt="2026-08-11T05:35:12.316" v="4483" actId="164"/>
          <ac:grpSpMkLst>
            <pc:docMk/>
            <pc:sldMk cId="648223516" sldId="318"/>
            <ac:grpSpMk id="11" creationId="{9D1B9B95-9E2D-FE8E-AD2E-C221335FFD47}"/>
          </ac:grpSpMkLst>
        </pc:grpChg>
        <pc:picChg chg="add mod modCrop">
          <ac:chgData name="문 동진(KSTD)" userId="3d26c5c2-5d13-41b2-b4a9-bebd91ca5bef" providerId="ADAL" clId="{AC91C77A-115B-4066-B24C-58E72D5C40B6}" dt="2026-08-11T05:49:39.757" v="4622" actId="14861"/>
          <ac:picMkLst>
            <pc:docMk/>
            <pc:sldMk cId="648223516" sldId="318"/>
            <ac:picMk id="6" creationId="{B62C2081-FC0F-5215-C659-0D2490580D9E}"/>
          </ac:picMkLst>
        </pc:picChg>
        <pc:picChg chg="del">
          <ac:chgData name="문 동진(KSTD)" userId="3d26c5c2-5d13-41b2-b4a9-bebd91ca5bef" providerId="ADAL" clId="{AC91C77A-115B-4066-B24C-58E72D5C40B6}" dt="2026-08-11T05:31:40.344" v="4428" actId="478"/>
          <ac:picMkLst>
            <pc:docMk/>
            <pc:sldMk cId="648223516" sldId="318"/>
            <ac:picMk id="20" creationId="{9705272D-1152-663D-2D1B-E45DFF184C81}"/>
          </ac:picMkLst>
        </pc:picChg>
      </pc:sldChg>
      <pc:sldChg chg="addSp delSp modSp add mod modTransition">
        <pc:chgData name="문 동진(KSTD)" userId="3d26c5c2-5d13-41b2-b4a9-bebd91ca5bef" providerId="ADAL" clId="{AC91C77A-115B-4066-B24C-58E72D5C40B6}" dt="2026-08-11T06:04:43.143" v="4706"/>
        <pc:sldMkLst>
          <pc:docMk/>
          <pc:sldMk cId="3486217689" sldId="319"/>
        </pc:sldMkLst>
        <pc:spChg chg="mod">
          <ac:chgData name="문 동진(KSTD)" userId="3d26c5c2-5d13-41b2-b4a9-bebd91ca5bef" providerId="ADAL" clId="{AC91C77A-115B-4066-B24C-58E72D5C40B6}" dt="2026-08-11T05:33:35.546" v="4453" actId="20577"/>
          <ac:spMkLst>
            <pc:docMk/>
            <pc:sldMk cId="3486217689" sldId="319"/>
            <ac:spMk id="8" creationId="{1DA3CACA-08DC-2D8C-166E-62D4E790C27A}"/>
          </ac:spMkLst>
        </pc:spChg>
        <pc:spChg chg="mod">
          <ac:chgData name="문 동진(KSTD)" userId="3d26c5c2-5d13-41b2-b4a9-bebd91ca5bef" providerId="ADAL" clId="{AC91C77A-115B-4066-B24C-58E72D5C40B6}" dt="2026-08-11T05:34:13.125" v="4476" actId="1076"/>
          <ac:spMkLst>
            <pc:docMk/>
            <pc:sldMk cId="3486217689" sldId="319"/>
            <ac:spMk id="9" creationId="{25162791-1A5F-676B-E2EF-D3C59B337E8B}"/>
          </ac:spMkLst>
        </pc:spChg>
        <pc:spChg chg="add del mod topLvl">
          <ac:chgData name="문 동진(KSTD)" userId="3d26c5c2-5d13-41b2-b4a9-bebd91ca5bef" providerId="ADAL" clId="{AC91C77A-115B-4066-B24C-58E72D5C40B6}" dt="2026-08-11T05:35:58.895" v="4494" actId="478"/>
          <ac:spMkLst>
            <pc:docMk/>
            <pc:sldMk cId="3486217689" sldId="319"/>
            <ac:spMk id="12" creationId="{52B7AE98-896F-CAD5-8627-F54D39A3D504}"/>
          </ac:spMkLst>
        </pc:spChg>
        <pc:spChg chg="mod">
          <ac:chgData name="문 동진(KSTD)" userId="3d26c5c2-5d13-41b2-b4a9-bebd91ca5bef" providerId="ADAL" clId="{AC91C77A-115B-4066-B24C-58E72D5C40B6}" dt="2026-08-11T05:35:49.465" v="4491"/>
          <ac:spMkLst>
            <pc:docMk/>
            <pc:sldMk cId="3486217689" sldId="319"/>
            <ac:spMk id="16" creationId="{0723B096-A0E1-81A6-C552-855BCE195297}"/>
          </ac:spMkLst>
        </pc:spChg>
        <pc:grpChg chg="add del mod">
          <ac:chgData name="문 동진(KSTD)" userId="3d26c5c2-5d13-41b2-b4a9-bebd91ca5bef" providerId="ADAL" clId="{AC91C77A-115B-4066-B24C-58E72D5C40B6}" dt="2026-08-11T05:35:58.895" v="4494" actId="478"/>
          <ac:grpSpMkLst>
            <pc:docMk/>
            <pc:sldMk cId="3486217689" sldId="319"/>
            <ac:grpSpMk id="13" creationId="{93B7F2EB-43D3-DC0E-14AF-57BBAF780408}"/>
          </ac:grpSpMkLst>
        </pc:grpChg>
        <pc:grpChg chg="add mod">
          <ac:chgData name="문 동진(KSTD)" userId="3d26c5c2-5d13-41b2-b4a9-bebd91ca5bef" providerId="ADAL" clId="{AC91C77A-115B-4066-B24C-58E72D5C40B6}" dt="2026-08-11T05:35:51.329" v="4493" actId="1076"/>
          <ac:grpSpMkLst>
            <pc:docMk/>
            <pc:sldMk cId="3486217689" sldId="319"/>
            <ac:grpSpMk id="14" creationId="{EC2716D8-CC5A-A88E-64BA-E8741F6E8D37}"/>
          </ac:grpSpMkLst>
        </pc:grpChg>
        <pc:picChg chg="mod topLvl modCrop">
          <ac:chgData name="문 동진(KSTD)" userId="3d26c5c2-5d13-41b2-b4a9-bebd91ca5bef" providerId="ADAL" clId="{AC91C77A-115B-4066-B24C-58E72D5C40B6}" dt="2026-08-11T05:49:49.904" v="4626" actId="14861"/>
          <ac:picMkLst>
            <pc:docMk/>
            <pc:sldMk cId="3486217689" sldId="319"/>
            <ac:picMk id="6" creationId="{9CA7F83C-B2DB-36A2-4F95-91EC2033BC77}"/>
          </ac:picMkLst>
        </pc:picChg>
        <pc:picChg chg="add mod">
          <ac:chgData name="문 동진(KSTD)" userId="3d26c5c2-5d13-41b2-b4a9-bebd91ca5bef" providerId="ADAL" clId="{AC91C77A-115B-4066-B24C-58E72D5C40B6}" dt="2026-08-11T06:04:43.143" v="4706"/>
          <ac:picMkLst>
            <pc:docMk/>
            <pc:sldMk cId="3486217689" sldId="319"/>
            <ac:picMk id="10" creationId="{31F55B61-AAE1-B365-A44B-ABF80EAAA350}"/>
          </ac:picMkLst>
        </pc:picChg>
        <pc:picChg chg="mod">
          <ac:chgData name="문 동진(KSTD)" userId="3d26c5c2-5d13-41b2-b4a9-bebd91ca5bef" providerId="ADAL" clId="{AC91C77A-115B-4066-B24C-58E72D5C40B6}" dt="2026-08-11T05:35:49.465" v="4491"/>
          <ac:picMkLst>
            <pc:docMk/>
            <pc:sldMk cId="3486217689" sldId="319"/>
            <ac:picMk id="15" creationId="{7F14258B-4C55-DD6F-0E35-4C035BC159AE}"/>
          </ac:picMkLst>
        </pc:picChg>
        <pc:picChg chg="mod">
          <ac:chgData name="문 동진(KSTD)" userId="3d26c5c2-5d13-41b2-b4a9-bebd91ca5bef" providerId="ADAL" clId="{AC91C77A-115B-4066-B24C-58E72D5C40B6}" dt="2026-08-11T05:34:05.255" v="4475" actId="1076"/>
          <ac:picMkLst>
            <pc:docMk/>
            <pc:sldMk cId="3486217689" sldId="319"/>
            <ac:picMk id="30" creationId="{87D8723E-44F7-6EAF-7AA7-C245ACC9D578}"/>
          </ac:picMkLst>
        </pc:picChg>
      </pc:sldChg>
      <pc:sldChg chg="add">
        <pc:chgData name="문 동진(KSTD)" userId="3d26c5c2-5d13-41b2-b4a9-bebd91ca5bef" providerId="ADAL" clId="{AC91C77A-115B-4066-B24C-58E72D5C40B6}" dt="2026-08-11T06:09:09.188" v="4719"/>
        <pc:sldMkLst>
          <pc:docMk/>
          <pc:sldMk cId="2808678838" sldId="32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15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2E20E-120B-1755-DA5B-3D54A9585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23792D-DADF-F6BF-2D9B-10B7C86F5B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9607AE-FADC-E004-AE2A-F0C918451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0A0C1-DC1D-1FA2-5816-65F8F65597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6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94D10-41D3-9A17-7FC2-FD5B32C46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76807-6012-72D8-2707-840303013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2A67C7-214C-23AB-B786-877D36F2A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C6BB6-CB98-54D0-3BBF-DA5F032A3F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45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FED0D-1FD7-75EF-178B-651788F06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735874-B05E-0B8F-1A3E-F1E8576A7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9F5A7-234E-D73E-33EF-87C3DFBE5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43F64-9555-50E4-05BE-2AEE0AC144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18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3F3FB-4132-690F-D0C6-5244CD53A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EB09FA-1484-0FA5-A343-16D8C4A57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3D0E78-BAAB-3591-BB21-DF5D81678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87BB7-B35B-4304-D563-4BF0C5F6EB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053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6E358-2059-6856-67BE-D43D73B5B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B7E8CB-0CF0-69AA-A9C1-3A36A4EE31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0B395F-1F5F-4D83-CA93-FB2590B0E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FE61E-EDAF-E0AD-6045-58AE2CCFAA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65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92F08-82F8-916C-63FF-00D613FD3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F56BA-4A34-1144-20E2-8C262713DF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9220B3-613E-DD83-03A1-286F229F3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3D4C2-273C-9033-5F5A-8AAA87C8F6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2789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3733F-9B0F-3CB4-1178-754D643F0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D371E-73EC-A3A9-88D4-735F85A95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A783A9-3DD3-5E06-854F-6C3A6E991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C79CF-DC81-645F-F963-D1ACD1FD09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250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D950D-755B-87D8-245F-70770BD33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6595E3-E2EA-EF73-B8E7-F02829EA5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2A440-00D8-F4D9-5793-DB33B0D23C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355C8-2664-CD0D-43AC-83D262C260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85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3BD49-7C74-DEBE-B7BC-A3D33C5D7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F5EEE7-BC67-A86F-D5CE-A2B462617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FE436-8BC1-68A6-4240-48AD43560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55CC0-2C4C-F77C-D010-1553C4A576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7237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D85A8-A195-0387-D770-37B19B3E1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5D9A5-AFB5-4319-B4E8-0261CDA19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38EF3B-3414-60CA-F55D-2BE3A33A5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FFB94-4FB6-272F-420F-8CB6213E65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4433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33C7C-31F8-4ED1-8B8C-038716200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A25D1-23C7-9319-4CD5-0513E2840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E0C361-6CA1-97C9-18F0-F463CE7EC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53874-9D4B-4F01-7082-AC7880068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005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4A30B-9A3D-EC77-10E3-D2ED88594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FEE51-4A6C-2C88-6A20-CC3786BB1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1FCE67-5EE2-CD85-8C90-6E59F72D4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FD56B-A58A-2273-DC56-8323943510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6069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F1DBE-E23A-EEE4-E74B-38A6E7230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CFD36-363C-8D26-8953-9DC5FD199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266E91-BD44-311D-EFB2-9EC050688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D2872-A269-4670-069E-2254D4B9C8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169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871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127.0.0.1:5500/%EA%B3%BC%EC%A0%9Cpt/wiki/2026-08-04_mockup_%ED%9A%8C%EA%B3%84%EC%84%B8%EB%AC%B4Wiki%EC%8B%9C%EC%8A%A4%ED%85%9C_%EC%9B%90%EB%B3%B8.html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5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전환형 인턴십 · PT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69964" y="196596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38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회계</a:t>
            </a:r>
            <a:r>
              <a:rPr lang="en-US" sz="3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Wiki </a:t>
            </a:r>
            <a:r>
              <a:rPr lang="en-US" sz="38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</a:t>
            </a:r>
            <a:r>
              <a:rPr lang="en-US" sz="3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구축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9964" y="3323844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75"/>
              </a:lnSpc>
            </a:pPr>
            <a:r>
              <a:rPr lang="ko-KR" altLang="en-US" sz="16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사업부 회계 이해도 제고 및 업무 효율화를 위한 실무 중심 웹 매뉴얼 개발</a:t>
            </a:r>
          </a:p>
        </p:txBody>
      </p:sp>
      <p:pic>
        <p:nvPicPr>
          <p:cNvPr id="11" name="Picture 2" descr="image.png">
            <a:extLst>
              <a:ext uri="{FF2B5EF4-FFF2-40B4-BE49-F238E27FC236}">
                <a16:creationId xmlns:a16="http://schemas.microsoft.com/office/drawing/2014/main" id="{4E911961-C00C-6D3E-F22D-06980ACA2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63317"/>
            <a:ext cx="11049000" cy="438150"/>
          </a:xfrm>
          <a:prstGeom prst="rect">
            <a:avLst/>
          </a:prstGeom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4CD2997C-AF44-B2F4-E54D-F34B252E7592}"/>
              </a:ext>
            </a:extLst>
          </p:cNvPr>
          <p:cNvSpPr/>
          <p:nvPr/>
        </p:nvSpPr>
        <p:spPr>
          <a:xfrm>
            <a:off x="569964" y="4305301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회계팀  ·  문동진 인턴</a:t>
            </a:r>
            <a:endParaRPr lang="en-US" sz="15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0E423F01-0141-C3F9-20ED-E6FF0F29938D}"/>
              </a:ext>
            </a:extLst>
          </p:cNvPr>
          <p:cNvSpPr/>
          <p:nvPr/>
        </p:nvSpPr>
        <p:spPr>
          <a:xfrm>
            <a:off x="569964" y="4643629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8. 27 (목)</a:t>
            </a:r>
            <a:endParaRPr lang="en-US" sz="1200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5A8EA95-FA98-15C9-5092-C63B2B8DF361}"/>
              </a:ext>
            </a:extLst>
          </p:cNvPr>
          <p:cNvGrpSpPr/>
          <p:nvPr/>
        </p:nvGrpSpPr>
        <p:grpSpPr>
          <a:xfrm>
            <a:off x="9809962" y="6277867"/>
            <a:ext cx="1810538" cy="209363"/>
            <a:chOff x="3396462" y="5633787"/>
            <a:chExt cx="4502939" cy="520700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FF47D97-3D80-AE7D-E6C7-02F0C8EBF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18" name="그림 17" descr="COWORKER">
              <a:extLst>
                <a:ext uri="{FF2B5EF4-FFF2-40B4-BE49-F238E27FC236}">
                  <a16:creationId xmlns:a16="http://schemas.microsoft.com/office/drawing/2014/main" id="{2D71C524-643F-2480-C54E-2D49B5AFB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1" descr="image.png">
            <a:extLst>
              <a:ext uri="{FF2B5EF4-FFF2-40B4-BE49-F238E27FC236}">
                <a16:creationId xmlns:a16="http://schemas.microsoft.com/office/drawing/2014/main" id="{18650CBD-3D43-0CCF-CEDE-57994DD8A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 · 목차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순서</a:t>
            </a:r>
            <a:endParaRPr lang="en-US" sz="26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770A6F5F-8015-FF92-7EF6-C23CC61975D6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304207D7-9D1D-AABD-560A-E0E1E4221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38" name="그림 37" descr="COWORKER">
              <a:extLst>
                <a:ext uri="{FF2B5EF4-FFF2-40B4-BE49-F238E27FC236}">
                  <a16:creationId xmlns:a16="http://schemas.microsoft.com/office/drawing/2014/main" id="{37C30C63-270F-4DD3-326A-8A5495417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sp>
        <p:nvSpPr>
          <p:cNvPr id="701" name="TOC Line"/>
          <p:cNvSpPr/>
          <p:nvPr/>
        </p:nvSpPr>
        <p:spPr>
          <a:xfrm>
            <a:off x="640080" y="3120237"/>
            <a:ext cx="1088136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2" name="TOC Num 1"/>
          <p:cNvSpPr/>
          <p:nvPr/>
        </p:nvSpPr>
        <p:spPr>
          <a:xfrm>
            <a:off x="1228216" y="2530000"/>
            <a:ext cx="10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</a:p>
        </p:txBody>
      </p:sp>
      <p:sp>
        <p:nvSpPr>
          <p:cNvPr id="703" name="TOC Dot 1"/>
          <p:cNvSpPr/>
          <p:nvPr/>
        </p:nvSpPr>
        <p:spPr>
          <a:xfrm>
            <a:off x="1653216" y="3050000"/>
            <a:ext cx="150000" cy="150000"/>
          </a:xfrm>
          <a:prstGeom prst="ellipse">
            <a:avLst/>
          </a:prstGeom>
          <a:solidFill>
            <a:srgbClr val="1E3A8A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4" name="TOC Title 1"/>
          <p:cNvSpPr/>
          <p:nvPr/>
        </p:nvSpPr>
        <p:spPr>
          <a:xfrm>
            <a:off x="740080" y="3460000"/>
            <a:ext cx="1976272" cy="4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buNone/>
            </a:pPr>
            <a:r>
              <a:rPr lang="ko-KR" alt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진단</a:t>
            </a:r>
          </a:p>
        </p:txBody>
      </p:sp>
      <p:sp>
        <p:nvSpPr>
          <p:cNvPr id="705" name="TOC Sub 1"/>
          <p:cNvSpPr/>
          <p:nvPr/>
        </p:nvSpPr>
        <p:spPr>
          <a:xfrm>
            <a:off x="740080" y="3960000"/>
            <a:ext cx="197627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buNone/>
            </a:pPr>
            <a:r>
              <a:rPr lang="ko-KR" alt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원인 파악과 </a:t>
            </a:r>
            <a:br>
              <a:rPr lang="en-US" altLang="ko-KR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사례까지</a:t>
            </a:r>
          </a:p>
        </p:txBody>
      </p:sp>
      <p:sp>
        <p:nvSpPr>
          <p:cNvPr id="706" name="TOC Num 2"/>
          <p:cNvSpPr/>
          <p:nvPr/>
        </p:nvSpPr>
        <p:spPr>
          <a:xfrm>
            <a:off x="3404488" y="2530000"/>
            <a:ext cx="10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</a:p>
        </p:txBody>
      </p:sp>
      <p:sp>
        <p:nvSpPr>
          <p:cNvPr id="707" name="TOC Dot 2"/>
          <p:cNvSpPr/>
          <p:nvPr/>
        </p:nvSpPr>
        <p:spPr>
          <a:xfrm>
            <a:off x="3829488" y="3050000"/>
            <a:ext cx="150000" cy="150000"/>
          </a:xfrm>
          <a:prstGeom prst="ellipse">
            <a:avLst/>
          </a:prstGeom>
          <a:solidFill>
            <a:srgbClr val="1E3A8A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8" name="TOC Title 2"/>
          <p:cNvSpPr/>
          <p:nvPr/>
        </p:nvSpPr>
        <p:spPr>
          <a:xfrm>
            <a:off x="2916352" y="3460000"/>
            <a:ext cx="1976272" cy="4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buNone/>
            </a:pPr>
            <a:r>
              <a:rPr lang="ko-KR" alt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과정</a:t>
            </a:r>
          </a:p>
        </p:txBody>
      </p:sp>
      <p:sp>
        <p:nvSpPr>
          <p:cNvPr id="709" name="TOC Sub 2"/>
          <p:cNvSpPr/>
          <p:nvPr/>
        </p:nvSpPr>
        <p:spPr>
          <a:xfrm>
            <a:off x="2916352" y="3960000"/>
            <a:ext cx="197627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buNone/>
            </a:pPr>
            <a:r>
              <a:rPr lang="ko-KR" alt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매뉴얼 설계 원칙과 </a:t>
            </a:r>
            <a:br>
              <a:rPr lang="en-US" altLang="ko-KR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8주간의 설계 과정</a:t>
            </a:r>
          </a:p>
        </p:txBody>
      </p:sp>
      <p:sp>
        <p:nvSpPr>
          <p:cNvPr id="710" name="TOC Num 3"/>
          <p:cNvSpPr/>
          <p:nvPr/>
        </p:nvSpPr>
        <p:spPr>
          <a:xfrm>
            <a:off x="5580760" y="2530000"/>
            <a:ext cx="10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</a:p>
        </p:txBody>
      </p:sp>
      <p:sp>
        <p:nvSpPr>
          <p:cNvPr id="711" name="TOC Dot 3"/>
          <p:cNvSpPr/>
          <p:nvPr/>
        </p:nvSpPr>
        <p:spPr>
          <a:xfrm>
            <a:off x="6005760" y="3050000"/>
            <a:ext cx="150000" cy="150000"/>
          </a:xfrm>
          <a:prstGeom prst="ellipse">
            <a:avLst/>
          </a:prstGeom>
          <a:solidFill>
            <a:srgbClr val="1E3A8A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2" name="TOC Title 3"/>
          <p:cNvSpPr/>
          <p:nvPr/>
        </p:nvSpPr>
        <p:spPr>
          <a:xfrm>
            <a:off x="5092624" y="3460000"/>
            <a:ext cx="1976272" cy="4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buNone/>
            </a:pPr>
            <a:r>
              <a:rPr lang="ko-KR" alt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</a:t>
            </a:r>
          </a:p>
        </p:txBody>
      </p:sp>
      <p:sp>
        <p:nvSpPr>
          <p:cNvPr id="713" name="TOC Sub 3"/>
          <p:cNvSpPr/>
          <p:nvPr/>
        </p:nvSpPr>
        <p:spPr>
          <a:xfrm>
            <a:off x="5092624" y="3960000"/>
            <a:ext cx="197627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buNone/>
            </a:pPr>
            <a:r>
              <a:rPr lang="ko-KR" alt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As-Is → To-Be 비교와 </a:t>
            </a:r>
            <a:br>
              <a:rPr lang="en-US" altLang="ko-KR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웹앱 시연</a:t>
            </a:r>
          </a:p>
        </p:txBody>
      </p:sp>
      <p:sp>
        <p:nvSpPr>
          <p:cNvPr id="714" name="TOC Num 4"/>
          <p:cNvSpPr/>
          <p:nvPr/>
        </p:nvSpPr>
        <p:spPr>
          <a:xfrm>
            <a:off x="7757032" y="2530000"/>
            <a:ext cx="10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</a:p>
        </p:txBody>
      </p:sp>
      <p:sp>
        <p:nvSpPr>
          <p:cNvPr id="715" name="TOC Dot 4"/>
          <p:cNvSpPr/>
          <p:nvPr/>
        </p:nvSpPr>
        <p:spPr>
          <a:xfrm>
            <a:off x="8182032" y="3050000"/>
            <a:ext cx="150000" cy="150000"/>
          </a:xfrm>
          <a:prstGeom prst="ellipse">
            <a:avLst/>
          </a:prstGeom>
          <a:solidFill>
            <a:srgbClr val="1E3A8A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6" name="TOC Title 4"/>
          <p:cNvSpPr/>
          <p:nvPr/>
        </p:nvSpPr>
        <p:spPr>
          <a:xfrm>
            <a:off x="7268896" y="3460000"/>
            <a:ext cx="1976272" cy="4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buNone/>
            </a:pPr>
            <a:r>
              <a:rPr lang="ko-KR" altLang="en-US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</a:t>
            </a:r>
            <a:r>
              <a:rPr lang="ko-KR" alt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</a:t>
            </a:r>
          </a:p>
        </p:txBody>
      </p:sp>
      <p:sp>
        <p:nvSpPr>
          <p:cNvPr id="717" name="TOC Sub 4"/>
          <p:cNvSpPr/>
          <p:nvPr/>
        </p:nvSpPr>
        <p:spPr>
          <a:xfrm>
            <a:off x="7268896" y="3960000"/>
            <a:ext cx="197627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buNone/>
            </a:pPr>
            <a:r>
              <a:rPr lang="ko-KR" altLang="en-US" sz="110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정량적·정성적</a:t>
            </a:r>
            <a:r>
              <a:rPr lang="ko-KR" alt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기대 성과</a:t>
            </a:r>
          </a:p>
        </p:txBody>
      </p:sp>
      <p:sp>
        <p:nvSpPr>
          <p:cNvPr id="718" name="TOC Num 5"/>
          <p:cNvSpPr/>
          <p:nvPr/>
        </p:nvSpPr>
        <p:spPr>
          <a:xfrm>
            <a:off x="9933304" y="2530000"/>
            <a:ext cx="10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</a:p>
        </p:txBody>
      </p:sp>
      <p:sp>
        <p:nvSpPr>
          <p:cNvPr id="719" name="TOC Dot 5"/>
          <p:cNvSpPr/>
          <p:nvPr/>
        </p:nvSpPr>
        <p:spPr>
          <a:xfrm>
            <a:off x="10358304" y="3050000"/>
            <a:ext cx="150000" cy="150000"/>
          </a:xfrm>
          <a:prstGeom prst="ellipse">
            <a:avLst/>
          </a:prstGeom>
          <a:solidFill>
            <a:srgbClr val="1E3A8A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0" name="TOC Title 5"/>
          <p:cNvSpPr/>
          <p:nvPr/>
        </p:nvSpPr>
        <p:spPr>
          <a:xfrm>
            <a:off x="9445168" y="3460000"/>
            <a:ext cx="1976272" cy="4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buNone/>
            </a:pPr>
            <a:r>
              <a:rPr lang="ko-KR" alt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마무리</a:t>
            </a:r>
          </a:p>
        </p:txBody>
      </p:sp>
      <p:sp>
        <p:nvSpPr>
          <p:cNvPr id="721" name="TOC Sub 5"/>
          <p:cNvSpPr/>
          <p:nvPr/>
        </p:nvSpPr>
        <p:spPr>
          <a:xfrm>
            <a:off x="9445168" y="3960000"/>
            <a:ext cx="197627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buNone/>
            </a:pPr>
            <a:r>
              <a:rPr lang="ko-KR" alt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후속 계획과 </a:t>
            </a:r>
            <a:r>
              <a:rPr lang="ko-KR" altLang="en-US" sz="110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느낀점</a:t>
            </a:r>
            <a:endParaRPr lang="ko-KR" altLang="en-US" sz="1100" dirty="0">
              <a:solidFill>
                <a:srgbClr val="64748B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F1A69-41BF-1C98-73BC-F8694F7A8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1" descr="image.png">
            <a:extLst>
              <a:ext uri="{FF2B5EF4-FFF2-40B4-BE49-F238E27FC236}">
                <a16:creationId xmlns:a16="http://schemas.microsoft.com/office/drawing/2014/main" id="{C48F7A4C-780F-017F-BD9D-CBE615E64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Shape 26">
            <a:extLst>
              <a:ext uri="{FF2B5EF4-FFF2-40B4-BE49-F238E27FC236}">
                <a16:creationId xmlns:a16="http://schemas.microsoft.com/office/drawing/2014/main" id="{16D0D988-DFA2-2FE6-6096-400336C122F3}"/>
              </a:ext>
            </a:extLst>
          </p:cNvPr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5FA02400-2BC2-48C7-72C8-C5494B0F4DA1}"/>
              </a:ext>
            </a:extLst>
          </p:cNvPr>
          <p:cNvSpPr/>
          <p:nvPr/>
        </p:nvSpPr>
        <p:spPr>
          <a:xfrm>
            <a:off x="1298448" y="6473952"/>
            <a:ext cx="0" cy="13258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EF05DD5-46E9-A673-3CC8-1AFE1149D4F7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494041B6-39EF-A79A-B7DA-3726D8B37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38" name="그림 37" descr="COWORKER">
              <a:extLst>
                <a:ext uri="{FF2B5EF4-FFF2-40B4-BE49-F238E27FC236}">
                  <a16:creationId xmlns:a16="http://schemas.microsoft.com/office/drawing/2014/main" id="{B6D22F0B-ECE2-E98E-8D37-C11CF2157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F3944C8A-BEE7-9724-22FC-E5B40E1CD1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0814" y="1238105"/>
            <a:ext cx="9250985" cy="438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73487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72017-4719-5D73-5902-2A4B4C846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1" descr="image.png">
            <a:extLst>
              <a:ext uri="{FF2B5EF4-FFF2-40B4-BE49-F238E27FC236}">
                <a16:creationId xmlns:a16="http://schemas.microsoft.com/office/drawing/2014/main" id="{F920BC70-CB53-A66D-E0ED-9EB0D91D3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8">
            <a:extLst>
              <a:ext uri="{FF2B5EF4-FFF2-40B4-BE49-F238E27FC236}">
                <a16:creationId xmlns:a16="http://schemas.microsoft.com/office/drawing/2014/main" id="{4AB3C6BC-F7FA-5686-DB61-EC186673748C}"/>
              </a:ext>
            </a:extLst>
          </p:cNvPr>
          <p:cNvSpPr/>
          <p:nvPr/>
        </p:nvSpPr>
        <p:spPr>
          <a:xfrm>
            <a:off x="2196541" y="3028690"/>
            <a:ext cx="1820288" cy="528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1E293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4429</a:t>
            </a:r>
            <a:endParaRPr lang="en-US" sz="35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41209CC6-7B36-96A5-8F2B-9DA8926F5BB9}"/>
              </a:ext>
            </a:extLst>
          </p:cNvPr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C79EBA78-B0AC-6495-CF03-956CB8BD0494}"/>
              </a:ext>
            </a:extLst>
          </p:cNvPr>
          <p:cNvSpPr/>
          <p:nvPr/>
        </p:nvSpPr>
        <p:spPr>
          <a:xfrm>
            <a:off x="1298448" y="6473952"/>
            <a:ext cx="0" cy="13258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6BA3D0C5-5E6D-C0C7-D57C-9D8ECD3A556C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831E13A5-D1CB-7535-F0B4-6C8B99B72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38" name="그림 37" descr="COWORKER">
              <a:extLst>
                <a:ext uri="{FF2B5EF4-FFF2-40B4-BE49-F238E27FC236}">
                  <a16:creationId xmlns:a16="http://schemas.microsoft.com/office/drawing/2014/main" id="{634E21F1-6CD6-3CC8-EBE9-84C490E45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8DD438C9-E881-C847-B1A2-5B11C6B400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4937" r="84326" b="68781"/>
          <a:stretch>
            <a:fillRect/>
          </a:stretch>
        </p:blipFill>
        <p:spPr>
          <a:xfrm>
            <a:off x="1340814" y="2365830"/>
            <a:ext cx="3768215" cy="185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204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8C6DC-6F7C-C6AB-8A28-B9AEF5500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1" descr="image.png">
            <a:extLst>
              <a:ext uri="{FF2B5EF4-FFF2-40B4-BE49-F238E27FC236}">
                <a16:creationId xmlns:a16="http://schemas.microsoft.com/office/drawing/2014/main" id="{D830DF71-2FAA-AE56-BCDA-606F67EB7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Shape 26">
            <a:extLst>
              <a:ext uri="{FF2B5EF4-FFF2-40B4-BE49-F238E27FC236}">
                <a16:creationId xmlns:a16="http://schemas.microsoft.com/office/drawing/2014/main" id="{FAB972EA-B76C-A372-6992-C0E716299FE0}"/>
              </a:ext>
            </a:extLst>
          </p:cNvPr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DFA2A6D3-A734-7A20-137D-02C3FBDA3FB5}"/>
              </a:ext>
            </a:extLst>
          </p:cNvPr>
          <p:cNvSpPr/>
          <p:nvPr/>
        </p:nvSpPr>
        <p:spPr>
          <a:xfrm>
            <a:off x="1298448" y="6473952"/>
            <a:ext cx="0" cy="13258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6D8213C-9ACF-EA0A-F301-AD01080F199F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ACAC130A-45A0-7DDA-6519-4146763B11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38" name="그림 37" descr="COWORKER">
              <a:extLst>
                <a:ext uri="{FF2B5EF4-FFF2-40B4-BE49-F238E27FC236}">
                  <a16:creationId xmlns:a16="http://schemas.microsoft.com/office/drawing/2014/main" id="{354FDF3A-C267-E118-D7D9-E257BF9EC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sp>
        <p:nvSpPr>
          <p:cNvPr id="8" name="Text 8">
            <a:extLst>
              <a:ext uri="{FF2B5EF4-FFF2-40B4-BE49-F238E27FC236}">
                <a16:creationId xmlns:a16="http://schemas.microsoft.com/office/drawing/2014/main" id="{78EC7129-55DC-A2EF-D239-E7E3FCEC2B7E}"/>
              </a:ext>
            </a:extLst>
          </p:cNvPr>
          <p:cNvSpPr/>
          <p:nvPr/>
        </p:nvSpPr>
        <p:spPr>
          <a:xfrm>
            <a:off x="7363627" y="3028690"/>
            <a:ext cx="2419002" cy="528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1E293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4429</a:t>
            </a:r>
            <a:endParaRPr lang="en-US" sz="6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9B4D7D0-A6DA-9280-5CE6-9C65B4250D3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4937" r="84326" b="68781"/>
          <a:stretch>
            <a:fillRect/>
          </a:stretch>
        </p:blipFill>
        <p:spPr>
          <a:xfrm>
            <a:off x="1340814" y="2365830"/>
            <a:ext cx="3768215" cy="185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756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320C0-A6B2-5905-03E1-952482E12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1" descr="image.png">
            <a:extLst>
              <a:ext uri="{FF2B5EF4-FFF2-40B4-BE49-F238E27FC236}">
                <a16:creationId xmlns:a16="http://schemas.microsoft.com/office/drawing/2014/main" id="{5588E800-420B-3FBF-A003-6FCCC868F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8">
            <a:extLst>
              <a:ext uri="{FF2B5EF4-FFF2-40B4-BE49-F238E27FC236}">
                <a16:creationId xmlns:a16="http://schemas.microsoft.com/office/drawing/2014/main" id="{288A2377-739D-B2CA-B6B8-E4097D0B0570}"/>
              </a:ext>
            </a:extLst>
          </p:cNvPr>
          <p:cNvSpPr/>
          <p:nvPr/>
        </p:nvSpPr>
        <p:spPr>
          <a:xfrm>
            <a:off x="7271657" y="3711720"/>
            <a:ext cx="2510972" cy="528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000" b="1" dirty="0">
                <a:solidFill>
                  <a:srgbClr val="1E293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4429</a:t>
            </a:r>
            <a:endParaRPr lang="en-US" sz="6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A1BFCF6-67B3-66BE-D733-A485DFD1D41A}"/>
              </a:ext>
            </a:extLst>
          </p:cNvPr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AFF3E7C6-678C-FC8E-328C-11117C0B8578}"/>
              </a:ext>
            </a:extLst>
          </p:cNvPr>
          <p:cNvSpPr/>
          <p:nvPr/>
        </p:nvSpPr>
        <p:spPr>
          <a:xfrm>
            <a:off x="1298448" y="6473952"/>
            <a:ext cx="0" cy="13258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BF9244A-3B1D-E3AC-B227-88F6E508CDD5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6A34E1EE-47A7-964D-8594-2BA0A06777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38" name="그림 37" descr="COWORKER">
              <a:extLst>
                <a:ext uri="{FF2B5EF4-FFF2-40B4-BE49-F238E27FC236}">
                  <a16:creationId xmlns:a16="http://schemas.microsoft.com/office/drawing/2014/main" id="{C409133E-0CA8-F998-4012-7B97870DB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757FC6D-2CCC-797D-79F5-4DE05EE2123D}"/>
              </a:ext>
            </a:extLst>
          </p:cNvPr>
          <p:cNvSpPr txBox="1"/>
          <p:nvPr/>
        </p:nvSpPr>
        <p:spPr>
          <a:xfrm>
            <a:off x="4493623" y="1987059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000" b="1" dirty="0">
                <a:solidFill>
                  <a:srgbClr val="A5002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" pitchFamily="34" charset="-120"/>
              </a:rPr>
              <a:t>결재 반려  </a:t>
            </a:r>
            <a:r>
              <a:rPr lang="en-US" altLang="ko-KR" sz="10000" b="1" dirty="0">
                <a:solidFill>
                  <a:srgbClr val="A5002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" pitchFamily="34" charset="-120"/>
              </a:rPr>
              <a:t>298</a:t>
            </a:r>
            <a:r>
              <a:rPr lang="en-US" altLang="ko-KR" sz="6000" b="1" dirty="0">
                <a:solidFill>
                  <a:srgbClr val="A5002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" pitchFamily="34" charset="-120"/>
              </a:rPr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333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B3959-6EFD-6EF9-2F5C-23C3AD623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1" descr="image.png">
            <a:extLst>
              <a:ext uri="{FF2B5EF4-FFF2-40B4-BE49-F238E27FC236}">
                <a16:creationId xmlns:a16="http://schemas.microsoft.com/office/drawing/2014/main" id="{78448049-2A69-C341-BF96-1317B4387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BB140FA-EF24-ECB1-EC3B-4D56E924FC9E}"/>
              </a:ext>
            </a:extLst>
          </p:cNvPr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 · </a:t>
            </a:r>
            <a:r>
              <a:rPr lang="ko-KR" alt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분석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F93A98C-DB7B-3212-C519-77CD6F6C4339}"/>
              </a:ext>
            </a:extLst>
          </p:cNvPr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결재</a:t>
            </a:r>
            <a:r>
              <a:rPr 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반려 사유 분석</a:t>
            </a:r>
            <a:endParaRPr lang="en-US" sz="26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630CF6E-09C6-61A2-A2BB-F834A7431B3C}"/>
              </a:ext>
            </a:extLst>
          </p:cNvPr>
          <p:cNvSpPr/>
          <p:nvPr/>
        </p:nvSpPr>
        <p:spPr>
          <a:xfrm>
            <a:off x="640080" y="2159002"/>
            <a:ext cx="10911535" cy="3363974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CA2CD99-DF3C-D1AE-62B5-C5CBB56F0FB4}"/>
              </a:ext>
            </a:extLst>
          </p:cNvPr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5BF63347-72CB-C7CA-CE8B-C38A71C130EE}"/>
              </a:ext>
            </a:extLst>
          </p:cNvPr>
          <p:cNvSpPr/>
          <p:nvPr/>
        </p:nvSpPr>
        <p:spPr>
          <a:xfrm>
            <a:off x="1298448" y="6473952"/>
            <a:ext cx="0" cy="13258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95BC70B-C88F-5ED8-8CB2-0718EC972CFC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E8943BB0-A2FE-A3C2-C3DF-C2D532B7A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38" name="그림 37" descr="COWORKER">
              <a:extLst>
                <a:ext uri="{FF2B5EF4-FFF2-40B4-BE49-F238E27FC236}">
                  <a16:creationId xmlns:a16="http://schemas.microsoft.com/office/drawing/2014/main" id="{3781E021-AD1A-FD85-68AD-46A105C29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sp>
        <p:nvSpPr>
          <p:cNvPr id="6" name="Text 3">
            <a:extLst>
              <a:ext uri="{FF2B5EF4-FFF2-40B4-BE49-F238E27FC236}">
                <a16:creationId xmlns:a16="http://schemas.microsoft.com/office/drawing/2014/main" id="{89005E7A-BE7D-2289-3D39-0CCD63B09E94}"/>
              </a:ext>
            </a:extLst>
          </p:cNvPr>
          <p:cNvSpPr/>
          <p:nvPr/>
        </p:nvSpPr>
        <p:spPr>
          <a:xfrm>
            <a:off x="1330554" y="2653543"/>
            <a:ext cx="29540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6000" b="1" dirty="0">
                <a:solidFill>
                  <a:srgbClr val="2563E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약 </a:t>
            </a:r>
            <a:r>
              <a:rPr lang="en-US" sz="6000" b="1" dirty="0">
                <a:solidFill>
                  <a:srgbClr val="2563E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24%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984A00A-1F15-9E2B-7531-F8403305DB4E}"/>
              </a:ext>
            </a:extLst>
          </p:cNvPr>
          <p:cNvSpPr/>
          <p:nvPr/>
        </p:nvSpPr>
        <p:spPr>
          <a:xfrm>
            <a:off x="1376274" y="3796543"/>
            <a:ext cx="2954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회계 관련 오류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3713F09C-49AD-F3F0-45C5-C5A4B59DF88C}"/>
              </a:ext>
            </a:extLst>
          </p:cNvPr>
          <p:cNvSpPr/>
          <p:nvPr/>
        </p:nvSpPr>
        <p:spPr>
          <a:xfrm>
            <a:off x="1376274" y="4173081"/>
            <a:ext cx="2954020" cy="471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72/298건 · </a:t>
            </a:r>
            <a:r>
              <a:rPr lang="en-US" sz="1100" dirty="0" err="1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확정</a:t>
            </a:r>
            <a:r>
              <a:rPr lang="en-US" sz="110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반려</a:t>
            </a:r>
            <a:r>
              <a:rPr lang="en-US" sz="110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</a:t>
            </a:r>
            <a:r>
              <a:rPr lang="en-US" sz="110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기준</a:t>
            </a:r>
            <a:br>
              <a:rPr lang="en-US" sz="110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10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2026.6.26~8.10 </a:t>
            </a:r>
            <a:r>
              <a:rPr lang="en-US" altLang="ko-KR" sz="1100" dirty="0" err="1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집계</a:t>
            </a:r>
            <a:r>
              <a:rPr lang="en-US" altLang="ko-KR" sz="110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298건 </a:t>
            </a:r>
            <a:r>
              <a:rPr lang="en-US" altLang="ko-KR" sz="1100" dirty="0" err="1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기준</a:t>
            </a:r>
            <a:endParaRPr lang="en-US" sz="1100" dirty="0">
              <a:solidFill>
                <a:srgbClr val="47556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3198D660-8183-B172-69DB-875B39A63CF1}"/>
              </a:ext>
            </a:extLst>
          </p:cNvPr>
          <p:cNvSpPr/>
          <p:nvPr/>
        </p:nvSpPr>
        <p:spPr>
          <a:xfrm>
            <a:off x="4421734" y="2449956"/>
            <a:ext cx="10973" cy="2743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9216D092-292A-C966-581F-C306BF289127}"/>
              </a:ext>
            </a:extLst>
          </p:cNvPr>
          <p:cNvSpPr/>
          <p:nvPr/>
        </p:nvSpPr>
        <p:spPr>
          <a:xfrm>
            <a:off x="4787494" y="2379223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회계 관련 오류</a:t>
            </a:r>
            <a:endParaRPr lang="en-US" sz="1400" b="1" dirty="0">
              <a:solidFill>
                <a:srgbClr val="47556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DCF7E76C-CAF7-5A1D-FA73-229EE680232B}"/>
              </a:ext>
            </a:extLst>
          </p:cNvPr>
          <p:cNvSpPr/>
          <p:nvPr/>
        </p:nvSpPr>
        <p:spPr>
          <a:xfrm>
            <a:off x="4787494" y="2726695"/>
            <a:ext cx="2450135" cy="384532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F3FBD4AF-F9E1-0C47-DEA0-9DF8081F7299}"/>
              </a:ext>
            </a:extLst>
          </p:cNvPr>
          <p:cNvSpPr/>
          <p:nvPr/>
        </p:nvSpPr>
        <p:spPr>
          <a:xfrm>
            <a:off x="4957268" y="2804792"/>
            <a:ext cx="21758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F5F0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</a:t>
            </a:r>
            <a:r>
              <a:rPr lang="en-US" altLang="ko-KR" sz="1300" b="1" dirty="0">
                <a:solidFill>
                  <a:srgbClr val="F5F0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24.16</a:t>
            </a:r>
            <a:r>
              <a:rPr lang="en-US" sz="1300" b="1" dirty="0">
                <a:solidFill>
                  <a:srgbClr val="F5F0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13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5859D013-1058-6D9C-100C-5E9CE609461E}"/>
              </a:ext>
            </a:extLst>
          </p:cNvPr>
          <p:cNvSpPr/>
          <p:nvPr/>
        </p:nvSpPr>
        <p:spPr>
          <a:xfrm>
            <a:off x="4787494" y="3430783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475569"/>
                </a:solidFill>
                <a:latin typeface="Noto Sans KR"/>
              </a:rPr>
              <a:t>세무</a:t>
            </a:r>
            <a:r>
              <a:rPr lang="en-US" sz="1400" b="1" dirty="0">
                <a:solidFill>
                  <a:srgbClr val="475569"/>
                </a:solidFill>
                <a:latin typeface="Noto Sans KR"/>
              </a:rPr>
              <a:t> </a:t>
            </a:r>
            <a:r>
              <a:rPr lang="en-US" sz="1400" b="1" dirty="0" err="1">
                <a:solidFill>
                  <a:srgbClr val="475569"/>
                </a:solidFill>
                <a:latin typeface="Noto Sans KR"/>
              </a:rPr>
              <a:t>관련</a:t>
            </a:r>
            <a:r>
              <a:rPr lang="en-US" sz="1400" b="1" dirty="0">
                <a:solidFill>
                  <a:srgbClr val="475569"/>
                </a:solidFill>
                <a:latin typeface="Noto Sans KR"/>
              </a:rPr>
              <a:t> </a:t>
            </a:r>
            <a:r>
              <a:rPr lang="en-US" sz="1400" b="1" dirty="0" err="1">
                <a:solidFill>
                  <a:srgbClr val="475569"/>
                </a:solidFill>
                <a:latin typeface="Noto Sans KR"/>
              </a:rPr>
              <a:t>오류</a:t>
            </a:r>
            <a:endParaRPr lang="en-US" sz="1400" b="1" dirty="0">
              <a:solidFill>
                <a:srgbClr val="475569"/>
              </a:solidFill>
              <a:latin typeface="Noto Sans KR"/>
            </a:endParaRPr>
          </a:p>
        </p:txBody>
      </p:sp>
      <p:sp>
        <p:nvSpPr>
          <p:cNvPr id="42" name="Shape 11">
            <a:extLst>
              <a:ext uri="{FF2B5EF4-FFF2-40B4-BE49-F238E27FC236}">
                <a16:creationId xmlns:a16="http://schemas.microsoft.com/office/drawing/2014/main" id="{36809CA3-BFD2-E2D2-3C57-B16E5E5D9685}"/>
              </a:ext>
            </a:extLst>
          </p:cNvPr>
          <p:cNvSpPr/>
          <p:nvPr/>
        </p:nvSpPr>
        <p:spPr>
          <a:xfrm>
            <a:off x="4787494" y="3778255"/>
            <a:ext cx="1997964" cy="384532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259E9B24-F409-94D4-7B9D-F4A26CE710B0}"/>
              </a:ext>
            </a:extLst>
          </p:cNvPr>
          <p:cNvSpPr/>
          <p:nvPr/>
        </p:nvSpPr>
        <p:spPr>
          <a:xfrm>
            <a:off x="4957268" y="3855979"/>
            <a:ext cx="17236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2A1D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</a:t>
            </a:r>
            <a:r>
              <a:rPr lang="en-US" sz="1300" b="1" dirty="0">
                <a:solidFill>
                  <a:srgbClr val="2A1D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17.0%</a:t>
            </a:r>
            <a:endParaRPr lang="en-US" sz="1300" dirty="0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503A3223-D6CE-7D49-3784-824E369F91D1}"/>
              </a:ext>
            </a:extLst>
          </p:cNvPr>
          <p:cNvSpPr/>
          <p:nvPr/>
        </p:nvSpPr>
        <p:spPr>
          <a:xfrm>
            <a:off x="4787494" y="4482343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기타</a:t>
            </a:r>
            <a:r>
              <a:rPr lang="en-US" sz="1400" b="1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</a:t>
            </a:r>
            <a:r>
              <a:rPr lang="ko-KR" altLang="en-US" sz="1400" b="1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결재 라인</a:t>
            </a:r>
            <a:r>
              <a:rPr lang="en-US" altLang="ko-KR" sz="1400" b="1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b="1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기타 작성 오류 등</a:t>
            </a:r>
            <a:r>
              <a:rPr lang="en-US" altLang="ko-KR" sz="1400" b="1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sz="1400" b="1" dirty="0">
              <a:solidFill>
                <a:srgbClr val="47556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92F77C23-59FA-DF97-6ACC-EBC8F6783B62}"/>
              </a:ext>
            </a:extLst>
          </p:cNvPr>
          <p:cNvSpPr/>
          <p:nvPr/>
        </p:nvSpPr>
        <p:spPr>
          <a:xfrm>
            <a:off x="4787494" y="4829815"/>
            <a:ext cx="6067501" cy="384532"/>
          </a:xfrm>
          <a:prstGeom prst="roundRect">
            <a:avLst>
              <a:gd name="adj" fmla="val 14545"/>
            </a:avLst>
          </a:prstGeom>
          <a:solidFill>
            <a:schemeClr val="bg1">
              <a:lumMod val="95000"/>
            </a:schemeClr>
          </a:solidFill>
          <a:ln>
            <a:solidFill>
              <a:srgbClr val="F1F5F9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2586CD00-17B4-E424-AC2C-A08B9D4F70B9}"/>
              </a:ext>
            </a:extLst>
          </p:cNvPr>
          <p:cNvSpPr/>
          <p:nvPr/>
        </p:nvSpPr>
        <p:spPr>
          <a:xfrm>
            <a:off x="4957268" y="4910047"/>
            <a:ext cx="579318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</a:t>
            </a:r>
            <a:r>
              <a:rPr lang="en-US" sz="13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58.84%</a:t>
            </a:r>
            <a:endParaRPr lang="en-US" sz="1300" dirty="0"/>
          </a:p>
        </p:txBody>
      </p:sp>
      <p:sp>
        <p:nvSpPr>
          <p:cNvPr id="59" name="Shape 3">
            <a:extLst>
              <a:ext uri="{FF2B5EF4-FFF2-40B4-BE49-F238E27FC236}">
                <a16:creationId xmlns:a16="http://schemas.microsoft.com/office/drawing/2014/main" id="{B9F21C76-DED1-1D85-5206-9BA2FB7BF4B1}"/>
              </a:ext>
            </a:extLst>
          </p:cNvPr>
          <p:cNvSpPr/>
          <p:nvPr/>
        </p:nvSpPr>
        <p:spPr>
          <a:xfrm>
            <a:off x="640080" y="7256635"/>
            <a:ext cx="5257800" cy="3075049"/>
          </a:xfrm>
          <a:prstGeom prst="roundRect">
            <a:avLst>
              <a:gd name="adj" fmla="val 186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Text 6">
            <a:extLst>
              <a:ext uri="{FF2B5EF4-FFF2-40B4-BE49-F238E27FC236}">
                <a16:creationId xmlns:a16="http://schemas.microsoft.com/office/drawing/2014/main" id="{A65307DE-C584-A723-3465-74250723DBC3}"/>
              </a:ext>
            </a:extLst>
          </p:cNvPr>
          <p:cNvSpPr/>
          <p:nvPr/>
        </p:nvSpPr>
        <p:spPr>
          <a:xfrm>
            <a:off x="1143000" y="730997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1. 회계구분 결재 반려</a:t>
            </a:r>
            <a:endParaRPr lang="en-US" sz="1400" dirty="0"/>
          </a:p>
        </p:txBody>
      </p:sp>
      <p:sp>
        <p:nvSpPr>
          <p:cNvPr id="63" name="Text 7">
            <a:extLst>
              <a:ext uri="{FF2B5EF4-FFF2-40B4-BE49-F238E27FC236}">
                <a16:creationId xmlns:a16="http://schemas.microsoft.com/office/drawing/2014/main" id="{433E6845-F471-87F6-5A67-18723E436CBD}"/>
              </a:ext>
            </a:extLst>
          </p:cNvPr>
          <p:cNvSpPr/>
          <p:nvPr/>
        </p:nvSpPr>
        <p:spPr>
          <a:xfrm>
            <a:off x="923544" y="7738221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</a:t>
            </a: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2개월(6/26~ 8/10) 결재 반려 사유 기준</a:t>
            </a:r>
            <a:endParaRPr lang="en-US" sz="1050" dirty="0"/>
          </a:p>
        </p:txBody>
      </p:sp>
      <p:sp>
        <p:nvSpPr>
          <p:cNvPr id="65" name="Shape 8">
            <a:extLst>
              <a:ext uri="{FF2B5EF4-FFF2-40B4-BE49-F238E27FC236}">
                <a16:creationId xmlns:a16="http://schemas.microsoft.com/office/drawing/2014/main" id="{9519B4E2-E331-3D7E-6B94-CCEFAA1DA2CD}"/>
              </a:ext>
            </a:extLst>
          </p:cNvPr>
          <p:cNvSpPr/>
          <p:nvPr/>
        </p:nvSpPr>
        <p:spPr>
          <a:xfrm>
            <a:off x="923544" y="8131411"/>
            <a:ext cx="2071116" cy="899159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9">
            <a:extLst>
              <a:ext uri="{FF2B5EF4-FFF2-40B4-BE49-F238E27FC236}">
                <a16:creationId xmlns:a16="http://schemas.microsoft.com/office/drawing/2014/main" id="{8A8787D2-298E-7BAF-1E46-BA60A6F8AF75}"/>
              </a:ext>
            </a:extLst>
          </p:cNvPr>
          <p:cNvSpPr/>
          <p:nvPr/>
        </p:nvSpPr>
        <p:spPr>
          <a:xfrm>
            <a:off x="923544" y="8162433"/>
            <a:ext cx="2071116" cy="5660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24%</a:t>
            </a:r>
            <a:endParaRPr lang="en-US" sz="2600" dirty="0"/>
          </a:p>
        </p:txBody>
      </p:sp>
      <p:sp>
        <p:nvSpPr>
          <p:cNvPr id="69" name="Text 10">
            <a:extLst>
              <a:ext uri="{FF2B5EF4-FFF2-40B4-BE49-F238E27FC236}">
                <a16:creationId xmlns:a16="http://schemas.microsoft.com/office/drawing/2014/main" id="{548B58CD-03F9-4BAD-4805-72DF5C791EDF}"/>
              </a:ext>
            </a:extLst>
          </p:cNvPr>
          <p:cNvSpPr/>
          <p:nvPr/>
        </p:nvSpPr>
        <p:spPr>
          <a:xfrm>
            <a:off x="944880" y="8629431"/>
            <a:ext cx="20497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회계구분 관련 원인 비중</a:t>
            </a:r>
            <a:endParaRPr lang="en-US" sz="900" dirty="0"/>
          </a:p>
        </p:txBody>
      </p:sp>
      <p:sp>
        <p:nvSpPr>
          <p:cNvPr id="71" name="Text 11">
            <a:extLst>
              <a:ext uri="{FF2B5EF4-FFF2-40B4-BE49-F238E27FC236}">
                <a16:creationId xmlns:a16="http://schemas.microsoft.com/office/drawing/2014/main" id="{F2538CF5-493A-83EB-1775-1EEAEA8877FE}"/>
              </a:ext>
            </a:extLst>
          </p:cNvPr>
          <p:cNvSpPr/>
          <p:nvPr/>
        </p:nvSpPr>
        <p:spPr>
          <a:xfrm>
            <a:off x="3086100" y="8070451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73" name="Shape 12">
            <a:extLst>
              <a:ext uri="{FF2B5EF4-FFF2-40B4-BE49-F238E27FC236}">
                <a16:creationId xmlns:a16="http://schemas.microsoft.com/office/drawing/2014/main" id="{505F630F-AF6E-E9F2-C9B4-D01099F632E0}"/>
              </a:ext>
            </a:extLst>
          </p:cNvPr>
          <p:cNvSpPr/>
          <p:nvPr/>
        </p:nvSpPr>
        <p:spPr>
          <a:xfrm>
            <a:off x="3634740" y="8131411"/>
            <a:ext cx="1988820" cy="899159"/>
          </a:xfrm>
          <a:prstGeom prst="roundRect">
            <a:avLst>
              <a:gd name="adj" fmla="val 5714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Text 13">
            <a:extLst>
              <a:ext uri="{FF2B5EF4-FFF2-40B4-BE49-F238E27FC236}">
                <a16:creationId xmlns:a16="http://schemas.microsoft.com/office/drawing/2014/main" id="{9EB784E3-8530-550A-0070-0187C667A4B1}"/>
              </a:ext>
            </a:extLst>
          </p:cNvPr>
          <p:cNvSpPr/>
          <p:nvPr/>
        </p:nvSpPr>
        <p:spPr>
          <a:xfrm>
            <a:off x="3634740" y="8116169"/>
            <a:ext cx="1958340" cy="9144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전표 오류·수정요청 반복</a:t>
            </a:r>
            <a:endParaRPr lang="en-US" sz="1200" dirty="0"/>
          </a:p>
        </p:txBody>
      </p:sp>
      <p:sp>
        <p:nvSpPr>
          <p:cNvPr id="77" name="Shape 14">
            <a:extLst>
              <a:ext uri="{FF2B5EF4-FFF2-40B4-BE49-F238E27FC236}">
                <a16:creationId xmlns:a16="http://schemas.microsoft.com/office/drawing/2014/main" id="{0FB8D2B1-EB4B-D96D-8E36-CABDA6F14082}"/>
              </a:ext>
            </a:extLst>
          </p:cNvPr>
          <p:cNvSpPr/>
          <p:nvPr/>
        </p:nvSpPr>
        <p:spPr>
          <a:xfrm>
            <a:off x="1005840" y="9304891"/>
            <a:ext cx="4617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15">
            <a:extLst>
              <a:ext uri="{FF2B5EF4-FFF2-40B4-BE49-F238E27FC236}">
                <a16:creationId xmlns:a16="http://schemas.microsoft.com/office/drawing/2014/main" id="{70DE40A9-0609-B3EF-9A5E-9154A0226A7A}"/>
              </a:ext>
            </a:extLst>
          </p:cNvPr>
          <p:cNvSpPr/>
          <p:nvPr/>
        </p:nvSpPr>
        <p:spPr>
          <a:xfrm>
            <a:off x="1005840" y="9442051"/>
            <a:ext cx="4617720" cy="594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거래구조</a:t>
            </a:r>
            <a:r>
              <a:rPr lang="ko-KR" alt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</a:t>
            </a:r>
            <a:r>
              <a:rPr lang="en-US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대한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이해 </a:t>
            </a:r>
            <a:r>
              <a:rPr lang="en-US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부족으로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잘못된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전표 </a:t>
            </a:r>
            <a:r>
              <a:rPr lang="en-US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</a:t>
            </a:r>
            <a:r>
              <a:rPr lang="en-US" sz="1200" dirty="0"/>
              <a:t> </a:t>
            </a:r>
            <a:r>
              <a:rPr lang="en-US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요청 반복 발생</a:t>
            </a:r>
            <a:endParaRPr lang="en-US" sz="1200" dirty="0"/>
          </a:p>
        </p:txBody>
      </p:sp>
      <p:sp>
        <p:nvSpPr>
          <p:cNvPr id="81" name="Shape 16">
            <a:extLst>
              <a:ext uri="{FF2B5EF4-FFF2-40B4-BE49-F238E27FC236}">
                <a16:creationId xmlns:a16="http://schemas.microsoft.com/office/drawing/2014/main" id="{7EC94447-67C3-BCCB-E9F1-754B3013CA34}"/>
              </a:ext>
            </a:extLst>
          </p:cNvPr>
          <p:cNvSpPr/>
          <p:nvPr/>
        </p:nvSpPr>
        <p:spPr>
          <a:xfrm>
            <a:off x="6263640" y="7256635"/>
            <a:ext cx="5257800" cy="3075049"/>
          </a:xfrm>
          <a:prstGeom prst="roundRect">
            <a:avLst>
              <a:gd name="adj" fmla="val 186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3" name="Text 19">
            <a:extLst>
              <a:ext uri="{FF2B5EF4-FFF2-40B4-BE49-F238E27FC236}">
                <a16:creationId xmlns:a16="http://schemas.microsoft.com/office/drawing/2014/main" id="{B7C6FCE0-E7BE-031C-19B3-16E2F1C42561}"/>
              </a:ext>
            </a:extLst>
          </p:cNvPr>
          <p:cNvSpPr/>
          <p:nvPr/>
        </p:nvSpPr>
        <p:spPr>
          <a:xfrm>
            <a:off x="6858000" y="730997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2. 비효율적 단순 문의 증대</a:t>
            </a:r>
            <a:endParaRPr lang="en-US" sz="1400" dirty="0"/>
          </a:p>
        </p:txBody>
      </p:sp>
      <p:sp>
        <p:nvSpPr>
          <p:cNvPr id="85" name="Text 20">
            <a:extLst>
              <a:ext uri="{FF2B5EF4-FFF2-40B4-BE49-F238E27FC236}">
                <a16:creationId xmlns:a16="http://schemas.microsoft.com/office/drawing/2014/main" id="{1B46D460-C99C-CA56-0C01-D4F628E0EE91}"/>
              </a:ext>
            </a:extLst>
          </p:cNvPr>
          <p:cNvSpPr/>
          <p:nvPr/>
        </p:nvSpPr>
        <p:spPr>
          <a:xfrm>
            <a:off x="6629400" y="7704691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매뉴얼 부재로 인한 반복 대응 구조</a:t>
            </a:r>
            <a:endParaRPr lang="en-US" sz="1050" dirty="0"/>
          </a:p>
        </p:txBody>
      </p:sp>
      <p:sp>
        <p:nvSpPr>
          <p:cNvPr id="87" name="Shape 21">
            <a:extLst>
              <a:ext uri="{FF2B5EF4-FFF2-40B4-BE49-F238E27FC236}">
                <a16:creationId xmlns:a16="http://schemas.microsoft.com/office/drawing/2014/main" id="{F431B855-0579-E456-8BDF-C30A2AB32C81}"/>
              </a:ext>
            </a:extLst>
          </p:cNvPr>
          <p:cNvSpPr/>
          <p:nvPr/>
        </p:nvSpPr>
        <p:spPr>
          <a:xfrm>
            <a:off x="6537960" y="8131411"/>
            <a:ext cx="2065020" cy="899159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" name="Text 22">
            <a:extLst>
              <a:ext uri="{FF2B5EF4-FFF2-40B4-BE49-F238E27FC236}">
                <a16:creationId xmlns:a16="http://schemas.microsoft.com/office/drawing/2014/main" id="{7A79E3DE-FF97-C01C-BF6E-8250FDBCB090}"/>
              </a:ext>
            </a:extLst>
          </p:cNvPr>
          <p:cNvSpPr/>
          <p:nvPr/>
        </p:nvSpPr>
        <p:spPr>
          <a:xfrm>
            <a:off x="6522720" y="8116169"/>
            <a:ext cx="2080260" cy="9144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</a:t>
            </a: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매뉴얼</a:t>
            </a:r>
            <a:r>
              <a:rPr lang="en-US" sz="1400" dirty="0"/>
              <a:t> </a:t>
            </a:r>
            <a:r>
              <a:rPr lang="en-US" sz="14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부재</a:t>
            </a:r>
            <a:endParaRPr lang="en-US" sz="1400" dirty="0"/>
          </a:p>
        </p:txBody>
      </p:sp>
      <p:sp>
        <p:nvSpPr>
          <p:cNvPr id="91" name="Text 23">
            <a:extLst>
              <a:ext uri="{FF2B5EF4-FFF2-40B4-BE49-F238E27FC236}">
                <a16:creationId xmlns:a16="http://schemas.microsoft.com/office/drawing/2014/main" id="{D2A7E19A-BFC0-E249-D5E7-C10DA6A5016F}"/>
              </a:ext>
            </a:extLst>
          </p:cNvPr>
          <p:cNvSpPr/>
          <p:nvPr/>
        </p:nvSpPr>
        <p:spPr>
          <a:xfrm>
            <a:off x="8694420" y="8070451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93" name="Shape 24">
            <a:extLst>
              <a:ext uri="{FF2B5EF4-FFF2-40B4-BE49-F238E27FC236}">
                <a16:creationId xmlns:a16="http://schemas.microsoft.com/office/drawing/2014/main" id="{B94C6EB8-18D7-81F6-7005-A01EA33BD38B}"/>
              </a:ext>
            </a:extLst>
          </p:cNvPr>
          <p:cNvSpPr/>
          <p:nvPr/>
        </p:nvSpPr>
        <p:spPr>
          <a:xfrm>
            <a:off x="9243060" y="8131411"/>
            <a:ext cx="2004060" cy="899159"/>
          </a:xfrm>
          <a:prstGeom prst="roundRect">
            <a:avLst>
              <a:gd name="adj" fmla="val 5714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" name="Text 25">
            <a:extLst>
              <a:ext uri="{FF2B5EF4-FFF2-40B4-BE49-F238E27FC236}">
                <a16:creationId xmlns:a16="http://schemas.microsoft.com/office/drawing/2014/main" id="{B1235882-6D94-375B-4EFB-FB8355364F94}"/>
              </a:ext>
            </a:extLst>
          </p:cNvPr>
          <p:cNvSpPr/>
          <p:nvPr/>
        </p:nvSpPr>
        <p:spPr>
          <a:xfrm>
            <a:off x="9243060" y="8116169"/>
            <a:ext cx="2019300" cy="9144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질의응답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소모시간 과다</a:t>
            </a:r>
            <a:endParaRPr lang="en-US" sz="1200" dirty="0"/>
          </a:p>
        </p:txBody>
      </p:sp>
      <p:sp>
        <p:nvSpPr>
          <p:cNvPr id="97" name="Shape 26">
            <a:extLst>
              <a:ext uri="{FF2B5EF4-FFF2-40B4-BE49-F238E27FC236}">
                <a16:creationId xmlns:a16="http://schemas.microsoft.com/office/drawing/2014/main" id="{34DECAE3-D699-8681-94C2-1FFC6F9EC3EA}"/>
              </a:ext>
            </a:extLst>
          </p:cNvPr>
          <p:cNvSpPr/>
          <p:nvPr/>
        </p:nvSpPr>
        <p:spPr>
          <a:xfrm>
            <a:off x="6629400" y="9304891"/>
            <a:ext cx="457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Text 27">
            <a:extLst>
              <a:ext uri="{FF2B5EF4-FFF2-40B4-BE49-F238E27FC236}">
                <a16:creationId xmlns:a16="http://schemas.microsoft.com/office/drawing/2014/main" id="{47526B1F-B22F-7DFF-70C6-B41C38AA514E}"/>
              </a:ext>
            </a:extLst>
          </p:cNvPr>
          <p:cNvSpPr/>
          <p:nvPr/>
        </p:nvSpPr>
        <p:spPr>
          <a:xfrm>
            <a:off x="6423660" y="9442051"/>
            <a:ext cx="4892040" cy="594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반복적인 단순 질의응답 대응으로 회계팀의 </a:t>
            </a:r>
            <a:r>
              <a:rPr lang="en-US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</a:t>
            </a:r>
            <a:r>
              <a:rPr lang="en-US" sz="1200" dirty="0"/>
              <a:t> </a:t>
            </a:r>
            <a:r>
              <a:rPr lang="en-US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집중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방해</a:t>
            </a:r>
            <a:endParaRPr lang="en-US" sz="1200" dirty="0"/>
          </a:p>
        </p:txBody>
      </p:sp>
      <p:sp>
        <p:nvSpPr>
          <p:cNvPr id="101" name="Text 8">
            <a:extLst>
              <a:ext uri="{FF2B5EF4-FFF2-40B4-BE49-F238E27FC236}">
                <a16:creationId xmlns:a16="http://schemas.microsoft.com/office/drawing/2014/main" id="{917ABCDE-6250-864B-D912-626222D1A6E9}"/>
              </a:ext>
            </a:extLst>
          </p:cNvPr>
          <p:cNvSpPr/>
          <p:nvPr/>
        </p:nvSpPr>
        <p:spPr>
          <a:xfrm>
            <a:off x="-3867977" y="3711720"/>
            <a:ext cx="2510972" cy="528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000" b="1" dirty="0">
                <a:solidFill>
                  <a:srgbClr val="1E293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4429</a:t>
            </a:r>
            <a:endParaRPr lang="en-US" sz="6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D9AD773-E360-8BF6-902B-34AAF81A2121}"/>
              </a:ext>
            </a:extLst>
          </p:cNvPr>
          <p:cNvSpPr txBox="1"/>
          <p:nvPr/>
        </p:nvSpPr>
        <p:spPr>
          <a:xfrm>
            <a:off x="-6646011" y="1987059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000" b="1" dirty="0">
                <a:solidFill>
                  <a:srgbClr val="A5002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" pitchFamily="34" charset="-120"/>
              </a:rPr>
              <a:t>결재 반려  </a:t>
            </a:r>
            <a:r>
              <a:rPr lang="en-US" altLang="ko-KR" sz="10000" b="1" dirty="0">
                <a:solidFill>
                  <a:srgbClr val="A5002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" pitchFamily="34" charset="-120"/>
              </a:rPr>
              <a:t>298</a:t>
            </a:r>
            <a:r>
              <a:rPr lang="en-US" altLang="ko-KR" sz="6000" b="1" dirty="0">
                <a:solidFill>
                  <a:srgbClr val="A5002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" pitchFamily="34" charset="-120"/>
              </a:rPr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2560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1" descr="image.png">
            <a:extLst>
              <a:ext uri="{FF2B5EF4-FFF2-40B4-BE49-F238E27FC236}">
                <a16:creationId xmlns:a16="http://schemas.microsoft.com/office/drawing/2014/main" id="{7EDA11E3-341C-1B68-BBAA-2640CE444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회계팀</a:t>
            </a:r>
            <a:r>
              <a:rPr lang="en-US" altLang="ko-KR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이렇게 일하고 있습니다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249424"/>
            <a:ext cx="5257800" cy="3075049"/>
          </a:xfrm>
          <a:prstGeom prst="roundRect">
            <a:avLst>
              <a:gd name="adj" fmla="val 186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43000" y="2302765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1. 회계구분 결재 반려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23544" y="267164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</a:t>
            </a: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2개월(6/26~ 8/10) 결재 반려 사유 기준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23544" y="3124200"/>
            <a:ext cx="2071116" cy="899159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23544" y="3155222"/>
            <a:ext cx="2071116" cy="5660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44880" y="3622220"/>
            <a:ext cx="20497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회계구분 관련 원인 비중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86100" y="306324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34740" y="3124200"/>
            <a:ext cx="1988820" cy="899159"/>
          </a:xfrm>
          <a:prstGeom prst="roundRect">
            <a:avLst>
              <a:gd name="adj" fmla="val 5714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634740" y="3108958"/>
            <a:ext cx="1958340" cy="9144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전표 오류·수정요청 반복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4297680"/>
            <a:ext cx="4617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4434840"/>
            <a:ext cx="4617720" cy="594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ko-KR" alt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회계</a:t>
            </a:r>
            <a:r>
              <a:rPr lang="en-US" altLang="ko-KR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세무에 </a:t>
            </a:r>
            <a:r>
              <a:rPr lang="en-US" sz="14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대한</a:t>
            </a: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이해 </a:t>
            </a:r>
            <a:r>
              <a:rPr lang="en-US" sz="14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부족으로</a:t>
            </a: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잘못된</a:t>
            </a: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전표 </a:t>
            </a:r>
            <a:r>
              <a:rPr lang="en-US" sz="14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</a:t>
            </a: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</a:t>
            </a:r>
            <a:r>
              <a:rPr lang="en-US" sz="1400" dirty="0"/>
              <a:t> </a:t>
            </a:r>
            <a:r>
              <a:rPr lang="en-US" sz="14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</a:t>
            </a: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요청 반복 발생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63640" y="2249424"/>
            <a:ext cx="5257800" cy="3075049"/>
          </a:xfrm>
          <a:prstGeom prst="roundRect">
            <a:avLst>
              <a:gd name="adj" fmla="val 186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858000" y="2302765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2. 비효율적 단순 문의 증대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940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매뉴얼 부재로 인한 반복 대응 구조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3124200"/>
            <a:ext cx="2065020" cy="899159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522720" y="3108958"/>
            <a:ext cx="2080260" cy="9144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</a:t>
            </a: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매뉴얼</a:t>
            </a:r>
            <a:r>
              <a:rPr lang="en-US" sz="1400" dirty="0"/>
              <a:t> </a:t>
            </a:r>
            <a:r>
              <a:rPr lang="en-US" sz="14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부재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94420" y="306324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243060" y="3124200"/>
            <a:ext cx="2004060" cy="899159"/>
          </a:xfrm>
          <a:prstGeom prst="roundRect">
            <a:avLst>
              <a:gd name="adj" fmla="val 5714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243060" y="3108958"/>
            <a:ext cx="2019300" cy="9144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질의응답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소모시간 과다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29400" y="4297680"/>
            <a:ext cx="457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423660" y="4434840"/>
            <a:ext cx="4892040" cy="594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반복적인 단순 질의응답 대응으로 회계팀의 </a:t>
            </a:r>
            <a:r>
              <a:rPr lang="en-US" sz="14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</a:t>
            </a: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</a:t>
            </a:r>
            <a:r>
              <a:rPr lang="en-US" sz="1400" dirty="0"/>
              <a:t> </a:t>
            </a:r>
            <a:r>
              <a:rPr lang="en-US" sz="14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집중</a:t>
            </a: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방해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0" descr="/home/claude/pt_structure/logo_kidar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473952"/>
            <a:ext cx="566928" cy="132588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1298448" y="6473952"/>
            <a:ext cx="0" cy="13258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1" descr="/home/claude/pt_structure/logo_lezh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9888" y="6492240"/>
            <a:ext cx="320040" cy="9144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98C50483-37F1-1E7C-6308-645332928710}"/>
              </a:ext>
            </a:extLst>
          </p:cNvPr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 · </a:t>
            </a:r>
            <a:r>
              <a:rPr lang="ko-KR" alt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분석</a:t>
            </a:r>
            <a:endParaRPr lang="en-US" sz="1200" dirty="0"/>
          </a:p>
        </p:txBody>
      </p:sp>
      <p:sp>
        <p:nvSpPr>
          <p:cNvPr id="65" name="Shape 13">
            <a:extLst>
              <a:ext uri="{FF2B5EF4-FFF2-40B4-BE49-F238E27FC236}">
                <a16:creationId xmlns:a16="http://schemas.microsoft.com/office/drawing/2014/main" id="{203A9E58-D8BF-7C77-806C-9E067E6741D3}"/>
              </a:ext>
            </a:extLst>
          </p:cNvPr>
          <p:cNvSpPr/>
          <p:nvPr/>
        </p:nvSpPr>
        <p:spPr>
          <a:xfrm>
            <a:off x="640080" y="-3707383"/>
            <a:ext cx="10911535" cy="3363974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7" name="Text 3">
            <a:extLst>
              <a:ext uri="{FF2B5EF4-FFF2-40B4-BE49-F238E27FC236}">
                <a16:creationId xmlns:a16="http://schemas.microsoft.com/office/drawing/2014/main" id="{3DD20221-9018-1072-E75F-52E2B978BF9C}"/>
              </a:ext>
            </a:extLst>
          </p:cNvPr>
          <p:cNvSpPr/>
          <p:nvPr/>
        </p:nvSpPr>
        <p:spPr>
          <a:xfrm>
            <a:off x="1330554" y="-3212842"/>
            <a:ext cx="29540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6000" b="1" dirty="0">
                <a:solidFill>
                  <a:srgbClr val="2563E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약 </a:t>
            </a:r>
            <a:r>
              <a:rPr lang="en-US" sz="6000" b="1" dirty="0">
                <a:solidFill>
                  <a:srgbClr val="2563EB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24%</a:t>
            </a:r>
          </a:p>
        </p:txBody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E08FD706-9991-635B-DBA8-F6696D14AC6C}"/>
              </a:ext>
            </a:extLst>
          </p:cNvPr>
          <p:cNvSpPr/>
          <p:nvPr/>
        </p:nvSpPr>
        <p:spPr>
          <a:xfrm>
            <a:off x="1376274" y="-2069842"/>
            <a:ext cx="2954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회계 관련 오류</a:t>
            </a:r>
          </a:p>
        </p:txBody>
      </p:sp>
      <p:sp>
        <p:nvSpPr>
          <p:cNvPr id="71" name="Text 5">
            <a:extLst>
              <a:ext uri="{FF2B5EF4-FFF2-40B4-BE49-F238E27FC236}">
                <a16:creationId xmlns:a16="http://schemas.microsoft.com/office/drawing/2014/main" id="{4F2B0185-F795-BED6-756E-3D0FFB206D8F}"/>
              </a:ext>
            </a:extLst>
          </p:cNvPr>
          <p:cNvSpPr/>
          <p:nvPr/>
        </p:nvSpPr>
        <p:spPr>
          <a:xfrm>
            <a:off x="1376274" y="-1693304"/>
            <a:ext cx="2954020" cy="471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72/298건 · </a:t>
            </a:r>
            <a:r>
              <a:rPr lang="en-US" sz="1100" dirty="0" err="1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확정</a:t>
            </a:r>
            <a:r>
              <a:rPr lang="en-US" sz="110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반려</a:t>
            </a:r>
            <a:r>
              <a:rPr lang="en-US" sz="110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</a:t>
            </a:r>
            <a:r>
              <a:rPr lang="en-US" sz="110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기준</a:t>
            </a:r>
            <a:br>
              <a:rPr lang="en-US" sz="110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10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2026.6.26~8.10 </a:t>
            </a:r>
            <a:r>
              <a:rPr lang="en-US" altLang="ko-KR" sz="1100" dirty="0" err="1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집계</a:t>
            </a:r>
            <a:r>
              <a:rPr lang="en-US" altLang="ko-KR" sz="1100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298건 </a:t>
            </a:r>
            <a:r>
              <a:rPr lang="en-US" altLang="ko-KR" sz="1100" dirty="0" err="1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기준</a:t>
            </a:r>
            <a:endParaRPr lang="en-US" sz="1100" dirty="0">
              <a:solidFill>
                <a:srgbClr val="47556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3" name="Shape 6">
            <a:extLst>
              <a:ext uri="{FF2B5EF4-FFF2-40B4-BE49-F238E27FC236}">
                <a16:creationId xmlns:a16="http://schemas.microsoft.com/office/drawing/2014/main" id="{98E972DE-5398-6065-40C0-13CE3EACB946}"/>
              </a:ext>
            </a:extLst>
          </p:cNvPr>
          <p:cNvSpPr/>
          <p:nvPr/>
        </p:nvSpPr>
        <p:spPr>
          <a:xfrm>
            <a:off x="4421734" y="-3416429"/>
            <a:ext cx="10973" cy="2743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">
            <a:extLst>
              <a:ext uri="{FF2B5EF4-FFF2-40B4-BE49-F238E27FC236}">
                <a16:creationId xmlns:a16="http://schemas.microsoft.com/office/drawing/2014/main" id="{9E5D6698-32DC-93DC-E9DC-BA5E8E64ADE9}"/>
              </a:ext>
            </a:extLst>
          </p:cNvPr>
          <p:cNvSpPr/>
          <p:nvPr/>
        </p:nvSpPr>
        <p:spPr>
          <a:xfrm>
            <a:off x="4787494" y="-348716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회계 관련 오류</a:t>
            </a:r>
            <a:endParaRPr lang="en-US" sz="1400" b="1" dirty="0">
              <a:solidFill>
                <a:srgbClr val="47556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7" name="Shape 8">
            <a:extLst>
              <a:ext uri="{FF2B5EF4-FFF2-40B4-BE49-F238E27FC236}">
                <a16:creationId xmlns:a16="http://schemas.microsoft.com/office/drawing/2014/main" id="{BA7EC783-29C7-6F1B-88F4-33B648BA5245}"/>
              </a:ext>
            </a:extLst>
          </p:cNvPr>
          <p:cNvSpPr/>
          <p:nvPr/>
        </p:nvSpPr>
        <p:spPr>
          <a:xfrm>
            <a:off x="4787494" y="-3139690"/>
            <a:ext cx="2450135" cy="384532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9" name="Text 9">
            <a:extLst>
              <a:ext uri="{FF2B5EF4-FFF2-40B4-BE49-F238E27FC236}">
                <a16:creationId xmlns:a16="http://schemas.microsoft.com/office/drawing/2014/main" id="{3B08093C-EF8B-49CB-CA5D-59BD9AC7A2E2}"/>
              </a:ext>
            </a:extLst>
          </p:cNvPr>
          <p:cNvSpPr/>
          <p:nvPr/>
        </p:nvSpPr>
        <p:spPr>
          <a:xfrm>
            <a:off x="4957268" y="-3061593"/>
            <a:ext cx="21758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F5F0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</a:t>
            </a:r>
            <a:r>
              <a:rPr lang="en-US" altLang="ko-KR" sz="1300" b="1" dirty="0">
                <a:solidFill>
                  <a:srgbClr val="F5F0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24.16</a:t>
            </a:r>
            <a:r>
              <a:rPr lang="en-US" sz="1300" b="1" dirty="0">
                <a:solidFill>
                  <a:srgbClr val="F5F0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1300" dirty="0"/>
          </a:p>
        </p:txBody>
      </p:sp>
      <p:sp>
        <p:nvSpPr>
          <p:cNvPr id="81" name="Text 10">
            <a:extLst>
              <a:ext uri="{FF2B5EF4-FFF2-40B4-BE49-F238E27FC236}">
                <a16:creationId xmlns:a16="http://schemas.microsoft.com/office/drawing/2014/main" id="{A279308B-C66E-0F13-1CC9-82F005491B40}"/>
              </a:ext>
            </a:extLst>
          </p:cNvPr>
          <p:cNvSpPr/>
          <p:nvPr/>
        </p:nvSpPr>
        <p:spPr>
          <a:xfrm>
            <a:off x="4787494" y="-243560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475569"/>
                </a:solidFill>
                <a:latin typeface="Noto Sans KR"/>
              </a:rPr>
              <a:t>세무</a:t>
            </a:r>
            <a:r>
              <a:rPr lang="en-US" sz="1400" b="1" dirty="0">
                <a:solidFill>
                  <a:srgbClr val="475569"/>
                </a:solidFill>
                <a:latin typeface="Noto Sans KR"/>
              </a:rPr>
              <a:t> </a:t>
            </a:r>
            <a:r>
              <a:rPr lang="en-US" sz="1400" b="1" dirty="0" err="1">
                <a:solidFill>
                  <a:srgbClr val="475569"/>
                </a:solidFill>
                <a:latin typeface="Noto Sans KR"/>
              </a:rPr>
              <a:t>관련</a:t>
            </a:r>
            <a:r>
              <a:rPr lang="en-US" sz="1400" b="1" dirty="0">
                <a:solidFill>
                  <a:srgbClr val="475569"/>
                </a:solidFill>
                <a:latin typeface="Noto Sans KR"/>
              </a:rPr>
              <a:t> </a:t>
            </a:r>
            <a:r>
              <a:rPr lang="en-US" sz="1400" b="1" dirty="0" err="1">
                <a:solidFill>
                  <a:srgbClr val="475569"/>
                </a:solidFill>
                <a:latin typeface="Noto Sans KR"/>
              </a:rPr>
              <a:t>오류</a:t>
            </a:r>
            <a:endParaRPr lang="en-US" sz="1400" b="1" dirty="0">
              <a:solidFill>
                <a:srgbClr val="475569"/>
              </a:solidFill>
              <a:latin typeface="Noto Sans KR"/>
            </a:endParaRPr>
          </a:p>
        </p:txBody>
      </p:sp>
      <p:sp>
        <p:nvSpPr>
          <p:cNvPr id="83" name="Shape 11">
            <a:extLst>
              <a:ext uri="{FF2B5EF4-FFF2-40B4-BE49-F238E27FC236}">
                <a16:creationId xmlns:a16="http://schemas.microsoft.com/office/drawing/2014/main" id="{AE49642F-42E3-067D-3362-2E427D014662}"/>
              </a:ext>
            </a:extLst>
          </p:cNvPr>
          <p:cNvSpPr/>
          <p:nvPr/>
        </p:nvSpPr>
        <p:spPr>
          <a:xfrm>
            <a:off x="4787494" y="-2088130"/>
            <a:ext cx="1997964" cy="384532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5" name="Text 12">
            <a:extLst>
              <a:ext uri="{FF2B5EF4-FFF2-40B4-BE49-F238E27FC236}">
                <a16:creationId xmlns:a16="http://schemas.microsoft.com/office/drawing/2014/main" id="{D326D437-D40B-9947-2CC4-50B3580FD856}"/>
              </a:ext>
            </a:extLst>
          </p:cNvPr>
          <p:cNvSpPr/>
          <p:nvPr/>
        </p:nvSpPr>
        <p:spPr>
          <a:xfrm>
            <a:off x="4957268" y="-2010406"/>
            <a:ext cx="17236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2A1D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</a:t>
            </a:r>
            <a:r>
              <a:rPr lang="en-US" sz="1300" b="1" dirty="0">
                <a:solidFill>
                  <a:srgbClr val="2A1D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17.0%</a:t>
            </a:r>
            <a:endParaRPr lang="en-US" sz="1300" dirty="0"/>
          </a:p>
        </p:txBody>
      </p:sp>
      <p:sp>
        <p:nvSpPr>
          <p:cNvPr id="87" name="Text 13">
            <a:extLst>
              <a:ext uri="{FF2B5EF4-FFF2-40B4-BE49-F238E27FC236}">
                <a16:creationId xmlns:a16="http://schemas.microsoft.com/office/drawing/2014/main" id="{0A12F0F2-5C32-24FB-02F6-486025952D39}"/>
              </a:ext>
            </a:extLst>
          </p:cNvPr>
          <p:cNvSpPr/>
          <p:nvPr/>
        </p:nvSpPr>
        <p:spPr>
          <a:xfrm>
            <a:off x="4787494" y="-138404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기타</a:t>
            </a:r>
            <a:r>
              <a:rPr lang="en-US" sz="1400" b="1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</a:t>
            </a:r>
            <a:r>
              <a:rPr lang="ko-KR" altLang="en-US" sz="1400" b="1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결재 라인</a:t>
            </a:r>
            <a:r>
              <a:rPr lang="en-US" altLang="ko-KR" sz="1400" b="1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b="1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기타 작성 오류 등</a:t>
            </a:r>
            <a:r>
              <a:rPr lang="en-US" altLang="ko-KR" sz="1400" b="1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sz="1400" b="1" dirty="0">
              <a:solidFill>
                <a:srgbClr val="47556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9" name="Shape 14">
            <a:extLst>
              <a:ext uri="{FF2B5EF4-FFF2-40B4-BE49-F238E27FC236}">
                <a16:creationId xmlns:a16="http://schemas.microsoft.com/office/drawing/2014/main" id="{4C711C4A-372A-66BA-189A-736B25760A83}"/>
              </a:ext>
            </a:extLst>
          </p:cNvPr>
          <p:cNvSpPr/>
          <p:nvPr/>
        </p:nvSpPr>
        <p:spPr>
          <a:xfrm>
            <a:off x="4787494" y="-1036570"/>
            <a:ext cx="6067501" cy="384532"/>
          </a:xfrm>
          <a:prstGeom prst="roundRect">
            <a:avLst>
              <a:gd name="adj" fmla="val 14545"/>
            </a:avLst>
          </a:prstGeom>
          <a:solidFill>
            <a:schemeClr val="bg1">
              <a:lumMod val="95000"/>
            </a:schemeClr>
          </a:solidFill>
          <a:ln>
            <a:solidFill>
              <a:srgbClr val="F1F5F9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1" name="Text 15">
            <a:extLst>
              <a:ext uri="{FF2B5EF4-FFF2-40B4-BE49-F238E27FC236}">
                <a16:creationId xmlns:a16="http://schemas.microsoft.com/office/drawing/2014/main" id="{80B395A6-3AF4-D237-0BCA-6D296E139B4A}"/>
              </a:ext>
            </a:extLst>
          </p:cNvPr>
          <p:cNvSpPr/>
          <p:nvPr/>
        </p:nvSpPr>
        <p:spPr>
          <a:xfrm>
            <a:off x="4957268" y="-956338"/>
            <a:ext cx="579318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</a:t>
            </a:r>
            <a:r>
              <a:rPr lang="en-US" sz="13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58.84%</a:t>
            </a:r>
            <a:endParaRPr lang="en-US" sz="1300" dirty="0"/>
          </a:p>
        </p:txBody>
      </p:sp>
      <p:pic>
        <p:nvPicPr>
          <p:cNvPr id="175" name="그림 174">
            <a:extLst>
              <a:ext uri="{FF2B5EF4-FFF2-40B4-BE49-F238E27FC236}">
                <a16:creationId xmlns:a16="http://schemas.microsoft.com/office/drawing/2014/main" id="{49D64CD9-311D-1861-D955-12D157BAE0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45934" y="1992707"/>
            <a:ext cx="8482976" cy="40613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1" descr="image.png">
            <a:extLst>
              <a:ext uri="{FF2B5EF4-FFF2-40B4-BE49-F238E27FC236}">
                <a16:creationId xmlns:a16="http://schemas.microsoft.com/office/drawing/2014/main" id="{41A717DE-DD32-8C87-C288-0D89E8EF5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FINDINGS · 사례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51215" y="438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발견한 이슈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</a:rPr>
              <a:t>실제 사례 </a:t>
            </a:r>
            <a:r>
              <a:rPr lang="en-US" altLang="ko-KR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</a:rPr>
              <a:t>1 </a:t>
            </a:r>
            <a:r>
              <a:rPr lang="en-US" altLang="ko-KR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</a:t>
            </a:r>
            <a:r>
              <a:rPr lang="en-US" altLang="ko-KR" sz="2600" b="1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계정과목</a:t>
            </a:r>
            <a:r>
              <a:rPr lang="en-US" altLang="ko-KR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600" b="1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</a:t>
            </a:r>
            <a:r>
              <a:rPr lang="en-US" altLang="ko-KR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600" b="1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</a:t>
            </a:r>
            <a:r>
              <a:rPr lang="en-US" altLang="ko-KR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2600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9F7EAF8-4380-A8A3-6975-332F67D33C96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C0F0D629-28D0-7753-83BE-5DB0019FE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24" name="그림 23" descr="COWORKER">
              <a:extLst>
                <a:ext uri="{FF2B5EF4-FFF2-40B4-BE49-F238E27FC236}">
                  <a16:creationId xmlns:a16="http://schemas.microsoft.com/office/drawing/2014/main" id="{CF10DEFB-5279-FBFC-7043-6976F0F54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4A9C7375-8A61-0B88-0C39-9D8E2E4DE8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468" y="1536192"/>
            <a:ext cx="9747264" cy="4666593"/>
          </a:xfrm>
          <a:prstGeom prst="rect">
            <a:avLst/>
          </a:prstGeom>
        </p:spPr>
      </p:pic>
      <p:sp>
        <p:nvSpPr>
          <p:cNvPr id="66" name="Shape 15">
            <a:extLst>
              <a:ext uri="{FF2B5EF4-FFF2-40B4-BE49-F238E27FC236}">
                <a16:creationId xmlns:a16="http://schemas.microsoft.com/office/drawing/2014/main" id="{1407DB99-98BB-4569-5602-20A202D61937}"/>
              </a:ext>
            </a:extLst>
          </p:cNvPr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97194-004D-D334-0CBF-1D25F706F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1" descr="image.png">
            <a:extLst>
              <a:ext uri="{FF2B5EF4-FFF2-40B4-BE49-F238E27FC236}">
                <a16:creationId xmlns:a16="http://schemas.microsoft.com/office/drawing/2014/main" id="{7A1D6CF0-63D9-6705-3740-93CAECE35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41E58C04-6CD2-16EC-F5DD-55DA8345182D}"/>
              </a:ext>
            </a:extLst>
          </p:cNvPr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FINDINGS · 사례 분석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BCF12A-4B06-DF20-F55C-6F01BD8C56B4}"/>
              </a:ext>
            </a:extLst>
          </p:cNvPr>
          <p:cNvSpPr/>
          <p:nvPr/>
        </p:nvSpPr>
        <p:spPr>
          <a:xfrm>
            <a:off x="8351215" y="438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발견한 이슈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7C6C21D-EBA8-9A24-0202-CED8C902C028}"/>
              </a:ext>
            </a:extLst>
          </p:cNvPr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</a:rPr>
              <a:t>실제 사례 </a:t>
            </a:r>
            <a:r>
              <a:rPr lang="en-US" altLang="ko-KR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</a:rPr>
              <a:t>2 </a:t>
            </a:r>
            <a:r>
              <a:rPr lang="en-US" altLang="ko-KR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</a:t>
            </a:r>
            <a:r>
              <a:rPr lang="en-US" altLang="ko-KR" sz="2600" b="1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계정과목</a:t>
            </a:r>
            <a:r>
              <a:rPr lang="en-US" altLang="ko-KR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600" b="1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</a:t>
            </a:r>
            <a:r>
              <a:rPr lang="en-US" altLang="ko-KR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600" b="1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</a:t>
            </a:r>
            <a:r>
              <a:rPr lang="en-US" altLang="ko-KR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26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F246D79-B81E-39D6-BD07-1E8D65BBA218}"/>
              </a:ext>
            </a:extLst>
          </p:cNvPr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383F401-B1A3-DE27-3697-CB05770B0936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F657D9F8-8572-418A-4EDC-0D3E0A86E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24" name="그림 23" descr="COWORKER">
              <a:extLst>
                <a:ext uri="{FF2B5EF4-FFF2-40B4-BE49-F238E27FC236}">
                  <a16:creationId xmlns:a16="http://schemas.microsoft.com/office/drawing/2014/main" id="{98A74C42-BB9A-9646-1B5E-B60112873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sp>
        <p:nvSpPr>
          <p:cNvPr id="25" name="Shape 15">
            <a:extLst>
              <a:ext uri="{FF2B5EF4-FFF2-40B4-BE49-F238E27FC236}">
                <a16:creationId xmlns:a16="http://schemas.microsoft.com/office/drawing/2014/main" id="{7BB8A9B3-8B4E-4EA9-E602-92D5101CC18D}"/>
              </a:ext>
            </a:extLst>
          </p:cNvPr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1126A2FD-1D63-28B5-20E8-C5902F4E08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6706" y="1669688"/>
            <a:ext cx="9112636" cy="436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369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49514-75EA-33F8-637E-55B17AEFB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1" descr="image.png">
            <a:extLst>
              <a:ext uri="{FF2B5EF4-FFF2-40B4-BE49-F238E27FC236}">
                <a16:creationId xmlns:a16="http://schemas.microsoft.com/office/drawing/2014/main" id="{239E4C26-EB4B-9F36-F7A9-E3AD34360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E885032D-6BC9-5DA5-927D-570CE5E5CC04}"/>
              </a:ext>
            </a:extLst>
          </p:cNvPr>
          <p:cNvSpPr/>
          <p:nvPr/>
        </p:nvSpPr>
        <p:spPr>
          <a:xfrm>
            <a:off x="8351215" y="438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문의구조 및 반려율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EF26FE-CF65-D507-AA7F-8884B638F0CF}"/>
              </a:ext>
            </a:extLst>
          </p:cNvPr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문의는 </a:t>
            </a:r>
            <a:r>
              <a:rPr lang="en-US" altLang="ko-KR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500</a:t>
            </a:r>
            <a:r>
              <a:rPr lang="ko-KR" alt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</a:t>
            </a:r>
            <a:r>
              <a:rPr lang="en-US" altLang="ko-KR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응답은 </a:t>
            </a:r>
            <a:r>
              <a:rPr lang="en-US" altLang="ko-KR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r>
              <a:rPr lang="ko-KR" alt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</a:t>
            </a:r>
            <a:endParaRPr lang="en-US" sz="26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756D18B-5AE2-8C38-A1AA-37D1CEC751C5}"/>
              </a:ext>
            </a:extLst>
          </p:cNvPr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7BF21437-B032-01CA-5670-8126AC579A94}"/>
              </a:ext>
            </a:extLst>
          </p:cNvPr>
          <p:cNvSpPr/>
          <p:nvPr/>
        </p:nvSpPr>
        <p:spPr>
          <a:xfrm>
            <a:off x="1298448" y="6473952"/>
            <a:ext cx="0" cy="13258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21F976E-28CC-892E-35D1-FFDD03068FAF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23265A78-E579-58C4-A8DE-A8E257745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38" name="그림 37" descr="COWORKER">
              <a:extLst>
                <a:ext uri="{FF2B5EF4-FFF2-40B4-BE49-F238E27FC236}">
                  <a16:creationId xmlns:a16="http://schemas.microsoft.com/office/drawing/2014/main" id="{CC73FC82-6AC8-5CEA-AD71-A50A31250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sp>
        <p:nvSpPr>
          <p:cNvPr id="8" name="Text 0">
            <a:extLst>
              <a:ext uri="{FF2B5EF4-FFF2-40B4-BE49-F238E27FC236}">
                <a16:creationId xmlns:a16="http://schemas.microsoft.com/office/drawing/2014/main" id="{3CBA5680-0388-1EE7-CDBB-4EC7CE382FEA}"/>
              </a:ext>
            </a:extLst>
          </p:cNvPr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 · </a:t>
            </a:r>
            <a:r>
              <a:rPr lang="ko-KR" alt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분석</a:t>
            </a:r>
            <a:endParaRPr lang="en-US" sz="1200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7D0522F0-28E6-8511-45C7-3BCA3E6BCF19}"/>
              </a:ext>
            </a:extLst>
          </p:cNvPr>
          <p:cNvGrpSpPr/>
          <p:nvPr/>
        </p:nvGrpSpPr>
        <p:grpSpPr>
          <a:xfrm>
            <a:off x="12371783" y="1841824"/>
            <a:ext cx="6967771" cy="3876080"/>
            <a:chOff x="6400800" y="2322935"/>
            <a:chExt cx="5120640" cy="2848545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02A5F3B3-B1D1-C2A2-15D4-9B77F4FC1575}"/>
                </a:ext>
              </a:extLst>
            </p:cNvPr>
            <p:cNvGrpSpPr/>
            <p:nvPr/>
          </p:nvGrpSpPr>
          <p:grpSpPr>
            <a:xfrm>
              <a:off x="6400800" y="2322935"/>
              <a:ext cx="5120640" cy="2848545"/>
              <a:chOff x="6400800" y="2390775"/>
              <a:chExt cx="5120640" cy="2449318"/>
            </a:xfrm>
          </p:grpSpPr>
          <p:sp>
            <p:nvSpPr>
              <p:cNvPr id="22" name="Shape 18">
                <a:extLst>
                  <a:ext uri="{FF2B5EF4-FFF2-40B4-BE49-F238E27FC236}">
                    <a16:creationId xmlns:a16="http://schemas.microsoft.com/office/drawing/2014/main" id="{ACC2E3A5-7EB7-C4A4-BCCD-C878952E0058}"/>
                  </a:ext>
                </a:extLst>
              </p:cNvPr>
              <p:cNvSpPr/>
              <p:nvPr/>
            </p:nvSpPr>
            <p:spPr>
              <a:xfrm>
                <a:off x="6400800" y="2390775"/>
                <a:ext cx="5120640" cy="2449318"/>
              </a:xfrm>
              <a:prstGeom prst="roundRect">
                <a:avLst>
                  <a:gd name="adj" fmla="val 1758"/>
                </a:avLst>
              </a:prstGeom>
              <a:solidFill>
                <a:srgbClr val="1E293B"/>
              </a:solidFill>
              <a:ln/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E854B14-9056-CA4D-9E6B-350F649D9E68}"/>
                  </a:ext>
                </a:extLst>
              </p:cNvPr>
              <p:cNvSpPr txBox="1"/>
              <p:nvPr/>
            </p:nvSpPr>
            <p:spPr>
              <a:xfrm>
                <a:off x="6667845" y="2586775"/>
                <a:ext cx="4609450" cy="26934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2500" b="1" i="0" u="none" dirty="0" err="1">
                    <a:solidFill>
                      <a:srgbClr val="F8FAFC"/>
                    </a:solidFill>
                    <a:latin typeface="Noto Sans KR"/>
                  </a:rPr>
                  <a:t>건당</a:t>
                </a:r>
                <a:r>
                  <a:rPr sz="2500" b="1" i="0" u="none" dirty="0">
                    <a:solidFill>
                      <a:srgbClr val="F8FAFC"/>
                    </a:solidFill>
                    <a:latin typeface="Noto Sans KR"/>
                  </a:rPr>
                  <a:t> 10분 </a:t>
                </a:r>
                <a:r>
                  <a:rPr sz="2500" b="1" i="0" u="none" dirty="0" err="1">
                    <a:solidFill>
                      <a:srgbClr val="F8FAFC"/>
                    </a:solidFill>
                    <a:latin typeface="Noto Sans KR"/>
                  </a:rPr>
                  <a:t>소요</a:t>
                </a:r>
                <a:r>
                  <a:rPr sz="2500" b="1" i="0" u="none" dirty="0">
                    <a:solidFill>
                      <a:srgbClr val="F8FAFC"/>
                    </a:solidFill>
                    <a:latin typeface="Noto Sans KR"/>
                  </a:rPr>
                  <a:t> 시 </a:t>
                </a:r>
                <a:r>
                  <a:rPr sz="2500" b="1" i="0" u="none" dirty="0" err="1">
                    <a:solidFill>
                      <a:srgbClr val="F8FAFC"/>
                    </a:solidFill>
                    <a:latin typeface="Noto Sans KR"/>
                  </a:rPr>
                  <a:t>시간</a:t>
                </a:r>
                <a:r>
                  <a:rPr sz="2500" b="1" i="0" u="none" dirty="0">
                    <a:solidFill>
                      <a:srgbClr val="F8FAFC"/>
                    </a:solidFill>
                    <a:latin typeface="Noto Sans KR"/>
                  </a:rPr>
                  <a:t> </a:t>
                </a:r>
                <a:r>
                  <a:rPr sz="2500" b="1" i="0" u="none" dirty="0" err="1">
                    <a:solidFill>
                      <a:srgbClr val="F8FAFC"/>
                    </a:solidFill>
                    <a:latin typeface="Noto Sans KR"/>
                  </a:rPr>
                  <a:t>영향</a:t>
                </a:r>
                <a:endParaRPr sz="2500" b="1" i="0" u="none" dirty="0">
                  <a:solidFill>
                    <a:srgbClr val="F8FAFC"/>
                  </a:solidFill>
                  <a:latin typeface="Noto Sans KR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3C4C6F9-D4C5-F300-BB7B-F0C6B97DEDD8}"/>
                  </a:ext>
                </a:extLst>
              </p:cNvPr>
              <p:cNvSpPr txBox="1"/>
              <p:nvPr/>
            </p:nvSpPr>
            <p:spPr>
              <a:xfrm>
                <a:off x="6667845" y="3181013"/>
                <a:ext cx="4200525" cy="58178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5400" b="0" i="0" u="none" dirty="0">
                    <a:solidFill>
                      <a:srgbClr val="60A5FA"/>
                    </a:solidFill>
                    <a:latin typeface="Noto Sans KR Black"/>
                  </a:rPr>
                  <a:t>125분</a:t>
                </a:r>
                <a:r>
                  <a:rPr sz="5400" b="0" i="0" u="none" dirty="0">
                    <a:solidFill>
                      <a:srgbClr val="FFFFFF"/>
                    </a:solidFill>
                    <a:latin typeface="Noto Sans KR"/>
                  </a:rPr>
                  <a:t> </a:t>
                </a:r>
                <a:r>
                  <a:rPr sz="2000" b="1" i="0" u="none" dirty="0">
                    <a:solidFill>
                      <a:srgbClr val="CBD5E1"/>
                    </a:solidFill>
                    <a:latin typeface="Noto Sans KR"/>
                  </a:rPr>
                  <a:t>/ 1인당 </a:t>
                </a:r>
                <a:r>
                  <a:rPr sz="2000" b="1" i="0" u="none" dirty="0" err="1">
                    <a:solidFill>
                      <a:srgbClr val="CBD5E1"/>
                    </a:solidFill>
                    <a:latin typeface="Noto Sans KR"/>
                  </a:rPr>
                  <a:t>하루</a:t>
                </a:r>
                <a:r>
                  <a:rPr sz="2000" b="1" i="0" u="none" dirty="0">
                    <a:solidFill>
                      <a:srgbClr val="CBD5E1"/>
                    </a:solidFill>
                    <a:latin typeface="Noto Sans KR"/>
                  </a:rPr>
                  <a:t> </a:t>
                </a:r>
                <a:r>
                  <a:rPr sz="2000" b="1" i="0" u="none" dirty="0" err="1">
                    <a:solidFill>
                      <a:srgbClr val="CBD5E1"/>
                    </a:solidFill>
                    <a:latin typeface="Noto Sans KR"/>
                  </a:rPr>
                  <a:t>소요시간</a:t>
                </a:r>
                <a:endParaRPr sz="2000" b="1" i="0" u="none" dirty="0">
                  <a:solidFill>
                    <a:srgbClr val="CBD5E1"/>
                  </a:solidFill>
                  <a:latin typeface="Noto Sans KR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6BAE497-AF14-04B9-3C07-E3A0C1887418}"/>
                  </a:ext>
                </a:extLst>
              </p:cNvPr>
              <p:cNvSpPr txBox="1"/>
              <p:nvPr/>
            </p:nvSpPr>
            <p:spPr>
              <a:xfrm>
                <a:off x="6667844" y="3778548"/>
                <a:ext cx="4200525" cy="79285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400" b="0" i="0" u="none" dirty="0">
                    <a:solidFill>
                      <a:srgbClr val="94A3B8"/>
                    </a:solidFill>
                    <a:latin typeface="Noto Sans KR"/>
                  </a:rPr>
                  <a:t>• 1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인당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하루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처리량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12.5건 ×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건당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10분 = </a:t>
                </a:r>
                <a:r>
                  <a:rPr sz="1400" b="1" i="0" u="none" dirty="0" err="1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하루</a:t>
                </a:r>
                <a:r>
                  <a:rPr sz="1400" b="1" i="0" u="none" dirty="0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2시간 5분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소모</a:t>
                </a:r>
                <a:r>
                  <a:rPr sz="14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
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•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회계팀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전체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(8명)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기준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일일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1" i="0" u="none" dirty="0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총 1,000분 (16.7시간)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질의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응대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발생</a:t>
                </a:r>
                <a:r>
                  <a:rPr sz="14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
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•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매일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1" i="0" u="none" dirty="0" err="1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전담</a:t>
                </a:r>
                <a:r>
                  <a:rPr sz="1400" b="1" i="0" u="none" dirty="0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1" i="0" u="none" dirty="0" err="1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인력</a:t>
                </a:r>
                <a:r>
                  <a:rPr sz="1400" b="1" i="0" u="none" dirty="0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2명분의 </a:t>
                </a:r>
                <a:r>
                  <a:rPr sz="1400" b="1" i="0" u="none" dirty="0" err="1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풀타임</a:t>
                </a:r>
                <a:r>
                  <a:rPr sz="1400" b="1" i="0" u="none" dirty="0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1" i="0" u="none" dirty="0" err="1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리소스가</a:t>
                </a:r>
                <a:r>
                  <a:rPr sz="1400" b="1" i="0" u="none" dirty="0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1" i="0" u="none" dirty="0" err="1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손실</a:t>
                </a:r>
                <a:endParaRPr lang="en-US" sz="1400" dirty="0">
                  <a:solidFill>
                    <a:srgbClr val="94A3B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400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en-US" altLang="ko-KR" sz="1400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• </a:t>
                </a:r>
                <a:r>
                  <a:rPr lang="ko-KR" altLang="en-US" sz="1400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하루 업무의 </a:t>
                </a:r>
                <a:r>
                  <a:rPr lang="en-US" altLang="ko-KR" sz="1400" b="1" dirty="0">
                    <a:solidFill>
                      <a:schemeClr val="bg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26%</a:t>
                </a:r>
                <a:r>
                  <a:rPr lang="ko-KR" altLang="en-US" sz="1400" b="1" dirty="0">
                    <a:solidFill>
                      <a:schemeClr val="bg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소모 </a:t>
                </a:r>
                <a:r>
                  <a:rPr lang="en-US" altLang="ko-KR" sz="1400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(16.7 ÷ 64 = 0.261 → </a:t>
                </a:r>
                <a:r>
                  <a:rPr lang="ko-KR" altLang="en-US" sz="1400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약 </a:t>
                </a:r>
                <a:r>
                  <a:rPr lang="en-US" altLang="ko-KR" sz="1400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26%)</a:t>
                </a:r>
                <a:endParaRPr sz="1400" b="0" i="0" u="none" dirty="0">
                  <a:solidFill>
                    <a:srgbClr val="94A3B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21" name="Rectangle 7">
              <a:extLst>
                <a:ext uri="{FF2B5EF4-FFF2-40B4-BE49-F238E27FC236}">
                  <a16:creationId xmlns:a16="http://schemas.microsoft.com/office/drawing/2014/main" id="{99EC00E8-2E7C-A80C-CE46-B5AFFBAF1885}"/>
                </a:ext>
              </a:extLst>
            </p:cNvPr>
            <p:cNvSpPr/>
            <p:nvPr/>
          </p:nvSpPr>
          <p:spPr>
            <a:xfrm>
              <a:off x="6457950" y="3181754"/>
              <a:ext cx="5010150" cy="9525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31" name="그림 30">
            <a:extLst>
              <a:ext uri="{FF2B5EF4-FFF2-40B4-BE49-F238E27FC236}">
                <a16:creationId xmlns:a16="http://schemas.microsoft.com/office/drawing/2014/main" id="{DFCF8144-07D4-B7BD-380B-2794846CFE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9353" y="1578361"/>
            <a:ext cx="7913294" cy="413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310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3C983-AEB5-6EDE-433A-6648A3935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1" descr="image.png">
            <a:extLst>
              <a:ext uri="{FF2B5EF4-FFF2-40B4-BE49-F238E27FC236}">
                <a16:creationId xmlns:a16="http://schemas.microsoft.com/office/drawing/2014/main" id="{55FF82C5-4D5C-794D-F703-63EAC9E37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3844BD5C-6A72-EB16-9AD3-A34FEB50D100}"/>
              </a:ext>
            </a:extLst>
          </p:cNvPr>
          <p:cNvSpPr/>
          <p:nvPr/>
        </p:nvSpPr>
        <p:spPr>
          <a:xfrm>
            <a:off x="8351215" y="438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문의구조 및 반려율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BBDF817-DF1D-DB56-F300-03A7C5380BF4}"/>
              </a:ext>
            </a:extLst>
          </p:cNvPr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문의는 </a:t>
            </a:r>
            <a:r>
              <a:rPr lang="en-US" altLang="ko-KR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500</a:t>
            </a:r>
            <a:r>
              <a:rPr lang="ko-KR" alt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</a:t>
            </a:r>
            <a:r>
              <a:rPr lang="en-US" altLang="ko-KR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응답은 </a:t>
            </a:r>
            <a:r>
              <a:rPr lang="en-US" altLang="ko-KR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r>
              <a:rPr lang="ko-KR" alt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</a:t>
            </a:r>
            <a:endParaRPr lang="en-US" altLang="ko-KR" sz="26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2D7D42CD-ACD3-C6EC-1CFF-51ED21836226}"/>
              </a:ext>
            </a:extLst>
          </p:cNvPr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CA74951-D62D-AB29-23C1-D5B486C17DC1}"/>
              </a:ext>
            </a:extLst>
          </p:cNvPr>
          <p:cNvGrpSpPr/>
          <p:nvPr/>
        </p:nvGrpSpPr>
        <p:grpSpPr>
          <a:xfrm>
            <a:off x="4754880" y="1724193"/>
            <a:ext cx="6967771" cy="3876080"/>
            <a:chOff x="6400800" y="2322935"/>
            <a:chExt cx="5120640" cy="2848545"/>
          </a:xfrm>
        </p:grpSpPr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F806BEFF-94FB-751C-D00E-6B02D90C2777}"/>
                </a:ext>
              </a:extLst>
            </p:cNvPr>
            <p:cNvGrpSpPr/>
            <p:nvPr/>
          </p:nvGrpSpPr>
          <p:grpSpPr>
            <a:xfrm>
              <a:off x="6400800" y="2322935"/>
              <a:ext cx="5120640" cy="2848545"/>
              <a:chOff x="6400800" y="2390775"/>
              <a:chExt cx="5120640" cy="2449318"/>
            </a:xfrm>
          </p:grpSpPr>
          <p:sp>
            <p:nvSpPr>
              <p:cNvPr id="29" name="Shape 18">
                <a:extLst>
                  <a:ext uri="{FF2B5EF4-FFF2-40B4-BE49-F238E27FC236}">
                    <a16:creationId xmlns:a16="http://schemas.microsoft.com/office/drawing/2014/main" id="{A72E6657-BFDF-AF85-1988-2D7FFAE93440}"/>
                  </a:ext>
                </a:extLst>
              </p:cNvPr>
              <p:cNvSpPr/>
              <p:nvPr/>
            </p:nvSpPr>
            <p:spPr>
              <a:xfrm>
                <a:off x="6400800" y="2390775"/>
                <a:ext cx="5120640" cy="2449318"/>
              </a:xfrm>
              <a:prstGeom prst="roundRect">
                <a:avLst>
                  <a:gd name="adj" fmla="val 1758"/>
                </a:avLst>
              </a:prstGeom>
              <a:solidFill>
                <a:srgbClr val="1E293B"/>
              </a:solidFill>
              <a:ln/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F13E142-662C-7F39-50E0-C70C50E8BA21}"/>
                  </a:ext>
                </a:extLst>
              </p:cNvPr>
              <p:cNvSpPr txBox="1"/>
              <p:nvPr/>
            </p:nvSpPr>
            <p:spPr>
              <a:xfrm>
                <a:off x="6667845" y="2586775"/>
                <a:ext cx="4609450" cy="26934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2500" b="1" i="0" u="none" dirty="0" err="1">
                    <a:solidFill>
                      <a:srgbClr val="F8FAFC"/>
                    </a:solidFill>
                    <a:latin typeface="Noto Sans KR"/>
                  </a:rPr>
                  <a:t>건당</a:t>
                </a:r>
                <a:r>
                  <a:rPr sz="2500" b="1" i="0" u="none" dirty="0">
                    <a:solidFill>
                      <a:srgbClr val="F8FAFC"/>
                    </a:solidFill>
                    <a:latin typeface="Noto Sans KR"/>
                  </a:rPr>
                  <a:t> 10분 </a:t>
                </a:r>
                <a:r>
                  <a:rPr sz="2500" b="1" i="0" u="none" dirty="0" err="1">
                    <a:solidFill>
                      <a:srgbClr val="F8FAFC"/>
                    </a:solidFill>
                    <a:latin typeface="Noto Sans KR"/>
                  </a:rPr>
                  <a:t>소요</a:t>
                </a:r>
                <a:r>
                  <a:rPr sz="2500" b="1" i="0" u="none" dirty="0">
                    <a:solidFill>
                      <a:srgbClr val="F8FAFC"/>
                    </a:solidFill>
                    <a:latin typeface="Noto Sans KR"/>
                  </a:rPr>
                  <a:t> 시 </a:t>
                </a:r>
                <a:r>
                  <a:rPr sz="2500" b="1" i="0" u="none" dirty="0" err="1">
                    <a:solidFill>
                      <a:srgbClr val="F8FAFC"/>
                    </a:solidFill>
                    <a:latin typeface="Noto Sans KR"/>
                  </a:rPr>
                  <a:t>시간</a:t>
                </a:r>
                <a:r>
                  <a:rPr sz="2500" b="1" i="0" u="none" dirty="0">
                    <a:solidFill>
                      <a:srgbClr val="F8FAFC"/>
                    </a:solidFill>
                    <a:latin typeface="Noto Sans KR"/>
                  </a:rPr>
                  <a:t> </a:t>
                </a:r>
                <a:r>
                  <a:rPr sz="2500" b="1" i="0" u="none" dirty="0" err="1">
                    <a:solidFill>
                      <a:srgbClr val="F8FAFC"/>
                    </a:solidFill>
                    <a:latin typeface="Noto Sans KR"/>
                  </a:rPr>
                  <a:t>영향</a:t>
                </a:r>
                <a:endParaRPr sz="2500" b="1" i="0" u="none" dirty="0">
                  <a:solidFill>
                    <a:srgbClr val="F8FAFC"/>
                  </a:solidFill>
                  <a:latin typeface="Noto Sans KR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544D058-44CD-0ABB-35A8-26746723C13F}"/>
                  </a:ext>
                </a:extLst>
              </p:cNvPr>
              <p:cNvSpPr txBox="1"/>
              <p:nvPr/>
            </p:nvSpPr>
            <p:spPr>
              <a:xfrm>
                <a:off x="6667845" y="3181013"/>
                <a:ext cx="4200525" cy="58178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5400" b="0" i="0" u="none" dirty="0">
                    <a:solidFill>
                      <a:srgbClr val="60A5FA"/>
                    </a:solidFill>
                    <a:latin typeface="Noto Sans KR Black"/>
                  </a:rPr>
                  <a:t>125분</a:t>
                </a:r>
                <a:r>
                  <a:rPr sz="5400" b="0" i="0" u="none" dirty="0">
                    <a:solidFill>
                      <a:srgbClr val="FFFFFF"/>
                    </a:solidFill>
                    <a:latin typeface="Noto Sans KR"/>
                  </a:rPr>
                  <a:t> </a:t>
                </a:r>
                <a:r>
                  <a:rPr sz="2000" b="1" i="0" u="none" dirty="0">
                    <a:solidFill>
                      <a:srgbClr val="CBD5E1"/>
                    </a:solidFill>
                    <a:latin typeface="Noto Sans KR"/>
                  </a:rPr>
                  <a:t>/ 1인당 </a:t>
                </a:r>
                <a:r>
                  <a:rPr sz="2000" b="1" i="0" u="none" dirty="0" err="1">
                    <a:solidFill>
                      <a:srgbClr val="CBD5E1"/>
                    </a:solidFill>
                    <a:latin typeface="Noto Sans KR"/>
                  </a:rPr>
                  <a:t>하루</a:t>
                </a:r>
                <a:r>
                  <a:rPr sz="2000" b="1" i="0" u="none" dirty="0">
                    <a:solidFill>
                      <a:srgbClr val="CBD5E1"/>
                    </a:solidFill>
                    <a:latin typeface="Noto Sans KR"/>
                  </a:rPr>
                  <a:t> </a:t>
                </a:r>
                <a:r>
                  <a:rPr sz="2000" b="1" i="0" u="none" dirty="0" err="1">
                    <a:solidFill>
                      <a:srgbClr val="CBD5E1"/>
                    </a:solidFill>
                    <a:latin typeface="Noto Sans KR"/>
                  </a:rPr>
                  <a:t>소요시간</a:t>
                </a:r>
                <a:endParaRPr sz="2000" b="1" i="0" u="none" dirty="0">
                  <a:solidFill>
                    <a:srgbClr val="CBD5E1"/>
                  </a:solidFill>
                  <a:latin typeface="Noto Sans KR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4B99393-CA7E-577B-D457-8B2E7BBEB57C}"/>
                  </a:ext>
                </a:extLst>
              </p:cNvPr>
              <p:cNvSpPr txBox="1"/>
              <p:nvPr/>
            </p:nvSpPr>
            <p:spPr>
              <a:xfrm>
                <a:off x="6667844" y="3778548"/>
                <a:ext cx="4200525" cy="79285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400" b="0" i="0" u="none" dirty="0">
                    <a:solidFill>
                      <a:srgbClr val="94A3B8"/>
                    </a:solidFill>
                    <a:latin typeface="Noto Sans KR"/>
                  </a:rPr>
                  <a:t>• 1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인당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하루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처리량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12.5건 ×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건당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10분 = </a:t>
                </a:r>
                <a:r>
                  <a:rPr sz="1400" b="1" i="0" u="none" dirty="0" err="1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하루</a:t>
                </a:r>
                <a:r>
                  <a:rPr sz="1400" b="1" i="0" u="none" dirty="0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2시간 5분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소모</a:t>
                </a:r>
                <a:r>
                  <a:rPr sz="14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
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•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회계팀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전체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(8명)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기준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일일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1" i="0" u="none" dirty="0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총 1,000분 (16.7시간)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질의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응대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발생</a:t>
                </a:r>
                <a:r>
                  <a:rPr sz="14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
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• </a:t>
                </a:r>
                <a:r>
                  <a:rPr sz="1400" b="0" i="0" u="none" dirty="0" err="1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매일</a:t>
                </a:r>
                <a:r>
                  <a:rPr sz="1400" b="0" i="0" u="none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1" i="0" u="none" dirty="0" err="1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전담</a:t>
                </a:r>
                <a:r>
                  <a:rPr sz="1400" b="1" i="0" u="none" dirty="0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1" i="0" u="none" dirty="0" err="1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인력</a:t>
                </a:r>
                <a:r>
                  <a:rPr sz="1400" b="1" i="0" u="none" dirty="0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2명분의 </a:t>
                </a:r>
                <a:r>
                  <a:rPr sz="1400" b="1" i="0" u="none" dirty="0" err="1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풀타임</a:t>
                </a:r>
                <a:r>
                  <a:rPr sz="1400" b="1" i="0" u="none" dirty="0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1" i="0" u="none" dirty="0" err="1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리소스가</a:t>
                </a:r>
                <a:r>
                  <a:rPr sz="1400" b="1" i="0" u="none" dirty="0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sz="1400" b="1" i="0" u="none" dirty="0" err="1">
                    <a:solidFill>
                      <a:srgbClr val="F8FAFC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손실</a:t>
                </a:r>
                <a:endParaRPr lang="en-US" sz="1400" dirty="0">
                  <a:solidFill>
                    <a:srgbClr val="94A3B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400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en-US" altLang="ko-KR" sz="1400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• </a:t>
                </a:r>
                <a:r>
                  <a:rPr lang="ko-KR" altLang="en-US" sz="1400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하루 업무의 </a:t>
                </a:r>
                <a:r>
                  <a:rPr lang="en-US" altLang="ko-KR" sz="1400" b="1" dirty="0">
                    <a:solidFill>
                      <a:schemeClr val="bg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26%</a:t>
                </a:r>
                <a:r>
                  <a:rPr lang="ko-KR" altLang="en-US" sz="1400" b="1" dirty="0">
                    <a:solidFill>
                      <a:schemeClr val="bg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소모 </a:t>
                </a:r>
                <a:r>
                  <a:rPr lang="en-US" altLang="ko-KR" sz="1400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(16.7 ÷ 64 = 0.261 → </a:t>
                </a:r>
                <a:r>
                  <a:rPr lang="ko-KR" altLang="en-US" sz="1400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약 </a:t>
                </a:r>
                <a:r>
                  <a:rPr lang="en-US" altLang="ko-KR" sz="1400" dirty="0">
                    <a:solidFill>
                      <a:srgbClr val="94A3B8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26%)</a:t>
                </a:r>
                <a:endParaRPr sz="1400" b="0" i="0" u="none" dirty="0">
                  <a:solidFill>
                    <a:srgbClr val="94A3B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77" name="Rectangle 7">
              <a:extLst>
                <a:ext uri="{FF2B5EF4-FFF2-40B4-BE49-F238E27FC236}">
                  <a16:creationId xmlns:a16="http://schemas.microsoft.com/office/drawing/2014/main" id="{B5866BC1-B738-A35B-2A23-6B49068DA1BC}"/>
                </a:ext>
              </a:extLst>
            </p:cNvPr>
            <p:cNvSpPr/>
            <p:nvPr/>
          </p:nvSpPr>
          <p:spPr>
            <a:xfrm>
              <a:off x="6457950" y="3181754"/>
              <a:ext cx="5010150" cy="9525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8" name="Text 0">
            <a:extLst>
              <a:ext uri="{FF2B5EF4-FFF2-40B4-BE49-F238E27FC236}">
                <a16:creationId xmlns:a16="http://schemas.microsoft.com/office/drawing/2014/main" id="{9BD8CB5E-F8D5-AE24-5974-1FD1C1D8FE1E}"/>
              </a:ext>
            </a:extLst>
          </p:cNvPr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 · </a:t>
            </a:r>
            <a:r>
              <a:rPr lang="ko-KR" alt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분석</a:t>
            </a:r>
            <a:endParaRPr lang="en-US" sz="1200" dirty="0"/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6A65AF0A-38DA-8B05-D663-CF3D2FA82C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49" y="2825877"/>
            <a:ext cx="3948059" cy="2065541"/>
          </a:xfrm>
          <a:prstGeom prst="rect">
            <a:avLst/>
          </a:prstGeom>
        </p:spPr>
      </p:pic>
      <p:sp>
        <p:nvSpPr>
          <p:cNvPr id="82" name="Shape 3">
            <a:extLst>
              <a:ext uri="{FF2B5EF4-FFF2-40B4-BE49-F238E27FC236}">
                <a16:creationId xmlns:a16="http://schemas.microsoft.com/office/drawing/2014/main" id="{CC75C484-5D75-3DE1-5E06-AE888468F5B9}"/>
              </a:ext>
            </a:extLst>
          </p:cNvPr>
          <p:cNvSpPr/>
          <p:nvPr/>
        </p:nvSpPr>
        <p:spPr>
          <a:xfrm>
            <a:off x="640080" y="7612807"/>
            <a:ext cx="5532120" cy="3014661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4" name="Text 4">
            <a:extLst>
              <a:ext uri="{FF2B5EF4-FFF2-40B4-BE49-F238E27FC236}">
                <a16:creationId xmlns:a16="http://schemas.microsoft.com/office/drawing/2014/main" id="{F3C866B1-7E1B-9A4E-B14A-13CAD437E6FB}"/>
              </a:ext>
            </a:extLst>
          </p:cNvPr>
          <p:cNvSpPr/>
          <p:nvPr/>
        </p:nvSpPr>
        <p:spPr>
          <a:xfrm>
            <a:off x="914400" y="783404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1. 체감매출 vs 인식매출</a:t>
            </a:r>
            <a:endParaRPr lang="en-US" sz="1400" dirty="0"/>
          </a:p>
        </p:txBody>
      </p:sp>
      <p:sp>
        <p:nvSpPr>
          <p:cNvPr id="86" name="Shape 6">
            <a:extLst>
              <a:ext uri="{FF2B5EF4-FFF2-40B4-BE49-F238E27FC236}">
                <a16:creationId xmlns:a16="http://schemas.microsoft.com/office/drawing/2014/main" id="{1A869C5A-093B-4EF1-3451-3D00A9A36867}"/>
              </a:ext>
            </a:extLst>
          </p:cNvPr>
          <p:cNvSpPr/>
          <p:nvPr/>
        </p:nvSpPr>
        <p:spPr>
          <a:xfrm>
            <a:off x="914400" y="8323669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Text 7">
            <a:extLst>
              <a:ext uri="{FF2B5EF4-FFF2-40B4-BE49-F238E27FC236}">
                <a16:creationId xmlns:a16="http://schemas.microsoft.com/office/drawing/2014/main" id="{9E26C8E7-E2AC-4F9A-A3B4-53E7E1113DC2}"/>
              </a:ext>
            </a:extLst>
          </p:cNvPr>
          <p:cNvSpPr/>
          <p:nvPr/>
        </p:nvSpPr>
        <p:spPr>
          <a:xfrm>
            <a:off x="914400" y="8388342"/>
            <a:ext cx="2148840" cy="40026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체감매출</a:t>
            </a:r>
            <a:endParaRPr lang="en-US" sz="1600" dirty="0"/>
          </a:p>
        </p:txBody>
      </p:sp>
      <p:sp>
        <p:nvSpPr>
          <p:cNvPr id="90" name="Text 8">
            <a:extLst>
              <a:ext uri="{FF2B5EF4-FFF2-40B4-BE49-F238E27FC236}">
                <a16:creationId xmlns:a16="http://schemas.microsoft.com/office/drawing/2014/main" id="{1DDC1986-1CA3-A967-0697-460FC92F9B6A}"/>
              </a:ext>
            </a:extLst>
          </p:cNvPr>
          <p:cNvSpPr/>
          <p:nvPr/>
        </p:nvSpPr>
        <p:spPr>
          <a:xfrm>
            <a:off x="914400" y="8893120"/>
            <a:ext cx="2148840" cy="215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 시점에 보이는 금액</a:t>
            </a:r>
            <a:endParaRPr lang="en-US" sz="950" dirty="0"/>
          </a:p>
        </p:txBody>
      </p:sp>
      <p:sp>
        <p:nvSpPr>
          <p:cNvPr id="92" name="Text 9">
            <a:extLst>
              <a:ext uri="{FF2B5EF4-FFF2-40B4-BE49-F238E27FC236}">
                <a16:creationId xmlns:a16="http://schemas.microsoft.com/office/drawing/2014/main" id="{32570F31-579D-AC49-32C8-9AA9671C33F9}"/>
              </a:ext>
            </a:extLst>
          </p:cNvPr>
          <p:cNvSpPr/>
          <p:nvPr/>
        </p:nvSpPr>
        <p:spPr>
          <a:xfrm>
            <a:off x="3154680" y="8323669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≠</a:t>
            </a:r>
            <a:endParaRPr lang="en-US" sz="2000" dirty="0"/>
          </a:p>
        </p:txBody>
      </p:sp>
      <p:sp>
        <p:nvSpPr>
          <p:cNvPr id="94" name="Shape 10">
            <a:extLst>
              <a:ext uri="{FF2B5EF4-FFF2-40B4-BE49-F238E27FC236}">
                <a16:creationId xmlns:a16="http://schemas.microsoft.com/office/drawing/2014/main" id="{8A1347CC-50DE-42B1-4995-E1D766F4A659}"/>
              </a:ext>
            </a:extLst>
          </p:cNvPr>
          <p:cNvSpPr/>
          <p:nvPr/>
        </p:nvSpPr>
        <p:spPr>
          <a:xfrm>
            <a:off x="3703320" y="8323669"/>
            <a:ext cx="2194560" cy="96012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" name="Text 11">
            <a:extLst>
              <a:ext uri="{FF2B5EF4-FFF2-40B4-BE49-F238E27FC236}">
                <a16:creationId xmlns:a16="http://schemas.microsoft.com/office/drawing/2014/main" id="{3419D1CA-CAA9-7164-7E7B-6D354A3A8EDC}"/>
              </a:ext>
            </a:extLst>
          </p:cNvPr>
          <p:cNvSpPr/>
          <p:nvPr/>
        </p:nvSpPr>
        <p:spPr>
          <a:xfrm>
            <a:off x="3703320" y="8388342"/>
            <a:ext cx="2194560" cy="40026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인식매출</a:t>
            </a:r>
            <a:endParaRPr lang="en-US" sz="1600" dirty="0"/>
          </a:p>
        </p:txBody>
      </p:sp>
      <p:sp>
        <p:nvSpPr>
          <p:cNvPr id="98" name="Text 12">
            <a:extLst>
              <a:ext uri="{FF2B5EF4-FFF2-40B4-BE49-F238E27FC236}">
                <a16:creationId xmlns:a16="http://schemas.microsoft.com/office/drawing/2014/main" id="{03E2D725-236B-F799-69E1-DFAE2EEE2A5B}"/>
              </a:ext>
            </a:extLst>
          </p:cNvPr>
          <p:cNvSpPr/>
          <p:nvPr/>
        </p:nvSpPr>
        <p:spPr>
          <a:xfrm>
            <a:off x="3703320" y="8893120"/>
            <a:ext cx="2194560" cy="215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회계기준 적용 후 손익 반영액</a:t>
            </a:r>
            <a:endParaRPr lang="en-US" sz="950" dirty="0"/>
          </a:p>
        </p:txBody>
      </p:sp>
      <p:sp>
        <p:nvSpPr>
          <p:cNvPr id="100" name="Text 13">
            <a:extLst>
              <a:ext uri="{FF2B5EF4-FFF2-40B4-BE49-F238E27FC236}">
                <a16:creationId xmlns:a16="http://schemas.microsoft.com/office/drawing/2014/main" id="{0B0DF087-1D37-DB73-ECC3-A3D19F2B0554}"/>
              </a:ext>
            </a:extLst>
          </p:cNvPr>
          <p:cNvSpPr/>
          <p:nvPr/>
        </p:nvSpPr>
        <p:spPr>
          <a:xfrm>
            <a:off x="914400" y="9368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95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사업부가 체감하는 매출 ≠ 회계기준상 매출</a:t>
            </a:r>
            <a:endParaRPr lang="en-US" sz="95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930BD895-C24E-9415-31CA-093D683AE659}"/>
              </a:ext>
            </a:extLst>
          </p:cNvPr>
          <p:cNvSpPr/>
          <p:nvPr/>
        </p:nvSpPr>
        <p:spPr>
          <a:xfrm>
            <a:off x="914400" y="9727041"/>
            <a:ext cx="4983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15">
            <a:extLst>
              <a:ext uri="{FF2B5EF4-FFF2-40B4-BE49-F238E27FC236}">
                <a16:creationId xmlns:a16="http://schemas.microsoft.com/office/drawing/2014/main" id="{D33CCD58-67B3-998F-6A71-334C181E8E24}"/>
              </a:ext>
            </a:extLst>
          </p:cNvPr>
          <p:cNvSpPr/>
          <p:nvPr/>
        </p:nvSpPr>
        <p:spPr>
          <a:xfrm>
            <a:off x="914400" y="9831435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사업부는 거래 </a:t>
            </a:r>
            <a:r>
              <a:rPr lang="en-US" sz="1200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시점의</a:t>
            </a:r>
            <a:r>
              <a:rPr 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체감매출</a:t>
            </a:r>
            <a:r>
              <a:rPr lang="ko-KR" alt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</a:t>
            </a:r>
            <a:r>
              <a:rPr lang="en-US" sz="1200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</a:t>
            </a:r>
            <a:r>
              <a:rPr 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손익으로 보고</a:t>
            </a:r>
            <a:endParaRPr lang="en-US" sz="1200" dirty="0"/>
          </a:p>
        </p:txBody>
      </p:sp>
      <p:sp>
        <p:nvSpPr>
          <p:cNvPr id="106" name="Text 16">
            <a:extLst>
              <a:ext uri="{FF2B5EF4-FFF2-40B4-BE49-F238E27FC236}">
                <a16:creationId xmlns:a16="http://schemas.microsoft.com/office/drawing/2014/main" id="{0A7B82D3-FF68-98BA-49FE-7730B995DD78}"/>
              </a:ext>
            </a:extLst>
          </p:cNvPr>
          <p:cNvSpPr/>
          <p:nvPr/>
        </p:nvSpPr>
        <p:spPr>
          <a:xfrm>
            <a:off x="914400" y="10118833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실제로는 회계 인식기준을 거친 인식매출만 손익에 반영되어 괴리 발생</a:t>
            </a:r>
            <a:endParaRPr lang="en-US" sz="1100" dirty="0"/>
          </a:p>
        </p:txBody>
      </p:sp>
      <p:sp>
        <p:nvSpPr>
          <p:cNvPr id="108" name="Shape 18">
            <a:extLst>
              <a:ext uri="{FF2B5EF4-FFF2-40B4-BE49-F238E27FC236}">
                <a16:creationId xmlns:a16="http://schemas.microsoft.com/office/drawing/2014/main" id="{6C967DDB-75D5-78A0-3065-9351C7905671}"/>
              </a:ext>
            </a:extLst>
          </p:cNvPr>
          <p:cNvSpPr/>
          <p:nvPr/>
        </p:nvSpPr>
        <p:spPr>
          <a:xfrm>
            <a:off x="6400800" y="7612807"/>
            <a:ext cx="5120640" cy="3014661"/>
          </a:xfrm>
          <a:prstGeom prst="roundRect">
            <a:avLst>
              <a:gd name="adj" fmla="val 175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" name="Text 19">
            <a:extLst>
              <a:ext uri="{FF2B5EF4-FFF2-40B4-BE49-F238E27FC236}">
                <a16:creationId xmlns:a16="http://schemas.microsoft.com/office/drawing/2014/main" id="{20C7C5E5-3A39-148D-766F-729731E78EF3}"/>
              </a:ext>
            </a:extLst>
          </p:cNvPr>
          <p:cNvSpPr/>
          <p:nvPr/>
        </p:nvSpPr>
        <p:spPr>
          <a:xfrm>
            <a:off x="6675120" y="783404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2. 유통 매출 등록 시 정산항목명 오류</a:t>
            </a:r>
            <a:endParaRPr lang="en-US" sz="1400" dirty="0"/>
          </a:p>
        </p:txBody>
      </p:sp>
      <p:sp>
        <p:nvSpPr>
          <p:cNvPr id="112" name="Text 20">
            <a:extLst>
              <a:ext uri="{FF2B5EF4-FFF2-40B4-BE49-F238E27FC236}">
                <a16:creationId xmlns:a16="http://schemas.microsoft.com/office/drawing/2014/main" id="{C353FE98-B110-EA73-D209-BEB8BE3FF475}"/>
              </a:ext>
            </a:extLst>
          </p:cNvPr>
          <p:cNvSpPr/>
          <p:nvPr/>
        </p:nvSpPr>
        <p:spPr>
          <a:xfrm>
            <a:off x="6583680" y="801484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ko-KR" alt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유형별로 달라지는 정산항목명</a:t>
            </a:r>
            <a:endParaRPr lang="en-US" sz="1100" dirty="0"/>
          </a:p>
        </p:txBody>
      </p:sp>
      <p:sp>
        <p:nvSpPr>
          <p:cNvPr id="114" name="Shape 21">
            <a:extLst>
              <a:ext uri="{FF2B5EF4-FFF2-40B4-BE49-F238E27FC236}">
                <a16:creationId xmlns:a16="http://schemas.microsoft.com/office/drawing/2014/main" id="{B9FC2F4B-13CA-C33D-17B8-1D819EE1EA1C}"/>
              </a:ext>
            </a:extLst>
          </p:cNvPr>
          <p:cNvSpPr/>
          <p:nvPr/>
        </p:nvSpPr>
        <p:spPr>
          <a:xfrm>
            <a:off x="6812280" y="8492881"/>
            <a:ext cx="1188720" cy="389164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3B4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Text 22">
            <a:extLst>
              <a:ext uri="{FF2B5EF4-FFF2-40B4-BE49-F238E27FC236}">
                <a16:creationId xmlns:a16="http://schemas.microsoft.com/office/drawing/2014/main" id="{7482D5B1-A483-5284-D23C-6746D35AA76A}"/>
              </a:ext>
            </a:extLst>
          </p:cNvPr>
          <p:cNvSpPr/>
          <p:nvPr/>
        </p:nvSpPr>
        <p:spPr>
          <a:xfrm>
            <a:off x="6812280" y="8492881"/>
            <a:ext cx="1188720" cy="38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MG</a:t>
            </a:r>
            <a:endParaRPr lang="en-US" sz="1150" dirty="0"/>
          </a:p>
        </p:txBody>
      </p:sp>
      <p:sp>
        <p:nvSpPr>
          <p:cNvPr id="118" name="Shape 23">
            <a:extLst>
              <a:ext uri="{FF2B5EF4-FFF2-40B4-BE49-F238E27FC236}">
                <a16:creationId xmlns:a16="http://schemas.microsoft.com/office/drawing/2014/main" id="{A39598D8-913A-DD57-EDEE-51D56B4686D4}"/>
              </a:ext>
            </a:extLst>
          </p:cNvPr>
          <p:cNvSpPr/>
          <p:nvPr/>
        </p:nvSpPr>
        <p:spPr>
          <a:xfrm>
            <a:off x="8366760" y="8492881"/>
            <a:ext cx="1188720" cy="389164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3B4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Text 24">
            <a:extLst>
              <a:ext uri="{FF2B5EF4-FFF2-40B4-BE49-F238E27FC236}">
                <a16:creationId xmlns:a16="http://schemas.microsoft.com/office/drawing/2014/main" id="{4F097086-7912-4603-F765-C8A4D79E7879}"/>
              </a:ext>
            </a:extLst>
          </p:cNvPr>
          <p:cNvSpPr/>
          <p:nvPr/>
        </p:nvSpPr>
        <p:spPr>
          <a:xfrm>
            <a:off x="8366760" y="8492881"/>
            <a:ext cx="1188720" cy="38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유통</a:t>
            </a:r>
            <a:endParaRPr lang="en-US" sz="1150" dirty="0"/>
          </a:p>
        </p:txBody>
      </p:sp>
      <p:sp>
        <p:nvSpPr>
          <p:cNvPr id="122" name="Shape 25">
            <a:extLst>
              <a:ext uri="{FF2B5EF4-FFF2-40B4-BE49-F238E27FC236}">
                <a16:creationId xmlns:a16="http://schemas.microsoft.com/office/drawing/2014/main" id="{A2216DA7-C317-BD48-CAE0-821E6F2A8FBF}"/>
              </a:ext>
            </a:extLst>
          </p:cNvPr>
          <p:cNvSpPr/>
          <p:nvPr/>
        </p:nvSpPr>
        <p:spPr>
          <a:xfrm>
            <a:off x="9944100" y="8492881"/>
            <a:ext cx="1188720" cy="389164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3B4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Text 26">
            <a:extLst>
              <a:ext uri="{FF2B5EF4-FFF2-40B4-BE49-F238E27FC236}">
                <a16:creationId xmlns:a16="http://schemas.microsoft.com/office/drawing/2014/main" id="{4AA03FC3-D5E6-718C-E89E-EE249473C42A}"/>
              </a:ext>
            </a:extLst>
          </p:cNvPr>
          <p:cNvSpPr/>
          <p:nvPr/>
        </p:nvSpPr>
        <p:spPr>
          <a:xfrm>
            <a:off x="9944100" y="8492881"/>
            <a:ext cx="1188720" cy="38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면세</a:t>
            </a:r>
            <a:r>
              <a:rPr lang="en-US" altLang="ko-KR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/</a:t>
            </a:r>
            <a:r>
              <a:rPr lang="ko-KR" alt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과세</a:t>
            </a:r>
            <a:endParaRPr lang="en-US" sz="1150" dirty="0"/>
          </a:p>
        </p:txBody>
      </p:sp>
      <p:sp>
        <p:nvSpPr>
          <p:cNvPr id="126" name="Shape 27">
            <a:extLst>
              <a:ext uri="{FF2B5EF4-FFF2-40B4-BE49-F238E27FC236}">
                <a16:creationId xmlns:a16="http://schemas.microsoft.com/office/drawing/2014/main" id="{434A6CD5-CAD5-7AE8-0C48-4A98D6083A6E}"/>
              </a:ext>
            </a:extLst>
          </p:cNvPr>
          <p:cNvSpPr/>
          <p:nvPr/>
        </p:nvSpPr>
        <p:spPr>
          <a:xfrm>
            <a:off x="6812280" y="9057175"/>
            <a:ext cx="1188720" cy="389164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3B4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Text 28">
            <a:extLst>
              <a:ext uri="{FF2B5EF4-FFF2-40B4-BE49-F238E27FC236}">
                <a16:creationId xmlns:a16="http://schemas.microsoft.com/office/drawing/2014/main" id="{B5C34725-7520-56DF-434B-32DD84E33700}"/>
              </a:ext>
            </a:extLst>
          </p:cNvPr>
          <p:cNvSpPr/>
          <p:nvPr/>
        </p:nvSpPr>
        <p:spPr>
          <a:xfrm>
            <a:off x="6812280" y="9057175"/>
            <a:ext cx="1188720" cy="38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선수수익</a:t>
            </a:r>
            <a:endParaRPr lang="en-US" sz="1150" dirty="0"/>
          </a:p>
        </p:txBody>
      </p:sp>
      <p:sp>
        <p:nvSpPr>
          <p:cNvPr id="130" name="Shape 29">
            <a:extLst>
              <a:ext uri="{FF2B5EF4-FFF2-40B4-BE49-F238E27FC236}">
                <a16:creationId xmlns:a16="http://schemas.microsoft.com/office/drawing/2014/main" id="{A79DA357-60DC-848C-1D43-9B0526FABFFB}"/>
              </a:ext>
            </a:extLst>
          </p:cNvPr>
          <p:cNvSpPr/>
          <p:nvPr/>
        </p:nvSpPr>
        <p:spPr>
          <a:xfrm>
            <a:off x="8366760" y="9057175"/>
            <a:ext cx="1188720" cy="389164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3B4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Text 30">
            <a:extLst>
              <a:ext uri="{FF2B5EF4-FFF2-40B4-BE49-F238E27FC236}">
                <a16:creationId xmlns:a16="http://schemas.microsoft.com/office/drawing/2014/main" id="{DDEAE55E-D4DA-5BC3-0C6A-F088DDC69AEA}"/>
              </a:ext>
            </a:extLst>
          </p:cNvPr>
          <p:cNvSpPr/>
          <p:nvPr/>
        </p:nvSpPr>
        <p:spPr>
          <a:xfrm>
            <a:off x="8366760" y="9057175"/>
            <a:ext cx="1188720" cy="38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선급비용</a:t>
            </a:r>
            <a:endParaRPr lang="en-US" sz="1150" dirty="0"/>
          </a:p>
        </p:txBody>
      </p:sp>
      <p:sp>
        <p:nvSpPr>
          <p:cNvPr id="134" name="Shape 31">
            <a:extLst>
              <a:ext uri="{FF2B5EF4-FFF2-40B4-BE49-F238E27FC236}">
                <a16:creationId xmlns:a16="http://schemas.microsoft.com/office/drawing/2014/main" id="{5BE5D2E2-05C6-B723-0D33-F56A7C3EC102}"/>
              </a:ext>
            </a:extLst>
          </p:cNvPr>
          <p:cNvSpPr/>
          <p:nvPr/>
        </p:nvSpPr>
        <p:spPr>
          <a:xfrm>
            <a:off x="9944100" y="9057175"/>
            <a:ext cx="1188720" cy="389164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3B4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Text 32">
            <a:extLst>
              <a:ext uri="{FF2B5EF4-FFF2-40B4-BE49-F238E27FC236}">
                <a16:creationId xmlns:a16="http://schemas.microsoft.com/office/drawing/2014/main" id="{830503B3-F3ED-950B-3815-A8DE5970BC68}"/>
              </a:ext>
            </a:extLst>
          </p:cNvPr>
          <p:cNvSpPr/>
          <p:nvPr/>
        </p:nvSpPr>
        <p:spPr>
          <a:xfrm>
            <a:off x="9944100" y="9057175"/>
            <a:ext cx="1188720" cy="38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매출원가</a:t>
            </a:r>
            <a:endParaRPr lang="en-US" sz="1150" dirty="0"/>
          </a:p>
        </p:txBody>
      </p:sp>
      <p:sp>
        <p:nvSpPr>
          <p:cNvPr id="138" name="Shape 33">
            <a:extLst>
              <a:ext uri="{FF2B5EF4-FFF2-40B4-BE49-F238E27FC236}">
                <a16:creationId xmlns:a16="http://schemas.microsoft.com/office/drawing/2014/main" id="{730A0BEB-759E-92FF-26C8-209C4AE50C25}"/>
              </a:ext>
            </a:extLst>
          </p:cNvPr>
          <p:cNvSpPr/>
          <p:nvPr/>
        </p:nvSpPr>
        <p:spPr>
          <a:xfrm>
            <a:off x="6675120" y="9611329"/>
            <a:ext cx="4572000" cy="0"/>
          </a:xfrm>
          <a:prstGeom prst="line">
            <a:avLst/>
          </a:prstGeom>
          <a:noFill/>
          <a:ln w="12700">
            <a:solidFill>
              <a:srgbClr val="3B4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Text 34">
            <a:extLst>
              <a:ext uri="{FF2B5EF4-FFF2-40B4-BE49-F238E27FC236}">
                <a16:creationId xmlns:a16="http://schemas.microsoft.com/office/drawing/2014/main" id="{D87849B1-7894-35B1-4754-85CC6744962E}"/>
              </a:ext>
            </a:extLst>
          </p:cNvPr>
          <p:cNvSpPr/>
          <p:nvPr/>
        </p:nvSpPr>
        <p:spPr>
          <a:xfrm>
            <a:off x="6675120" y="97712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유형마다 적용되는 정산항목명이 다르지만</a:t>
            </a:r>
            <a:r>
              <a:rPr lang="en-US" altLang="ko-KR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br>
              <a:rPr lang="en-US" altLang="ko-KR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기준이 명확히 공유되지 않음</a:t>
            </a:r>
            <a:endParaRPr lang="en-US" sz="1200" dirty="0"/>
          </a:p>
        </p:txBody>
      </p:sp>
      <p:sp>
        <p:nvSpPr>
          <p:cNvPr id="142" name="Text 35">
            <a:extLst>
              <a:ext uri="{FF2B5EF4-FFF2-40B4-BE49-F238E27FC236}">
                <a16:creationId xmlns:a16="http://schemas.microsoft.com/office/drawing/2014/main" id="{96B3E27A-F49C-AB5E-23A2-4FCB45029E44}"/>
              </a:ext>
            </a:extLst>
          </p:cNvPr>
          <p:cNvSpPr/>
          <p:nvPr/>
        </p:nvSpPr>
        <p:spPr>
          <a:xfrm>
            <a:off x="6675120" y="10134409"/>
            <a:ext cx="4572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정산항목명 오등록으로 데이터 정합성 저하, 재작업 반복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90993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1" descr="image.png">
            <a:extLst>
              <a:ext uri="{FF2B5EF4-FFF2-40B4-BE49-F238E27FC236}">
                <a16:creationId xmlns:a16="http://schemas.microsoft.com/office/drawing/2014/main" id="{40843D3A-1DE3-6E63-5868-D9A24CFE9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8351215" y="438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사업부 문제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</a:rPr>
              <a:t>왜 반복되는가</a:t>
            </a:r>
            <a:r>
              <a:rPr lang="en-US" altLang="ko-KR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</a:rPr>
              <a:t>?</a:t>
            </a:r>
            <a:endParaRPr lang="en-US" sz="2600" dirty="0"/>
          </a:p>
        </p:txBody>
      </p:sp>
      <p:sp>
        <p:nvSpPr>
          <p:cNvPr id="38" name="Shape 36"/>
          <p:cNvSpPr/>
          <p:nvPr/>
        </p:nvSpPr>
        <p:spPr>
          <a:xfrm>
            <a:off x="640232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8AB6156C-8331-C932-C95F-E677DBF98215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680CD692-9656-5724-CE7C-0882CF7CE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69" name="그림 68" descr="COWORKER">
              <a:extLst>
                <a:ext uri="{FF2B5EF4-FFF2-40B4-BE49-F238E27FC236}">
                  <a16:creationId xmlns:a16="http://schemas.microsoft.com/office/drawing/2014/main" id="{528CEFE7-A3CC-FE04-650D-FC84EE456D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sp>
        <p:nvSpPr>
          <p:cNvPr id="41" name="Text 0">
            <a:extLst>
              <a:ext uri="{FF2B5EF4-FFF2-40B4-BE49-F238E27FC236}">
                <a16:creationId xmlns:a16="http://schemas.microsoft.com/office/drawing/2014/main" id="{4900F695-540A-DA70-FF09-DDD4312B6251}"/>
              </a:ext>
            </a:extLst>
          </p:cNvPr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 · </a:t>
            </a:r>
            <a:r>
              <a:rPr lang="ko-KR" alt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분석</a:t>
            </a:r>
            <a:endParaRPr lang="en-US" sz="1200" dirty="0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98FF00CE-23CA-CEE8-EA6E-9F002215032F}"/>
              </a:ext>
            </a:extLst>
          </p:cNvPr>
          <p:cNvGrpSpPr/>
          <p:nvPr/>
        </p:nvGrpSpPr>
        <p:grpSpPr>
          <a:xfrm>
            <a:off x="640080" y="2297050"/>
            <a:ext cx="10881360" cy="3014661"/>
            <a:chOff x="640080" y="2297050"/>
            <a:chExt cx="10881360" cy="3014661"/>
          </a:xfrm>
        </p:grpSpPr>
        <p:sp>
          <p:nvSpPr>
            <p:cNvPr id="5" name="Shape 3"/>
            <p:cNvSpPr/>
            <p:nvPr/>
          </p:nvSpPr>
          <p:spPr>
            <a:xfrm>
              <a:off x="640080" y="2297050"/>
              <a:ext cx="5532120" cy="3014661"/>
            </a:xfrm>
            <a:prstGeom prst="roundRect">
              <a:avLst>
                <a:gd name="adj" fmla="val 1758"/>
              </a:avLst>
            </a:prstGeom>
            <a:solidFill>
              <a:schemeClr val="bg1"/>
            </a:solidFill>
            <a:ln/>
            <a:effectLst>
              <a:outerShdw blurRad="101600" dist="25400" dir="5400000" algn="bl" rotWithShape="0">
                <a:srgbClr val="1E293B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914400" y="2518285"/>
              <a:ext cx="5029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문제 1. 체감매출 vs 인식매출</a:t>
              </a:r>
              <a:endParaRPr lang="en-US" sz="14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914400" y="3163382"/>
              <a:ext cx="2148840" cy="960120"/>
            </a:xfrm>
            <a:prstGeom prst="roundRect">
              <a:avLst>
                <a:gd name="adj" fmla="val 5714"/>
              </a:avLst>
            </a:prstGeom>
            <a:solidFill>
              <a:srgbClr val="1E293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914400" y="3228055"/>
              <a:ext cx="2148840" cy="400263"/>
            </a:xfrm>
            <a:prstGeom prst="rect">
              <a:avLst/>
            </a:prstGeom>
            <a:noFill/>
            <a:ln/>
          </p:spPr>
          <p:txBody>
            <a:bodyPr wrap="square" rtlCol="0" anchor="b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체감매출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914400" y="3732833"/>
              <a:ext cx="2148840" cy="21552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거래 시점에 보이는 금액</a:t>
              </a:r>
              <a:endParaRPr lang="en-US" sz="9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154680" y="3163382"/>
              <a:ext cx="45720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≠</a:t>
              </a:r>
              <a:endParaRPr lang="en-US" sz="2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703320" y="3163382"/>
              <a:ext cx="2194560" cy="960120"/>
            </a:xfrm>
            <a:prstGeom prst="roundRect">
              <a:avLst>
                <a:gd name="adj" fmla="val 5714"/>
              </a:avLst>
            </a:prstGeom>
            <a:solidFill>
              <a:srgbClr val="DBEA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3703320" y="3228055"/>
              <a:ext cx="2194560" cy="400263"/>
            </a:xfrm>
            <a:prstGeom prst="rect">
              <a:avLst/>
            </a:prstGeom>
            <a:noFill/>
            <a:ln/>
          </p:spPr>
          <p:txBody>
            <a:bodyPr wrap="square" rtlCol="0" anchor="b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E3A8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인식매출</a:t>
              </a: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703320" y="3732833"/>
              <a:ext cx="2194560" cy="21552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1D4ED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회계기준 적용 후 손익 반영액</a:t>
              </a:r>
              <a:endParaRPr lang="en-US" sz="95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914400" y="4411284"/>
              <a:ext cx="4983480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5"/>
            <p:cNvSpPr/>
            <p:nvPr/>
          </p:nvSpPr>
          <p:spPr>
            <a:xfrm>
              <a:off x="914400" y="4515678"/>
              <a:ext cx="50292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200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사업부가 체감하는 매출 ≠ 회계기준상 매출</a:t>
              </a:r>
            </a:p>
          </p:txBody>
        </p:sp>
        <p:sp>
          <p:nvSpPr>
            <p:cNvPr id="20" name="Shape 18"/>
            <p:cNvSpPr/>
            <p:nvPr/>
          </p:nvSpPr>
          <p:spPr>
            <a:xfrm>
              <a:off x="6400800" y="2297050"/>
              <a:ext cx="5120640" cy="3014661"/>
            </a:xfrm>
            <a:prstGeom prst="roundRect">
              <a:avLst>
                <a:gd name="adj" fmla="val 1758"/>
              </a:avLst>
            </a:prstGeom>
            <a:solidFill>
              <a:srgbClr val="1E293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6675120" y="2518285"/>
              <a:ext cx="4572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문제 2. 유통 매출 등록 시 정산항목명 오류</a:t>
              </a:r>
              <a:endParaRPr lang="en-US" sz="14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812280" y="3177124"/>
              <a:ext cx="1188720" cy="389164"/>
            </a:xfrm>
            <a:prstGeom prst="roundRect">
              <a:avLst>
                <a:gd name="adj" fmla="val 10909"/>
              </a:avLst>
            </a:prstGeom>
            <a:solidFill>
              <a:srgbClr val="1E293B"/>
            </a:solidFill>
            <a:ln w="12700">
              <a:solidFill>
                <a:srgbClr val="3B4A6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6812280" y="3177124"/>
              <a:ext cx="1188720" cy="3891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MG</a:t>
              </a:r>
              <a:endParaRPr lang="en-US" sz="115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8366760" y="3177124"/>
              <a:ext cx="1188720" cy="389164"/>
            </a:xfrm>
            <a:prstGeom prst="roundRect">
              <a:avLst>
                <a:gd name="adj" fmla="val 10909"/>
              </a:avLst>
            </a:prstGeom>
            <a:solidFill>
              <a:srgbClr val="1E293B"/>
            </a:solidFill>
            <a:ln w="12700">
              <a:solidFill>
                <a:srgbClr val="3B4A6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8366760" y="3177124"/>
              <a:ext cx="1188720" cy="3891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15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유통</a:t>
              </a:r>
              <a:endParaRPr lang="en-US" sz="11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9944100" y="3177124"/>
              <a:ext cx="1188720" cy="389164"/>
            </a:xfrm>
            <a:prstGeom prst="roundRect">
              <a:avLst>
                <a:gd name="adj" fmla="val 10909"/>
              </a:avLst>
            </a:prstGeom>
            <a:solidFill>
              <a:srgbClr val="1E293B"/>
            </a:solidFill>
            <a:ln w="12700">
              <a:solidFill>
                <a:srgbClr val="3B4A6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9944100" y="3177124"/>
              <a:ext cx="1188720" cy="3891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15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면세</a:t>
              </a:r>
              <a:r>
                <a:rPr lang="en-US" altLang="ko-KR" sz="115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/</a:t>
              </a:r>
              <a:r>
                <a:rPr lang="ko-KR" altLang="en-US" sz="115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과세</a:t>
              </a:r>
              <a:endParaRPr lang="en-US" sz="115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6812280" y="3741418"/>
              <a:ext cx="1188720" cy="389164"/>
            </a:xfrm>
            <a:prstGeom prst="roundRect">
              <a:avLst>
                <a:gd name="adj" fmla="val 10909"/>
              </a:avLst>
            </a:prstGeom>
            <a:solidFill>
              <a:srgbClr val="1E293B"/>
            </a:solidFill>
            <a:ln w="12700">
              <a:solidFill>
                <a:srgbClr val="3B4A6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28"/>
            <p:cNvSpPr/>
            <p:nvPr/>
          </p:nvSpPr>
          <p:spPr>
            <a:xfrm>
              <a:off x="6812280" y="3741418"/>
              <a:ext cx="1188720" cy="3891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15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선수수익</a:t>
              </a:r>
              <a:endParaRPr lang="en-US" sz="115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8366760" y="3741418"/>
              <a:ext cx="1188720" cy="389164"/>
            </a:xfrm>
            <a:prstGeom prst="roundRect">
              <a:avLst>
                <a:gd name="adj" fmla="val 10909"/>
              </a:avLst>
            </a:prstGeom>
            <a:solidFill>
              <a:srgbClr val="1E293B"/>
            </a:solidFill>
            <a:ln w="12700">
              <a:solidFill>
                <a:srgbClr val="3B4A6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 30"/>
            <p:cNvSpPr/>
            <p:nvPr/>
          </p:nvSpPr>
          <p:spPr>
            <a:xfrm>
              <a:off x="8366760" y="3741418"/>
              <a:ext cx="1188720" cy="3891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ko-KR" altLang="en-US" sz="115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선급비용</a:t>
              </a:r>
              <a:endParaRPr lang="en-US" sz="115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9944100" y="3741418"/>
              <a:ext cx="1188720" cy="389164"/>
            </a:xfrm>
            <a:prstGeom prst="roundRect">
              <a:avLst>
                <a:gd name="adj" fmla="val 10909"/>
              </a:avLst>
            </a:prstGeom>
            <a:solidFill>
              <a:srgbClr val="1E293B"/>
            </a:solidFill>
            <a:ln w="12700">
              <a:solidFill>
                <a:srgbClr val="3B4A6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 32"/>
            <p:cNvSpPr/>
            <p:nvPr/>
          </p:nvSpPr>
          <p:spPr>
            <a:xfrm>
              <a:off x="9944100" y="3741418"/>
              <a:ext cx="1188720" cy="3891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15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매출원가</a:t>
              </a:r>
              <a:endParaRPr lang="en-US" sz="115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6675120" y="4411284"/>
              <a:ext cx="4572000" cy="0"/>
            </a:xfrm>
            <a:prstGeom prst="line">
              <a:avLst/>
            </a:prstGeom>
            <a:noFill/>
            <a:ln w="12700">
              <a:solidFill>
                <a:srgbClr val="3B4A6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6675120" y="4527108"/>
              <a:ext cx="4572000" cy="4000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200" dirty="0" err="1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정산항목명</a:t>
              </a:r>
              <a:r>
                <a:rPr lang="en-US" sz="12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200" dirty="0" err="1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오등록으로</a:t>
              </a:r>
              <a:r>
                <a:rPr lang="en-US" sz="12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200" dirty="0" err="1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데이터</a:t>
              </a:r>
              <a:r>
                <a:rPr lang="en-US" sz="12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정합성 저하, 재작업 반복</a:t>
              </a:r>
              <a:endParaRPr lang="en-US" sz="12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D02E1-9DBC-88C3-2764-BC3E4D248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1" descr="image.png">
            <a:extLst>
              <a:ext uri="{FF2B5EF4-FFF2-40B4-BE49-F238E27FC236}">
                <a16:creationId xmlns:a16="http://schemas.microsoft.com/office/drawing/2014/main" id="{B2190BD9-C6AB-3971-EAE6-21609CF1F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7FC9E69D-8C91-4D7A-3B94-2E60B1890659}"/>
              </a:ext>
            </a:extLst>
          </p:cNvPr>
          <p:cNvSpPr/>
          <p:nvPr/>
        </p:nvSpPr>
        <p:spPr>
          <a:xfrm>
            <a:off x="8351215" y="438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사업부 문제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5CE3446-24AA-B50D-6DD9-835C831677C8}"/>
              </a:ext>
            </a:extLst>
          </p:cNvPr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</a:rPr>
              <a:t>왜 반복되는가</a:t>
            </a:r>
            <a:r>
              <a:rPr lang="en-US" altLang="ko-KR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</a:rPr>
              <a:t>?</a:t>
            </a:r>
            <a:endParaRPr lang="en-US" sz="26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0D8003A-3650-CBA2-BA74-F63B9ADEE4A1}"/>
              </a:ext>
            </a:extLst>
          </p:cNvPr>
          <p:cNvSpPr/>
          <p:nvPr/>
        </p:nvSpPr>
        <p:spPr>
          <a:xfrm>
            <a:off x="640232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417C2616-C725-4B93-EB34-019603F9F5D4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88071BA5-DBAA-DDE7-6550-90902793E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69" name="그림 68" descr="COWORKER">
              <a:extLst>
                <a:ext uri="{FF2B5EF4-FFF2-40B4-BE49-F238E27FC236}">
                  <a16:creationId xmlns:a16="http://schemas.microsoft.com/office/drawing/2014/main" id="{22B958D3-A451-99C6-9C1E-9839F7AAA7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sp>
        <p:nvSpPr>
          <p:cNvPr id="41" name="Text 0">
            <a:extLst>
              <a:ext uri="{FF2B5EF4-FFF2-40B4-BE49-F238E27FC236}">
                <a16:creationId xmlns:a16="http://schemas.microsoft.com/office/drawing/2014/main" id="{0C369572-3682-4D8F-C678-957BCFBF2EFF}"/>
              </a:ext>
            </a:extLst>
          </p:cNvPr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 · </a:t>
            </a:r>
            <a:r>
              <a:rPr lang="ko-KR" alt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분석</a:t>
            </a:r>
            <a:endParaRPr lang="en-US" sz="1200" dirty="0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62D222C6-E68D-5C2A-BFE2-B750BE6DCB10}"/>
              </a:ext>
            </a:extLst>
          </p:cNvPr>
          <p:cNvGrpSpPr/>
          <p:nvPr/>
        </p:nvGrpSpPr>
        <p:grpSpPr>
          <a:xfrm>
            <a:off x="640080" y="2297050"/>
            <a:ext cx="10881360" cy="3014661"/>
            <a:chOff x="640080" y="2297050"/>
            <a:chExt cx="10881360" cy="3014661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A5548449-F072-CDC5-39E7-68C3D732CAC0}"/>
                </a:ext>
              </a:extLst>
            </p:cNvPr>
            <p:cNvSpPr/>
            <p:nvPr/>
          </p:nvSpPr>
          <p:spPr>
            <a:xfrm>
              <a:off x="640080" y="2297050"/>
              <a:ext cx="5532120" cy="3014661"/>
            </a:xfrm>
            <a:prstGeom prst="roundRect">
              <a:avLst>
                <a:gd name="adj" fmla="val 1758"/>
              </a:avLst>
            </a:prstGeom>
            <a:solidFill>
              <a:schemeClr val="bg1"/>
            </a:solidFill>
            <a:ln/>
            <a:effectLst>
              <a:outerShdw blurRad="101600" dist="25400" dir="5400000" algn="bl" rotWithShape="0">
                <a:srgbClr val="1E293B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E961CFAD-CB25-66AC-43C7-CD3BB9DC92BB}"/>
                </a:ext>
              </a:extLst>
            </p:cNvPr>
            <p:cNvSpPr/>
            <p:nvPr/>
          </p:nvSpPr>
          <p:spPr>
            <a:xfrm>
              <a:off x="914400" y="2518285"/>
              <a:ext cx="5029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문제 1. 체감매출 vs 인식매출</a:t>
              </a:r>
              <a:endParaRPr lang="en-US" sz="1400" dirty="0"/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EF9FC67D-E05E-EA4C-D3F7-81CF0100ECD5}"/>
                </a:ext>
              </a:extLst>
            </p:cNvPr>
            <p:cNvSpPr/>
            <p:nvPr/>
          </p:nvSpPr>
          <p:spPr>
            <a:xfrm>
              <a:off x="914400" y="3163382"/>
              <a:ext cx="2148840" cy="960120"/>
            </a:xfrm>
            <a:prstGeom prst="roundRect">
              <a:avLst>
                <a:gd name="adj" fmla="val 5714"/>
              </a:avLst>
            </a:prstGeom>
            <a:solidFill>
              <a:srgbClr val="1E293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4FF61A07-0543-7F12-AFC0-297CD98AB7BA}"/>
                </a:ext>
              </a:extLst>
            </p:cNvPr>
            <p:cNvSpPr/>
            <p:nvPr/>
          </p:nvSpPr>
          <p:spPr>
            <a:xfrm>
              <a:off x="914400" y="3228055"/>
              <a:ext cx="2148840" cy="400263"/>
            </a:xfrm>
            <a:prstGeom prst="rect">
              <a:avLst/>
            </a:prstGeom>
            <a:noFill/>
            <a:ln/>
          </p:spPr>
          <p:txBody>
            <a:bodyPr wrap="square" rtlCol="0" anchor="b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체감매출</a:t>
              </a:r>
              <a:endParaRPr lang="en-US" sz="16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62243E6F-0B80-EED0-0046-E8079EA55D34}"/>
                </a:ext>
              </a:extLst>
            </p:cNvPr>
            <p:cNvSpPr/>
            <p:nvPr/>
          </p:nvSpPr>
          <p:spPr>
            <a:xfrm>
              <a:off x="914400" y="3732833"/>
              <a:ext cx="2148840" cy="21552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거래 시점에 보이는 금액</a:t>
              </a:r>
              <a:endParaRPr lang="en-US" sz="95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FA115148-89ED-51D1-31E1-D2D6E73E71FB}"/>
                </a:ext>
              </a:extLst>
            </p:cNvPr>
            <p:cNvSpPr/>
            <p:nvPr/>
          </p:nvSpPr>
          <p:spPr>
            <a:xfrm>
              <a:off x="3154680" y="3163382"/>
              <a:ext cx="45720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≠</a:t>
              </a:r>
              <a:endParaRPr lang="en-US" sz="2000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6492E99A-165A-BD99-39F6-16F9DFA24A57}"/>
                </a:ext>
              </a:extLst>
            </p:cNvPr>
            <p:cNvSpPr/>
            <p:nvPr/>
          </p:nvSpPr>
          <p:spPr>
            <a:xfrm>
              <a:off x="3703320" y="3163382"/>
              <a:ext cx="2194560" cy="960120"/>
            </a:xfrm>
            <a:prstGeom prst="roundRect">
              <a:avLst>
                <a:gd name="adj" fmla="val 5714"/>
              </a:avLst>
            </a:prstGeom>
            <a:solidFill>
              <a:srgbClr val="DBEAF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8CACE627-F81F-34B4-76E8-671914F3C50D}"/>
                </a:ext>
              </a:extLst>
            </p:cNvPr>
            <p:cNvSpPr/>
            <p:nvPr/>
          </p:nvSpPr>
          <p:spPr>
            <a:xfrm>
              <a:off x="3703320" y="3228055"/>
              <a:ext cx="2194560" cy="400263"/>
            </a:xfrm>
            <a:prstGeom prst="rect">
              <a:avLst/>
            </a:prstGeom>
            <a:noFill/>
            <a:ln/>
          </p:spPr>
          <p:txBody>
            <a:bodyPr wrap="square" rtlCol="0" anchor="b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E3A8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인식매출</a:t>
              </a:r>
              <a:endParaRPr lang="en-US" sz="16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BCBB88C0-A862-271E-4DB9-55A1977030EC}"/>
                </a:ext>
              </a:extLst>
            </p:cNvPr>
            <p:cNvSpPr/>
            <p:nvPr/>
          </p:nvSpPr>
          <p:spPr>
            <a:xfrm>
              <a:off x="3703320" y="3732833"/>
              <a:ext cx="2194560" cy="21552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1D4ED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회계기준 적용 후 손익 반영액</a:t>
              </a:r>
              <a:endParaRPr lang="en-US" sz="950" dirty="0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1727B736-04E1-50E2-E1C0-C88C03F4E39B}"/>
                </a:ext>
              </a:extLst>
            </p:cNvPr>
            <p:cNvSpPr/>
            <p:nvPr/>
          </p:nvSpPr>
          <p:spPr>
            <a:xfrm>
              <a:off x="914400" y="4411284"/>
              <a:ext cx="4983480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3B9827BC-D76A-0712-AF74-160FA505AEDA}"/>
                </a:ext>
              </a:extLst>
            </p:cNvPr>
            <p:cNvSpPr/>
            <p:nvPr/>
          </p:nvSpPr>
          <p:spPr>
            <a:xfrm>
              <a:off x="914400" y="4515678"/>
              <a:ext cx="50292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200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사업부가 체감하는 매출 ≠ 회계기준상 매출</a:t>
              </a:r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2DDB3276-8A1C-70AE-7EDC-51093EE0E142}"/>
                </a:ext>
              </a:extLst>
            </p:cNvPr>
            <p:cNvSpPr/>
            <p:nvPr/>
          </p:nvSpPr>
          <p:spPr>
            <a:xfrm>
              <a:off x="6400800" y="2297050"/>
              <a:ext cx="5120640" cy="3014661"/>
            </a:xfrm>
            <a:prstGeom prst="roundRect">
              <a:avLst>
                <a:gd name="adj" fmla="val 1758"/>
              </a:avLst>
            </a:prstGeom>
            <a:solidFill>
              <a:srgbClr val="1E293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7DC52DA8-CD16-4B46-3FD9-C856E898B64E}"/>
                </a:ext>
              </a:extLst>
            </p:cNvPr>
            <p:cNvSpPr/>
            <p:nvPr/>
          </p:nvSpPr>
          <p:spPr>
            <a:xfrm>
              <a:off x="6675120" y="2518285"/>
              <a:ext cx="4572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문제 2. 유통 매출 등록 시 정산항목명 오류</a:t>
              </a:r>
              <a:endParaRPr lang="en-US" sz="1400" dirty="0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8E82D852-EB70-50A6-831A-47A7FF597ED2}"/>
                </a:ext>
              </a:extLst>
            </p:cNvPr>
            <p:cNvSpPr/>
            <p:nvPr/>
          </p:nvSpPr>
          <p:spPr>
            <a:xfrm>
              <a:off x="6812280" y="3177124"/>
              <a:ext cx="1188720" cy="389164"/>
            </a:xfrm>
            <a:prstGeom prst="roundRect">
              <a:avLst>
                <a:gd name="adj" fmla="val 10909"/>
              </a:avLst>
            </a:prstGeom>
            <a:solidFill>
              <a:srgbClr val="1E293B"/>
            </a:solidFill>
            <a:ln w="12700">
              <a:solidFill>
                <a:srgbClr val="3B4A6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318A67DB-F457-7B0D-9103-88CD4DAA8395}"/>
                </a:ext>
              </a:extLst>
            </p:cNvPr>
            <p:cNvSpPr/>
            <p:nvPr/>
          </p:nvSpPr>
          <p:spPr>
            <a:xfrm>
              <a:off x="6812280" y="3177124"/>
              <a:ext cx="1188720" cy="3891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MG</a:t>
              </a:r>
              <a:endParaRPr lang="en-US" sz="1150" dirty="0"/>
            </a:p>
          </p:txBody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7685750A-490B-3739-865A-ED509332C5FD}"/>
                </a:ext>
              </a:extLst>
            </p:cNvPr>
            <p:cNvSpPr/>
            <p:nvPr/>
          </p:nvSpPr>
          <p:spPr>
            <a:xfrm>
              <a:off x="8366760" y="3177124"/>
              <a:ext cx="1188720" cy="389164"/>
            </a:xfrm>
            <a:prstGeom prst="roundRect">
              <a:avLst>
                <a:gd name="adj" fmla="val 10909"/>
              </a:avLst>
            </a:prstGeom>
            <a:solidFill>
              <a:srgbClr val="1E293B"/>
            </a:solidFill>
            <a:ln w="12700">
              <a:solidFill>
                <a:srgbClr val="3B4A6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E1D4AB7A-5576-7091-7AE5-D1CDEE5D6551}"/>
                </a:ext>
              </a:extLst>
            </p:cNvPr>
            <p:cNvSpPr/>
            <p:nvPr/>
          </p:nvSpPr>
          <p:spPr>
            <a:xfrm>
              <a:off x="8366760" y="3177124"/>
              <a:ext cx="1188720" cy="3891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15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유통</a:t>
              </a:r>
              <a:endParaRPr lang="en-US" sz="1150" dirty="0"/>
            </a:p>
          </p:txBody>
        </p:sp>
        <p:sp>
          <p:nvSpPr>
            <p:cNvPr id="27" name="Shape 25">
              <a:extLst>
                <a:ext uri="{FF2B5EF4-FFF2-40B4-BE49-F238E27FC236}">
                  <a16:creationId xmlns:a16="http://schemas.microsoft.com/office/drawing/2014/main" id="{B49C35D1-EDBF-52BB-4279-54B52C0E455A}"/>
                </a:ext>
              </a:extLst>
            </p:cNvPr>
            <p:cNvSpPr/>
            <p:nvPr/>
          </p:nvSpPr>
          <p:spPr>
            <a:xfrm>
              <a:off x="9944100" y="3177124"/>
              <a:ext cx="1188720" cy="389164"/>
            </a:xfrm>
            <a:prstGeom prst="roundRect">
              <a:avLst>
                <a:gd name="adj" fmla="val 10909"/>
              </a:avLst>
            </a:prstGeom>
            <a:solidFill>
              <a:srgbClr val="1E293B"/>
            </a:solidFill>
            <a:ln w="12700">
              <a:solidFill>
                <a:srgbClr val="3B4A6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841780F5-FE28-B94C-56D9-7361E04564A7}"/>
                </a:ext>
              </a:extLst>
            </p:cNvPr>
            <p:cNvSpPr/>
            <p:nvPr/>
          </p:nvSpPr>
          <p:spPr>
            <a:xfrm>
              <a:off x="9944100" y="3177124"/>
              <a:ext cx="1188720" cy="3891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15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면세</a:t>
              </a:r>
              <a:r>
                <a:rPr lang="en-US" altLang="ko-KR" sz="115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/</a:t>
              </a:r>
              <a:r>
                <a:rPr lang="ko-KR" altLang="en-US" sz="115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과세</a:t>
              </a:r>
              <a:endParaRPr lang="en-US" sz="1150" dirty="0"/>
            </a:p>
          </p:txBody>
        </p:sp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B72C050A-237C-C603-2087-97BA93C1636C}"/>
                </a:ext>
              </a:extLst>
            </p:cNvPr>
            <p:cNvSpPr/>
            <p:nvPr/>
          </p:nvSpPr>
          <p:spPr>
            <a:xfrm>
              <a:off x="6812280" y="3741418"/>
              <a:ext cx="1188720" cy="389164"/>
            </a:xfrm>
            <a:prstGeom prst="roundRect">
              <a:avLst>
                <a:gd name="adj" fmla="val 10909"/>
              </a:avLst>
            </a:prstGeom>
            <a:solidFill>
              <a:srgbClr val="1E293B"/>
            </a:solidFill>
            <a:ln w="12700">
              <a:solidFill>
                <a:srgbClr val="3B4A6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1FA1D143-4425-51EC-926A-3DFAF3B6ED81}"/>
                </a:ext>
              </a:extLst>
            </p:cNvPr>
            <p:cNvSpPr/>
            <p:nvPr/>
          </p:nvSpPr>
          <p:spPr>
            <a:xfrm>
              <a:off x="6812280" y="3741418"/>
              <a:ext cx="1188720" cy="3891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15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선수수익</a:t>
              </a:r>
              <a:endParaRPr lang="en-US" sz="1150" dirty="0"/>
            </a:p>
          </p:txBody>
        </p:sp>
        <p:sp>
          <p:nvSpPr>
            <p:cNvPr id="31" name="Shape 29">
              <a:extLst>
                <a:ext uri="{FF2B5EF4-FFF2-40B4-BE49-F238E27FC236}">
                  <a16:creationId xmlns:a16="http://schemas.microsoft.com/office/drawing/2014/main" id="{A5261AB3-6044-2993-4676-8B29587DEF76}"/>
                </a:ext>
              </a:extLst>
            </p:cNvPr>
            <p:cNvSpPr/>
            <p:nvPr/>
          </p:nvSpPr>
          <p:spPr>
            <a:xfrm>
              <a:off x="8366760" y="3741418"/>
              <a:ext cx="1188720" cy="389164"/>
            </a:xfrm>
            <a:prstGeom prst="roundRect">
              <a:avLst>
                <a:gd name="adj" fmla="val 10909"/>
              </a:avLst>
            </a:prstGeom>
            <a:solidFill>
              <a:srgbClr val="1E293B"/>
            </a:solidFill>
            <a:ln w="12700">
              <a:solidFill>
                <a:srgbClr val="3B4A6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 30">
              <a:extLst>
                <a:ext uri="{FF2B5EF4-FFF2-40B4-BE49-F238E27FC236}">
                  <a16:creationId xmlns:a16="http://schemas.microsoft.com/office/drawing/2014/main" id="{B2C0183C-4A59-0E1C-6064-1E0862D45F1C}"/>
                </a:ext>
              </a:extLst>
            </p:cNvPr>
            <p:cNvSpPr/>
            <p:nvPr/>
          </p:nvSpPr>
          <p:spPr>
            <a:xfrm>
              <a:off x="8366760" y="3741418"/>
              <a:ext cx="1188720" cy="3891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ko-KR" altLang="en-US" sz="115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선급비용</a:t>
              </a:r>
              <a:endParaRPr lang="en-US" sz="1150" dirty="0"/>
            </a:p>
          </p:txBody>
        </p:sp>
        <p:sp>
          <p:nvSpPr>
            <p:cNvPr id="33" name="Shape 31">
              <a:extLst>
                <a:ext uri="{FF2B5EF4-FFF2-40B4-BE49-F238E27FC236}">
                  <a16:creationId xmlns:a16="http://schemas.microsoft.com/office/drawing/2014/main" id="{14F8F60A-D363-0118-A2D0-005E192C2EFC}"/>
                </a:ext>
              </a:extLst>
            </p:cNvPr>
            <p:cNvSpPr/>
            <p:nvPr/>
          </p:nvSpPr>
          <p:spPr>
            <a:xfrm>
              <a:off x="9944100" y="3741418"/>
              <a:ext cx="1188720" cy="389164"/>
            </a:xfrm>
            <a:prstGeom prst="roundRect">
              <a:avLst>
                <a:gd name="adj" fmla="val 10909"/>
              </a:avLst>
            </a:prstGeom>
            <a:solidFill>
              <a:srgbClr val="1E293B"/>
            </a:solidFill>
            <a:ln w="12700">
              <a:solidFill>
                <a:srgbClr val="3B4A6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1825388A-3E5A-206F-0F45-BFEB0693032E}"/>
                </a:ext>
              </a:extLst>
            </p:cNvPr>
            <p:cNvSpPr/>
            <p:nvPr/>
          </p:nvSpPr>
          <p:spPr>
            <a:xfrm>
              <a:off x="9944100" y="3741418"/>
              <a:ext cx="1188720" cy="3891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15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매출원가</a:t>
              </a:r>
              <a:endParaRPr lang="en-US" sz="1150" dirty="0"/>
            </a:p>
          </p:txBody>
        </p:sp>
        <p:sp>
          <p:nvSpPr>
            <p:cNvPr id="35" name="Shape 33">
              <a:extLst>
                <a:ext uri="{FF2B5EF4-FFF2-40B4-BE49-F238E27FC236}">
                  <a16:creationId xmlns:a16="http://schemas.microsoft.com/office/drawing/2014/main" id="{FB018166-6200-B072-2212-D8A23FA4A0DE}"/>
                </a:ext>
              </a:extLst>
            </p:cNvPr>
            <p:cNvSpPr/>
            <p:nvPr/>
          </p:nvSpPr>
          <p:spPr>
            <a:xfrm>
              <a:off x="6675120" y="4411284"/>
              <a:ext cx="4572000" cy="0"/>
            </a:xfrm>
            <a:prstGeom prst="line">
              <a:avLst/>
            </a:prstGeom>
            <a:noFill/>
            <a:ln w="12700">
              <a:solidFill>
                <a:srgbClr val="3B4A6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5">
              <a:extLst>
                <a:ext uri="{FF2B5EF4-FFF2-40B4-BE49-F238E27FC236}">
                  <a16:creationId xmlns:a16="http://schemas.microsoft.com/office/drawing/2014/main" id="{BDB2D850-C00D-356D-7AA9-4187D54912DC}"/>
                </a:ext>
              </a:extLst>
            </p:cNvPr>
            <p:cNvSpPr/>
            <p:nvPr/>
          </p:nvSpPr>
          <p:spPr>
            <a:xfrm>
              <a:off x="6675120" y="4527108"/>
              <a:ext cx="4572000" cy="4000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200" dirty="0" err="1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정산항목명</a:t>
              </a:r>
              <a:r>
                <a:rPr lang="en-US" sz="12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200" dirty="0" err="1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오등록으로</a:t>
              </a:r>
              <a:r>
                <a:rPr lang="en-US" sz="12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200" dirty="0" err="1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데이터</a:t>
              </a:r>
              <a:r>
                <a:rPr lang="en-US" sz="12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정합성 저하, 재작업 반복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08678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1" descr="image.png">
            <a:extLst>
              <a:ext uri="{FF2B5EF4-FFF2-40B4-BE49-F238E27FC236}">
                <a16:creationId xmlns:a16="http://schemas.microsoft.com/office/drawing/2014/main" id="{F6C2486C-13E7-7D1F-F325-235F825C6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 · 해결 방향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51215" y="438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매뉴얼 설계 원칙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무엇을 만들었나 — </a:t>
            </a:r>
            <a:r>
              <a:rPr lang="ko-KR" alt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회계 </a:t>
            </a:r>
            <a:r>
              <a:rPr lang="en-US" altLang="ko-KR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Wiki</a:t>
            </a:r>
            <a:endParaRPr lang="en-US" sz="2600" dirty="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5C96049-7592-7945-4889-B3755083C010}"/>
              </a:ext>
            </a:extLst>
          </p:cNvPr>
          <p:cNvGrpSpPr/>
          <p:nvPr/>
        </p:nvGrpSpPr>
        <p:grpSpPr>
          <a:xfrm>
            <a:off x="640080" y="1691640"/>
            <a:ext cx="10881360" cy="4293528"/>
            <a:chOff x="640080" y="1691640"/>
            <a:chExt cx="10881360" cy="4293528"/>
          </a:xfrm>
        </p:grpSpPr>
        <p:sp>
          <p:nvSpPr>
            <p:cNvPr id="5" name="Shape 3"/>
            <p:cNvSpPr/>
            <p:nvPr/>
          </p:nvSpPr>
          <p:spPr>
            <a:xfrm>
              <a:off x="640080" y="1691640"/>
              <a:ext cx="10881360" cy="914400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/>
          </p:spPr>
          <p:txBody>
            <a:bodyPr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914400" y="1691640"/>
              <a:ext cx="1033272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9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사업부가 직접 봐도 이해되는 매뉴얼</a:t>
              </a:r>
              <a:endParaRPr lang="en-US" sz="1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640080" y="2880360"/>
              <a:ext cx="5257800" cy="1920240"/>
            </a:xfrm>
            <a:prstGeom prst="roundRect">
              <a:avLst>
                <a:gd name="adj" fmla="val 3810"/>
              </a:avLst>
            </a:prstGeom>
            <a:solidFill>
              <a:schemeClr val="bg1"/>
            </a:solidFill>
            <a:ln/>
            <a:effectLst>
              <a:outerShdw blurRad="101600" dist="25400" dir="5400000" algn="bl" rotWithShape="0">
                <a:srgbClr val="1E293B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1028700" y="3177540"/>
              <a:ext cx="502920" cy="502920"/>
            </a:xfrm>
            <a:prstGeom prst="ellipse">
              <a:avLst/>
            </a:prstGeom>
            <a:solidFill>
              <a:srgbClr val="1E3A8A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1028700" y="317754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</a:t>
              </a:r>
              <a:endParaRPr lang="en-US" sz="1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691640" y="3182112"/>
              <a:ext cx="39319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왜 만들었나</a:t>
              </a:r>
              <a:endParaRPr lang="en-US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691640" y="3564346"/>
              <a:ext cx="3694176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40000"/>
                </a:lnSpc>
                <a:buNone/>
              </a:pPr>
              <a:r>
                <a:rPr lang="ko-KR" altLang="en-US" sz="14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반복되는 문의와 결재 반려를 줄이기 위해</a:t>
              </a:r>
              <a:r>
                <a:rPr lang="en-US" altLang="ko-KR" sz="14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, </a:t>
              </a:r>
              <a:r>
                <a:rPr lang="ko-KR" altLang="en-US" sz="14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자주 헷갈리는 회계 기준을 한곳에 정리했습니다</a:t>
              </a:r>
              <a:r>
                <a:rPr lang="en-US" altLang="ko-KR" sz="14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</a:t>
              </a:r>
              <a:endParaRPr lang="en-US" sz="14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172200" y="2880360"/>
              <a:ext cx="5257800" cy="1920240"/>
            </a:xfrm>
            <a:prstGeom prst="roundRect">
              <a:avLst>
                <a:gd name="adj" fmla="val 3810"/>
              </a:avLst>
            </a:prstGeom>
            <a:solidFill>
              <a:schemeClr val="bg1"/>
            </a:solidFill>
            <a:ln/>
            <a:effectLst>
              <a:outerShdw blurRad="101600" dist="25400" dir="5400000" algn="bl" rotWithShape="0">
                <a:srgbClr val="1E293B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6560820" y="3177540"/>
              <a:ext cx="502920" cy="502920"/>
            </a:xfrm>
            <a:prstGeom prst="ellipse">
              <a:avLst/>
            </a:prstGeom>
            <a:solidFill>
              <a:srgbClr val="1E3A8A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6560820" y="317754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</a:t>
              </a:r>
              <a:endParaRPr lang="en-US" sz="18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223760" y="3182112"/>
              <a:ext cx="39319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</a:rPr>
                <a:t>무엇이 달라지나</a:t>
              </a:r>
              <a:r>
                <a:rPr lang="en-US" altLang="ko-KR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</a:rPr>
                <a:t>?</a:t>
              </a:r>
              <a:endParaRPr lang="en-US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7223759" y="3564346"/>
              <a:ext cx="3779215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40000"/>
                </a:lnSpc>
                <a:buNone/>
              </a:pPr>
              <a:r>
                <a:rPr lang="ko-KR" altLang="en-US" sz="14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회계팀에 매번 묻지 않아도</a:t>
              </a:r>
              <a:r>
                <a:rPr lang="en-US" altLang="ko-KR" sz="14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, </a:t>
              </a:r>
              <a:r>
                <a:rPr lang="ko-KR" altLang="en-US" sz="14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사업부가 스스로 필요한 기준을 바로 확인할 수 있습니다</a:t>
              </a:r>
              <a:r>
                <a:rPr lang="en-US" altLang="ko-KR" sz="14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40080" y="5029200"/>
              <a:ext cx="108813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E3A8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200" b="1" dirty="0" err="1">
                  <a:solidFill>
                    <a:srgbClr val="1E3A8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핵심</a:t>
              </a:r>
              <a:r>
                <a:rPr lang="en-US" sz="1200" b="1" dirty="0">
                  <a:solidFill>
                    <a:srgbClr val="1E3A8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200" b="1" dirty="0" err="1">
                  <a:solidFill>
                    <a:srgbClr val="1E3A8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항목</a:t>
              </a:r>
              <a:endParaRPr lang="en-US" sz="12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1819656" y="5482248"/>
              <a:ext cx="2029968" cy="502920"/>
            </a:xfrm>
            <a:prstGeom prst="roundRect">
              <a:avLst>
                <a:gd name="adj" fmla="val 10909"/>
              </a:avLst>
            </a:prstGeom>
            <a:solidFill>
              <a:schemeClr val="bg1"/>
            </a:solidFill>
            <a:ln/>
            <a:effectLst>
              <a:outerShdw blurRad="101600" dist="25400" dir="5400000" algn="bl" rotWithShape="0">
                <a:srgbClr val="1E293B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819656" y="5482248"/>
              <a:ext cx="2029968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ko-KR" altLang="en-US" sz="105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매출 구조</a:t>
              </a:r>
              <a:endParaRPr lang="en-US" altLang="ko-KR" sz="105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995928" y="5482248"/>
              <a:ext cx="2029968" cy="502920"/>
            </a:xfrm>
            <a:prstGeom prst="roundRect">
              <a:avLst>
                <a:gd name="adj" fmla="val 10909"/>
              </a:avLst>
            </a:prstGeom>
            <a:solidFill>
              <a:schemeClr val="bg1"/>
            </a:solidFill>
            <a:ln/>
            <a:effectLst>
              <a:outerShdw blurRad="101600" dist="25400" dir="5400000" algn="bl" rotWithShape="0">
                <a:srgbClr val="1E293B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3995928" y="5482248"/>
              <a:ext cx="2029968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매출 인식 시점</a:t>
              </a:r>
              <a:endParaRPr lang="en-US" sz="105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6172200" y="5482248"/>
              <a:ext cx="2029968" cy="502920"/>
            </a:xfrm>
            <a:prstGeom prst="roundRect">
              <a:avLst>
                <a:gd name="adj" fmla="val 10909"/>
              </a:avLst>
            </a:prstGeom>
            <a:solidFill>
              <a:schemeClr val="bg1"/>
            </a:solidFill>
            <a:ln/>
            <a:effectLst>
              <a:outerShdw blurRad="101600" dist="25400" dir="5400000" algn="bl" rotWithShape="0">
                <a:srgbClr val="1E293B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6172200" y="5482248"/>
              <a:ext cx="2029968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altLang="ko-KR" sz="1050" b="1" dirty="0" err="1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계정</a:t>
              </a:r>
              <a:r>
                <a:rPr lang="en-US" altLang="ko-KR" sz="105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altLang="ko-KR" sz="1050" b="1" dirty="0" err="1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과목</a:t>
              </a:r>
              <a:r>
                <a:rPr lang="en-US" altLang="ko-KR" sz="105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ko-KR" altLang="en-US" sz="105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구분</a:t>
              </a:r>
              <a:endParaRPr lang="en-US" altLang="ko-KR" sz="105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8348472" y="5482248"/>
              <a:ext cx="2029968" cy="502920"/>
            </a:xfrm>
            <a:prstGeom prst="roundRect">
              <a:avLst>
                <a:gd name="adj" fmla="val 10909"/>
              </a:avLst>
            </a:prstGeom>
            <a:solidFill>
              <a:schemeClr val="bg1"/>
            </a:solidFill>
            <a:ln/>
            <a:effectLst>
              <a:outerShdw blurRad="101600" dist="25400" dir="5400000" algn="bl" rotWithShape="0">
                <a:srgbClr val="1E293B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23"/>
            <p:cNvSpPr/>
            <p:nvPr/>
          </p:nvSpPr>
          <p:spPr>
            <a:xfrm>
              <a:off x="8348472" y="5482248"/>
              <a:ext cx="2029968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ko-KR" altLang="en-US" sz="105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</a:rPr>
                <a:t>기본 회계 원칙</a:t>
              </a:r>
              <a:endParaRPr lang="en-US" altLang="ko-KR" sz="1050" dirty="0"/>
            </a:p>
          </p:txBody>
        </p:sp>
      </p:grpSp>
      <p:sp>
        <p:nvSpPr>
          <p:cNvPr id="29" name="Shape 27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6507091-C4D6-95E9-7903-F8341B1FF37B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0E47F2CE-6405-915D-2CDE-F04AE408C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39" name="그림 38" descr="COWORKER">
              <a:extLst>
                <a:ext uri="{FF2B5EF4-FFF2-40B4-BE49-F238E27FC236}">
                  <a16:creationId xmlns:a16="http://schemas.microsoft.com/office/drawing/2014/main" id="{C908E3C0-45C4-F65B-5DED-1188306C1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1" descr="image.png">
            <a:extLst>
              <a:ext uri="{FF2B5EF4-FFF2-40B4-BE49-F238E27FC236}">
                <a16:creationId xmlns:a16="http://schemas.microsoft.com/office/drawing/2014/main" id="{F8C2FE43-70E0-3068-4EAB-9F82BEA69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 · 설계 과정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51215" y="438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과정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8주간의 설계 과정</a:t>
            </a:r>
            <a:endParaRPr lang="en-US" sz="2600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6F1D7618-C4CC-966A-4B8A-1EE81D22F93A}"/>
              </a:ext>
            </a:extLst>
          </p:cNvPr>
          <p:cNvGrpSpPr/>
          <p:nvPr/>
        </p:nvGrpSpPr>
        <p:grpSpPr>
          <a:xfrm>
            <a:off x="640080" y="2521756"/>
            <a:ext cx="10710672" cy="2514600"/>
            <a:chOff x="640080" y="2521756"/>
            <a:chExt cx="10710672" cy="2514600"/>
          </a:xfrm>
        </p:grpSpPr>
        <p:sp>
          <p:nvSpPr>
            <p:cNvPr id="5" name="Shape 3"/>
            <p:cNvSpPr/>
            <p:nvPr/>
          </p:nvSpPr>
          <p:spPr>
            <a:xfrm>
              <a:off x="925197" y="3207556"/>
              <a:ext cx="10200004" cy="0"/>
            </a:xfrm>
            <a:prstGeom prst="line">
              <a:avLst/>
            </a:prstGeom>
            <a:noFill/>
            <a:ln w="254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1854142" y="3106972"/>
              <a:ext cx="201168" cy="201168"/>
            </a:xfrm>
            <a:prstGeom prst="ellipse">
              <a:avLst/>
            </a:prstGeom>
            <a:solidFill>
              <a:srgbClr val="1E3A8A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1214468" y="2521756"/>
              <a:ext cx="1480515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E3A8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W1 ~ W4</a:t>
              </a:r>
              <a:endParaRPr lang="en-US" sz="14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40080" y="3436156"/>
              <a:ext cx="2651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문제점 탐색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40080" y="3847636"/>
              <a:ext cx="2651760" cy="11887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35000"/>
                </a:lnSpc>
                <a:buNone/>
              </a:pPr>
              <a:r>
                <a:rPr lang="en-US" sz="12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반려 원인 및 계정과목 오류 사례 수집,</a:t>
              </a:r>
              <a:endParaRPr lang="en-US" sz="1200" dirty="0"/>
            </a:p>
            <a:p>
              <a:pPr marL="0" indent="0" algn="ctr">
                <a:lnSpc>
                  <a:spcPct val="135000"/>
                </a:lnSpc>
                <a:buNone/>
              </a:pPr>
              <a:r>
                <a:rPr lang="en-US" sz="12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과제 방향성 정립</a:t>
              </a:r>
              <a:endParaRPr lang="en-US" sz="12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587719" y="3106972"/>
              <a:ext cx="201168" cy="201168"/>
            </a:xfrm>
            <a:prstGeom prst="ellipse">
              <a:avLst/>
            </a:prstGeom>
            <a:solidFill>
              <a:srgbClr val="1E3A8A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3362423" y="2521756"/>
              <a:ext cx="26517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E3A8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W4 ~ W6</a:t>
              </a:r>
              <a:endParaRPr lang="en-US" sz="1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362423" y="3436156"/>
              <a:ext cx="2651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매뉴얼 구조화</a:t>
              </a:r>
              <a:endParaRPr lang="en-US" sz="1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362423" y="3847636"/>
              <a:ext cx="2651760" cy="11887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>
                <a:lnSpc>
                  <a:spcPct val="135000"/>
                </a:lnSpc>
              </a:pPr>
              <a:r>
                <a:rPr lang="en-US" sz="12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매출/사업부 유형별 </a:t>
              </a:r>
              <a:r>
                <a:rPr lang="en-US" sz="1200" dirty="0" err="1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구조</a:t>
              </a:r>
              <a:r>
                <a:rPr lang="en-US" sz="12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200" dirty="0" err="1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세분화</a:t>
              </a:r>
              <a:br>
                <a:rPr lang="en-US" sz="12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</a:br>
              <a:r>
                <a:rPr lang="ko-KR" altLang="en-US" sz="12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항목별 세부</a:t>
              </a:r>
              <a:r>
                <a:rPr lang="en-US" altLang="ko-KR" sz="1200" dirty="0" err="1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내용</a:t>
              </a:r>
              <a:r>
                <a:rPr lang="en-US" altLang="ko-KR" sz="12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ko-KR" altLang="en-US" sz="12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구성</a:t>
              </a:r>
              <a:endParaRPr lang="en-US" altLang="ko-KR" sz="12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321296" y="3106972"/>
              <a:ext cx="201168" cy="201168"/>
            </a:xfrm>
            <a:prstGeom prst="ellipse">
              <a:avLst/>
            </a:prstGeom>
            <a:solidFill>
              <a:srgbClr val="1E3A8A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6096000" y="2521756"/>
              <a:ext cx="26517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E3A8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W5 ~ W8</a:t>
              </a:r>
              <a:endParaRPr lang="en-US" sz="14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096000" y="3436156"/>
              <a:ext cx="2651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6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초안 구현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096000" y="3847636"/>
              <a:ext cx="2651760" cy="11887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35000"/>
                </a:lnSpc>
                <a:buNone/>
              </a:pPr>
              <a:r>
                <a:rPr lang="ko-KR" altLang="en-US" sz="12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세부내용 작성 및 </a:t>
              </a:r>
              <a:endParaRPr lang="en-US" altLang="ko-KR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endParaRPr>
            </a:p>
            <a:p>
              <a:pPr marL="0" indent="0" algn="ctr">
                <a:lnSpc>
                  <a:spcPct val="135000"/>
                </a:lnSpc>
                <a:buNone/>
              </a:pPr>
              <a:r>
                <a:rPr lang="en-US" sz="12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HTML </a:t>
              </a:r>
              <a:r>
                <a:rPr lang="en-US" sz="1200" dirty="0" err="1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초안</a:t>
              </a:r>
              <a:r>
                <a:rPr lang="en-US" sz="12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구</a:t>
              </a:r>
              <a:r>
                <a:rPr lang="ko-KR" altLang="en-US" sz="12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현</a:t>
              </a:r>
              <a:endParaRPr lang="en-US" sz="12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9890863" y="3106972"/>
              <a:ext cx="201168" cy="201168"/>
            </a:xfrm>
            <a:prstGeom prst="ellipse">
              <a:avLst/>
            </a:prstGeom>
            <a:solidFill>
              <a:srgbClr val="1E3A8A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9244889" y="2521756"/>
              <a:ext cx="1480515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E3A8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W7 ~ W8</a:t>
              </a:r>
              <a:endParaRPr lang="en-US" sz="14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8698992" y="3436156"/>
              <a:ext cx="2651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검증 및 final 배포</a:t>
              </a:r>
              <a:endParaRPr lang="en-US" sz="16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8698992" y="3847636"/>
              <a:ext cx="2651760" cy="11887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35000"/>
                </a:lnSpc>
                <a:buNone/>
              </a:pPr>
              <a:r>
                <a:rPr lang="en-US" sz="12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세무 </a:t>
              </a:r>
              <a:r>
                <a:rPr lang="en-US" sz="1200" dirty="0" err="1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파트</a:t>
              </a:r>
              <a:r>
                <a:rPr lang="en-US" sz="12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200" dirty="0" err="1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연동</a:t>
              </a:r>
              <a:r>
                <a:rPr lang="en-US" sz="12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ko-KR" altLang="en-US" sz="12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및</a:t>
              </a:r>
              <a:endParaRPr lang="en-US" sz="1200" dirty="0"/>
            </a:p>
            <a:p>
              <a:pPr algn="ctr">
                <a:lnSpc>
                  <a:spcPct val="135000"/>
                </a:lnSpc>
              </a:pPr>
              <a:r>
                <a:rPr lang="en-US" altLang="ko-KR" sz="12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Google Apps Script </a:t>
              </a:r>
              <a:r>
                <a:rPr lang="ko-KR" altLang="en-US" sz="12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연동</a:t>
              </a:r>
              <a:endParaRPr lang="en-US" altLang="ko-KR" sz="1200" dirty="0"/>
            </a:p>
          </p:txBody>
        </p:sp>
      </p:grpSp>
      <p:sp>
        <p:nvSpPr>
          <p:cNvPr id="22" name="Shape 20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49CE85C-D27C-B26A-6396-7221E9278ABB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56EC2C4E-A9A7-0BFF-3760-927DDE28A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29" name="그림 28" descr="COWORKER">
              <a:extLst>
                <a:ext uri="{FF2B5EF4-FFF2-40B4-BE49-F238E27FC236}">
                  <a16:creationId xmlns:a16="http://schemas.microsoft.com/office/drawing/2014/main" id="{F386405E-0B0B-0D03-E24C-E475A75D7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1" descr="image.png">
            <a:extLst>
              <a:ext uri="{FF2B5EF4-FFF2-40B4-BE49-F238E27FC236}">
                <a16:creationId xmlns:a16="http://schemas.microsoft.com/office/drawing/2014/main" id="{4F9E8D19-C25B-598F-3F80-C37A24BC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IMPROVEMENT · 개선 내용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51215" y="438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As-Is → To-Be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방식과 Wiki 시스템 도입 후 개선 방식 비교</a:t>
            </a:r>
            <a:endParaRPr lang="en-US" sz="260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42567CEE-E332-83F7-9637-2461B88E82FC}"/>
              </a:ext>
            </a:extLst>
          </p:cNvPr>
          <p:cNvGrpSpPr/>
          <p:nvPr/>
        </p:nvGrpSpPr>
        <p:grpSpPr>
          <a:xfrm>
            <a:off x="1189784" y="1848853"/>
            <a:ext cx="9812432" cy="4003308"/>
            <a:chOff x="640080" y="1536192"/>
            <a:chExt cx="10881360" cy="4439413"/>
          </a:xfrm>
        </p:grpSpPr>
        <p:sp>
          <p:nvSpPr>
            <p:cNvPr id="41" name="Shape 6">
              <a:extLst>
                <a:ext uri="{FF2B5EF4-FFF2-40B4-BE49-F238E27FC236}">
                  <a16:creationId xmlns:a16="http://schemas.microsoft.com/office/drawing/2014/main" id="{8CF18630-6727-A417-DAB3-08A0502440B6}"/>
                </a:ext>
              </a:extLst>
            </p:cNvPr>
            <p:cNvSpPr/>
            <p:nvPr/>
          </p:nvSpPr>
          <p:spPr>
            <a:xfrm>
              <a:off x="640080" y="1536192"/>
              <a:ext cx="10881360" cy="4439413"/>
            </a:xfrm>
            <a:prstGeom prst="rect">
              <a:avLst/>
            </a:prstGeom>
            <a:solidFill>
              <a:schemeClr val="bg1"/>
            </a:solidFill>
            <a:ln/>
            <a:effectLst>
              <a:outerShdw blurRad="101600" dist="25400" dir="5400000" algn="bl" rotWithShape="0">
                <a:srgbClr val="1E293B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640080" y="1667255"/>
              <a:ext cx="19202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구분</a:t>
              </a:r>
              <a:endParaRPr lang="en-US" sz="14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2651760" y="1667255"/>
              <a:ext cx="40233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기존 방식 (As-Is)</a:t>
              </a:r>
              <a:endParaRPr lang="en-US" sz="14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949440" y="1667255"/>
              <a:ext cx="4572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E3A8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개선 방식 (To-Be)</a:t>
              </a:r>
              <a:endParaRPr lang="en-US" sz="14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640080" y="2124455"/>
              <a:ext cx="10881360" cy="960120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9" name="Text 7"/>
            <p:cNvSpPr/>
            <p:nvPr/>
          </p:nvSpPr>
          <p:spPr>
            <a:xfrm>
              <a:off x="914400" y="2124455"/>
              <a:ext cx="173736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매뉴얼 접근성</a:t>
              </a:r>
              <a:endParaRPr lang="en-US" sz="1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651760" y="2124455"/>
              <a:ext cx="393192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파편화된 메일/메신저 문의에 의존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583680" y="2124455"/>
              <a:ext cx="36576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E3A8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→</a:t>
              </a:r>
              <a:endParaRPr lang="en-US" sz="1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6949440" y="2124455"/>
              <a:ext cx="457200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표준화된 단일 웹 매뉴얼, URL 접속으로 즉시 확인</a:t>
              </a:r>
              <a:endParaRPr lang="en-US" sz="1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914400" y="3084575"/>
              <a:ext cx="173736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거래구조 설명</a:t>
              </a:r>
              <a:endParaRPr lang="en-US" sz="1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651760" y="3084575"/>
              <a:ext cx="393192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단순화되어 세부 사업부별 특수성 미반영</a:t>
              </a:r>
              <a:endParaRPr lang="en-US" sz="1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583680" y="3084575"/>
              <a:ext cx="36576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E3A8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→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949440" y="3084575"/>
              <a:ext cx="457200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5개 매출유형별 거래구조 표준화</a:t>
              </a:r>
              <a:endParaRPr lang="en-US" sz="12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40080" y="4044695"/>
              <a:ext cx="10881360" cy="960120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18" name="Text 16"/>
            <p:cNvSpPr/>
            <p:nvPr/>
          </p:nvSpPr>
          <p:spPr>
            <a:xfrm>
              <a:off x="914400" y="4044695"/>
              <a:ext cx="173736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실무 보조 도구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2651760" y="4044695"/>
              <a:ext cx="393192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담당자별 개인 판단으로 작성 오류 빈번</a:t>
              </a:r>
              <a:endParaRPr lang="en-US" sz="12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583680" y="4044695"/>
              <a:ext cx="36576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E3A8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→</a:t>
              </a:r>
              <a:endParaRPr lang="en-US" sz="12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949440" y="4044695"/>
              <a:ext cx="457200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계정과목 가이드 및 용어사전 통합</a:t>
              </a:r>
              <a:endParaRPr lang="en-US" sz="12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914400" y="5004815"/>
              <a:ext cx="173736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최신성 유지</a:t>
              </a:r>
              <a:endParaRPr lang="en-US" sz="12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2651760" y="5004815"/>
              <a:ext cx="393192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지연된 개정 사항 공유 누락, 구버전 사용</a:t>
              </a:r>
              <a:endParaRPr lang="en-US" sz="12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6583680" y="5004815"/>
              <a:ext cx="36576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E3A8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→</a:t>
              </a:r>
              <a:endParaRPr lang="en-US" sz="12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949440" y="5004815"/>
              <a:ext cx="457200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실시간 웹앱 기반으로 회계기준·세법 변경 시 즉시 반영</a:t>
              </a:r>
              <a:endParaRPr lang="en-US" sz="1200" dirty="0"/>
            </a:p>
          </p:txBody>
        </p:sp>
      </p:grpSp>
      <p:sp>
        <p:nvSpPr>
          <p:cNvPr id="26" name="Shape 24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86F5C58E-D1B8-1CE1-B926-9CB1FE6C9090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98F7334B-AE62-DA0B-C1BF-F586B37D3C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33" name="그림 32" descr="COWORKER">
              <a:extLst>
                <a:ext uri="{FF2B5EF4-FFF2-40B4-BE49-F238E27FC236}">
                  <a16:creationId xmlns:a16="http://schemas.microsoft.com/office/drawing/2014/main" id="{2A8C4082-6425-679C-BE1E-78D2B8916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CF41B-F1AB-B1DB-9487-DCA2C673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1" descr="image.png">
            <a:extLst>
              <a:ext uri="{FF2B5EF4-FFF2-40B4-BE49-F238E27FC236}">
                <a16:creationId xmlns:a16="http://schemas.microsoft.com/office/drawing/2014/main" id="{5C361F90-6995-5344-7B99-1D4D4CE5F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D7ADAFAB-DA80-676C-2D11-702AD59D7D23}"/>
              </a:ext>
            </a:extLst>
          </p:cNvPr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 · 결과물 시연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692C8C-983E-9AD0-33FA-FCA9744FEED9}"/>
              </a:ext>
            </a:extLst>
          </p:cNvPr>
          <p:cNvSpPr/>
          <p:nvPr/>
        </p:nvSpPr>
        <p:spPr>
          <a:xfrm>
            <a:off x="8351215" y="438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웹앱 화면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CF118E0-DCFA-5A43-D12B-631399EED92B}"/>
              </a:ext>
            </a:extLst>
          </p:cNvPr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 시연</a:t>
            </a:r>
            <a:endParaRPr lang="en-US" sz="2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94F824B-D1DF-12A3-1F42-681607D78A32}"/>
              </a:ext>
            </a:extLst>
          </p:cNvPr>
          <p:cNvSpPr/>
          <p:nvPr/>
        </p:nvSpPr>
        <p:spPr>
          <a:xfrm>
            <a:off x="9029337" y="3291913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5034F10-E858-3DB2-4F1E-3B973018F142}"/>
              </a:ext>
            </a:extLst>
          </p:cNvPr>
          <p:cNvSpPr/>
          <p:nvPr/>
        </p:nvSpPr>
        <p:spPr>
          <a:xfrm>
            <a:off x="9029337" y="329191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87E8EF0-1C1C-4B51-4C19-58C4591BD343}"/>
              </a:ext>
            </a:extLst>
          </p:cNvPr>
          <p:cNvSpPr/>
          <p:nvPr/>
        </p:nvSpPr>
        <p:spPr>
          <a:xfrm>
            <a:off x="9623697" y="3291913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 하나로 바로 연결</a:t>
            </a:r>
            <a:endParaRPr lang="en-US" sz="16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2DE413B-C3A6-6343-AD1E-5162BF0CBBB3}"/>
              </a:ext>
            </a:extLst>
          </p:cNvPr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3FB6004-96C0-2362-9D55-C3676FD9D792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BCFE8D43-B1D7-BED0-E165-9955EFFBD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26" name="그림 25" descr="COWORKER">
              <a:extLst>
                <a:ext uri="{FF2B5EF4-FFF2-40B4-BE49-F238E27FC236}">
                  <a16:creationId xmlns:a16="http://schemas.microsoft.com/office/drawing/2014/main" id="{9FFF41AB-A3A0-8159-5E0F-EF215608E9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7865C348-A509-7FC5-65C9-715AB62414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924" y="1741134"/>
            <a:ext cx="8049004" cy="4004165"/>
          </a:xfrm>
          <a:prstGeom prst="rect">
            <a:avLst/>
          </a:prstGeom>
          <a:effectLst>
            <a:outerShdw blurRad="88900" dist="38100" dir="2700000" algn="t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6753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1" descr="image.png">
            <a:extLst>
              <a:ext uri="{FF2B5EF4-FFF2-40B4-BE49-F238E27FC236}">
                <a16:creationId xmlns:a16="http://schemas.microsoft.com/office/drawing/2014/main" id="{EC46FC42-444D-6A29-842E-A64330AF1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pic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 · 결과물 시연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51215" y="438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웹앱 화면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 시연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029337" y="3291913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029337" y="329191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23697" y="3291913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</a:rPr>
              <a:t>매출 유형별 카테고리</a:t>
            </a:r>
            <a:endParaRPr lang="en-US" altLang="ko-KR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38BB2D2-5F09-CF17-940D-4A14B01D6D2D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44576942-B6BC-B3F8-85FB-4EB6F6D2F9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26" name="그림 25" descr="COWORKER">
              <a:extLst>
                <a:ext uri="{FF2B5EF4-FFF2-40B4-BE49-F238E27FC236}">
                  <a16:creationId xmlns:a16="http://schemas.microsoft.com/office/drawing/2014/main" id="{5E6A62E3-A00F-C745-F375-2B28BB937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F6659416-3CF8-AEE6-EC60-674EF1748FB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84233" b="20752"/>
          <a:stretch>
            <a:fillRect/>
          </a:stretch>
        </p:blipFill>
        <p:spPr>
          <a:xfrm>
            <a:off x="4478487" y="1238217"/>
            <a:ext cx="1845387" cy="4613944"/>
          </a:xfrm>
          <a:prstGeom prst="rect">
            <a:avLst/>
          </a:prstGeom>
          <a:effectLst>
            <a:outerShdw blurRad="101600" dist="38100" dir="2700000" algn="tl" rotWithShape="0">
              <a:prstClr val="black">
                <a:alpha val="20000"/>
              </a:prstClr>
            </a:outerShdw>
          </a:effec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3D174-2B83-D559-8735-21E67FD8E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1" descr="image.png">
            <a:extLst>
              <a:ext uri="{FF2B5EF4-FFF2-40B4-BE49-F238E27FC236}">
                <a16:creationId xmlns:a16="http://schemas.microsoft.com/office/drawing/2014/main" id="{998000B6-4C15-98EA-7743-04CCA8AD5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881B8EE3-BE22-101F-D7FE-2FA5C4F60EDD}"/>
              </a:ext>
            </a:extLst>
          </p:cNvPr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 · 결과물 시연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1FE6F2-EA42-E6B2-F51A-DBBD144D75DA}"/>
              </a:ext>
            </a:extLst>
          </p:cNvPr>
          <p:cNvSpPr/>
          <p:nvPr/>
        </p:nvSpPr>
        <p:spPr>
          <a:xfrm>
            <a:off x="8351215" y="438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웹앱 화면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6C1D481-7CEC-36A6-0EDB-47C80D2454AC}"/>
              </a:ext>
            </a:extLst>
          </p:cNvPr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 시연</a:t>
            </a:r>
            <a:endParaRPr lang="en-US" sz="2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8F36142-6536-DEB3-9534-4BE02888B910}"/>
              </a:ext>
            </a:extLst>
          </p:cNvPr>
          <p:cNvSpPr/>
          <p:nvPr/>
        </p:nvSpPr>
        <p:spPr>
          <a:xfrm>
            <a:off x="9029337" y="3291913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5F92C11-6B15-9D66-3D12-DD7BF07A4F3E}"/>
              </a:ext>
            </a:extLst>
          </p:cNvPr>
          <p:cNvSpPr/>
          <p:nvPr/>
        </p:nvSpPr>
        <p:spPr>
          <a:xfrm>
            <a:off x="9029337" y="329191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3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CB61F78-9CAE-D2FC-5F8A-F613192B0CFB}"/>
              </a:ext>
            </a:extLst>
          </p:cNvPr>
          <p:cNvSpPr/>
          <p:nvPr/>
        </p:nvSpPr>
        <p:spPr>
          <a:xfrm>
            <a:off x="9623697" y="3291913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헷갈리는 사례 위주로 구성</a:t>
            </a:r>
            <a:endParaRPr lang="en-US" altLang="ko-KR" sz="16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80B012A-D08E-C58D-5CB4-B64971381418}"/>
              </a:ext>
            </a:extLst>
          </p:cNvPr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36AB342-67EC-1BAF-601C-47828698A616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0F99E53F-B312-14ED-64A6-3358197E8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26" name="그림 25" descr="COWORKER">
              <a:extLst>
                <a:ext uri="{FF2B5EF4-FFF2-40B4-BE49-F238E27FC236}">
                  <a16:creationId xmlns:a16="http://schemas.microsoft.com/office/drawing/2014/main" id="{24BCC63E-2E99-0229-FF71-F5530A2C2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613462A3-FEE9-9763-7253-342D61D49AF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258" b="43531"/>
          <a:stretch>
            <a:fillRect/>
          </a:stretch>
        </p:blipFill>
        <p:spPr>
          <a:xfrm>
            <a:off x="1174025" y="2383151"/>
            <a:ext cx="7391037" cy="2479362"/>
          </a:xfrm>
          <a:prstGeom prst="rect">
            <a:avLst/>
          </a:prstGeom>
          <a:effectLst>
            <a:outerShdw blurRad="101600" dist="38100" dir="2700000" algn="t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3443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CDD9C-9CB8-901B-B426-55ECFCB4A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1" descr="image.png">
            <a:extLst>
              <a:ext uri="{FF2B5EF4-FFF2-40B4-BE49-F238E27FC236}">
                <a16:creationId xmlns:a16="http://schemas.microsoft.com/office/drawing/2014/main" id="{257542A3-6DBB-C20C-527E-AF08CAE3F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96F05D6-495F-BB4E-5385-81995E5A63F2}"/>
              </a:ext>
            </a:extLst>
          </p:cNvPr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 · 결과물 시연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D6B24AC-94F9-37F1-D580-A0C6CA47CD28}"/>
              </a:ext>
            </a:extLst>
          </p:cNvPr>
          <p:cNvSpPr/>
          <p:nvPr/>
        </p:nvSpPr>
        <p:spPr>
          <a:xfrm>
            <a:off x="8351215" y="438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웹앱 화면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C7ADD18-41FF-ABE5-0E3E-5476A46F0A90}"/>
              </a:ext>
            </a:extLst>
          </p:cNvPr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 시연</a:t>
            </a:r>
            <a:endParaRPr lang="en-US" sz="2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03C0993-7D9A-2BE9-FA79-4CF43A34470B}"/>
              </a:ext>
            </a:extLst>
          </p:cNvPr>
          <p:cNvSpPr/>
          <p:nvPr/>
        </p:nvSpPr>
        <p:spPr>
          <a:xfrm>
            <a:off x="9029337" y="3291913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76B198C-A5BA-201A-8FE4-5F7EDDAF1554}"/>
              </a:ext>
            </a:extLst>
          </p:cNvPr>
          <p:cNvSpPr/>
          <p:nvPr/>
        </p:nvSpPr>
        <p:spPr>
          <a:xfrm>
            <a:off x="9029337" y="329191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4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EEAFD8B-2081-A1A2-9DE9-D1DACFA0AF31}"/>
              </a:ext>
            </a:extLst>
          </p:cNvPr>
          <p:cNvSpPr/>
          <p:nvPr/>
        </p:nvSpPr>
        <p:spPr>
          <a:xfrm>
            <a:off x="9623697" y="3291912"/>
            <a:ext cx="3566160" cy="651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정산항목명</a:t>
            </a:r>
            <a:r>
              <a:rPr lang="en-US" altLang="ko-KR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br>
              <a:rPr lang="en-US" altLang="ko-KR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한 번으로</a:t>
            </a:r>
            <a:endParaRPr lang="en-US" altLang="ko-KR" sz="16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01AD2C5-FC6F-A057-D5AC-82E153E97A54}"/>
              </a:ext>
            </a:extLst>
          </p:cNvPr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5FAB7FF-77C3-4E6E-9EC8-1C116F7A33C5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E2D35B24-1E50-F50B-FD17-BF77DE0C1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26" name="그림 25" descr="COWORKER">
              <a:extLst>
                <a:ext uri="{FF2B5EF4-FFF2-40B4-BE49-F238E27FC236}">
                  <a16:creationId xmlns:a16="http://schemas.microsoft.com/office/drawing/2014/main" id="{C78EBA5C-99DE-57D1-8631-E5FD075AD0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B62C2081-FC0F-5215-C659-0D2490580D9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259"/>
          <a:stretch>
            <a:fillRect/>
          </a:stretch>
        </p:blipFill>
        <p:spPr>
          <a:xfrm>
            <a:off x="1038044" y="1708753"/>
            <a:ext cx="7515406" cy="4080720"/>
          </a:xfrm>
          <a:prstGeom prst="rect">
            <a:avLst/>
          </a:prstGeom>
          <a:effectLst>
            <a:outerShdw blurRad="101600" dist="38100" dir="2700000" algn="t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8223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32D82-F563-02D6-139A-FCEF2F220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1" descr="image.png">
            <a:extLst>
              <a:ext uri="{FF2B5EF4-FFF2-40B4-BE49-F238E27FC236}">
                <a16:creationId xmlns:a16="http://schemas.microsoft.com/office/drawing/2014/main" id="{87D8723E-44F7-6EAF-7AA7-C245ACC9D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D0667462-D69F-B122-CB84-90B21EBC56F6}"/>
              </a:ext>
            </a:extLst>
          </p:cNvPr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 · 결과물 시연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167FFC7-1750-9CEF-85C0-84126F6FDEF5}"/>
              </a:ext>
            </a:extLst>
          </p:cNvPr>
          <p:cNvSpPr/>
          <p:nvPr/>
        </p:nvSpPr>
        <p:spPr>
          <a:xfrm>
            <a:off x="8351215" y="438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웹앱 화면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7D4DD7-76D3-546E-34EE-9C6E82AEC472}"/>
              </a:ext>
            </a:extLst>
          </p:cNvPr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 시연</a:t>
            </a:r>
            <a:endParaRPr lang="en-US" sz="2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2D86983-8CED-407C-BF43-119BF9B5B040}"/>
              </a:ext>
            </a:extLst>
          </p:cNvPr>
          <p:cNvSpPr/>
          <p:nvPr/>
        </p:nvSpPr>
        <p:spPr>
          <a:xfrm>
            <a:off x="9029337" y="3291913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DA3CACA-08DC-2D8C-166E-62D4E790C27A}"/>
              </a:ext>
            </a:extLst>
          </p:cNvPr>
          <p:cNvSpPr/>
          <p:nvPr/>
        </p:nvSpPr>
        <p:spPr>
          <a:xfrm>
            <a:off x="9029337" y="329191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5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5162791-1A5F-676B-E2EF-D3C59B337E8B}"/>
              </a:ext>
            </a:extLst>
          </p:cNvPr>
          <p:cNvSpPr/>
          <p:nvPr/>
        </p:nvSpPr>
        <p:spPr>
          <a:xfrm>
            <a:off x="9486537" y="3103281"/>
            <a:ext cx="3566160" cy="651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</a:t>
            </a:r>
            <a:r>
              <a:rPr lang="en-US" altLang="ko-KR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Wiki</a:t>
            </a:r>
            <a:r>
              <a:rPr lang="ko-KR" alt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이어지는 가이드</a:t>
            </a:r>
            <a:endParaRPr lang="en-US" altLang="ko-KR" sz="16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D43AFBF-F09C-3318-216A-787E6DF43D16}"/>
              </a:ext>
            </a:extLst>
          </p:cNvPr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22A4460-A135-6399-100B-F7CA7AAA90A4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91A8B0B1-192B-793E-17CC-A64963B81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26" name="그림 25" descr="COWORKER">
              <a:extLst>
                <a:ext uri="{FF2B5EF4-FFF2-40B4-BE49-F238E27FC236}">
                  <a16:creationId xmlns:a16="http://schemas.microsoft.com/office/drawing/2014/main" id="{81013167-2282-0EDB-086D-2CEA3CC20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pic>
        <p:nvPicPr>
          <p:cNvPr id="10" name="그림 9">
            <a:hlinkClick r:id="rId6"/>
            <a:extLst>
              <a:ext uri="{FF2B5EF4-FFF2-40B4-BE49-F238E27FC236}">
                <a16:creationId xmlns:a16="http://schemas.microsoft.com/office/drawing/2014/main" id="{31F55B61-AAE1-B365-A44B-ABF80EAAA3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0337" y="2548962"/>
            <a:ext cx="6418478" cy="3449111"/>
          </a:xfrm>
          <a:prstGeom prst="rect">
            <a:avLst/>
          </a:prstGeom>
          <a:effectLst>
            <a:outerShdw blurRad="101600" dist="38100" dir="2700000" algn="tl" rotWithShape="0">
              <a:prstClr val="black">
                <a:alpha val="20000"/>
              </a:prstClr>
            </a:outerShdw>
          </a:effec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CA7F83C-B2DB-36A2-4F95-91EC2033BC7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751" r="3521" b="92921"/>
          <a:stretch>
            <a:fillRect/>
          </a:stretch>
        </p:blipFill>
        <p:spPr>
          <a:xfrm>
            <a:off x="195709" y="1813977"/>
            <a:ext cx="11770102" cy="457200"/>
          </a:xfrm>
          <a:prstGeom prst="rect">
            <a:avLst/>
          </a:prstGeom>
          <a:effectLst>
            <a:outerShdw blurRad="101600" dist="38100" dir="2700000" algn="t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86217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IMPACT 1 · 정량 성과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51215" y="438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 → After 비교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</a:t>
            </a: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성과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30%↓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결재 반려건 감소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214884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343400" y="29260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30%↓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343400" y="3931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문의 감소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214884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046720" y="29260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15h/연</a:t>
            </a:r>
            <a:endParaRPr lang="en-US" sz="4600" dirty="0">
              <a:solidFill>
                <a:srgbClr val="60A5FA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046720" y="3931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시간 절감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E1B2C03-1306-5040-4832-C43BB50E1337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2365B0C9-D844-52A5-9E6B-B4ADD7B71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22" name="그림 21" descr="COWORKER">
              <a:extLst>
                <a:ext uri="{FF2B5EF4-FFF2-40B4-BE49-F238E27FC236}">
                  <a16:creationId xmlns:a16="http://schemas.microsoft.com/office/drawing/2014/main" id="{8E5FA000-F8A8-98A1-8085-E9C496E63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opRight"/>
          <p:cNvSpPr/>
          <p:nvPr/>
        </p:nvSpPr>
        <p:spPr>
          <a:xfrm>
            <a:off x="8500000" y="420000"/>
            <a:ext cx="3234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ko-KR" alt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 → After 비교</a:t>
            </a:r>
          </a:p>
        </p:txBody>
      </p:sp>
      <p:sp>
        <p:nvSpPr>
          <p:cNvPr id="103" name="Title"/>
          <p:cNvSpPr/>
          <p:nvPr/>
        </p:nvSpPr>
        <p:spPr>
          <a:xfrm>
            <a:off x="631192" y="700000"/>
            <a:ext cx="1050000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 성과 </a:t>
            </a:r>
            <a:r>
              <a:rPr lang="en-US" altLang="ko-KR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r>
              <a:rPr lang="ko-KR" alt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결재 반려·문의량 각 30% 감축</a:t>
            </a:r>
          </a:p>
        </p:txBody>
      </p:sp>
      <p:sp>
        <p:nvSpPr>
          <p:cNvPr id="104" name="LeftCard"/>
          <p:cNvSpPr/>
          <p:nvPr/>
        </p:nvSpPr>
        <p:spPr>
          <a:xfrm>
            <a:off x="640080" y="1450000"/>
            <a:ext cx="3436620" cy="4000000"/>
          </a:xfrm>
          <a:prstGeom prst="roundRect">
            <a:avLst>
              <a:gd name="adj" fmla="val 175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" name="M1 Label"/>
          <p:cNvSpPr/>
          <p:nvPr/>
        </p:nvSpPr>
        <p:spPr>
          <a:xfrm>
            <a:off x="807200" y="1800000"/>
            <a:ext cx="29195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결재 반려건</a:t>
            </a:r>
          </a:p>
        </p:txBody>
      </p:sp>
      <p:sp>
        <p:nvSpPr>
          <p:cNvPr id="106" name="M1 Big"/>
          <p:cNvSpPr/>
          <p:nvPr/>
        </p:nvSpPr>
        <p:spPr>
          <a:xfrm>
            <a:off x="807200" y="2150000"/>
            <a:ext cx="29195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4400" b="1" dirty="0">
                <a:solidFill>
                  <a:srgbClr val="60A5F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30%</a:t>
            </a:r>
            <a:r>
              <a:rPr lang="ko-KR" altLang="en-US" sz="24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↓</a:t>
            </a:r>
          </a:p>
        </p:txBody>
      </p:sp>
      <p:sp>
        <p:nvSpPr>
          <p:cNvPr id="107" name="M1 Detail"/>
          <p:cNvSpPr/>
          <p:nvPr/>
        </p:nvSpPr>
        <p:spPr>
          <a:xfrm>
            <a:off x="807200" y="2920000"/>
            <a:ext cx="29195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36 → 24건 (-12건/월)</a:t>
            </a:r>
          </a:p>
        </p:txBody>
      </p:sp>
      <p:sp>
        <p:nvSpPr>
          <p:cNvPr id="108" name="Divider1"/>
          <p:cNvSpPr/>
          <p:nvPr/>
        </p:nvSpPr>
        <p:spPr>
          <a:xfrm>
            <a:off x="807200" y="3450000"/>
            <a:ext cx="2919500" cy="9525"/>
          </a:xfrm>
          <a:prstGeom prst="roundRect">
            <a:avLst>
              <a:gd name="adj" fmla="val 20000"/>
            </a:avLst>
          </a:prstGeom>
          <a:solidFill>
            <a:srgbClr val="33415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M2 Label"/>
          <p:cNvSpPr/>
          <p:nvPr/>
        </p:nvSpPr>
        <p:spPr>
          <a:xfrm>
            <a:off x="807200" y="3650000"/>
            <a:ext cx="29195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문의량</a:t>
            </a:r>
          </a:p>
        </p:txBody>
      </p:sp>
      <p:sp>
        <p:nvSpPr>
          <p:cNvPr id="110" name="M2 Big"/>
          <p:cNvSpPr/>
          <p:nvPr/>
        </p:nvSpPr>
        <p:spPr>
          <a:xfrm>
            <a:off x="807200" y="4000000"/>
            <a:ext cx="29195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4400" b="1" dirty="0">
                <a:solidFill>
                  <a:srgbClr val="60A5F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30%</a:t>
            </a:r>
            <a:r>
              <a:rPr lang="ko-KR" altLang="en-US" sz="24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↓</a:t>
            </a:r>
          </a:p>
        </p:txBody>
      </p:sp>
      <p:sp>
        <p:nvSpPr>
          <p:cNvPr id="111" name="M2 Detail"/>
          <p:cNvSpPr/>
          <p:nvPr/>
        </p:nvSpPr>
        <p:spPr>
          <a:xfrm>
            <a:off x="807200" y="4770000"/>
            <a:ext cx="29195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25 → 17.5건 (-7.5건/월)</a:t>
            </a:r>
          </a:p>
        </p:txBody>
      </p:sp>
      <p:sp>
        <p:nvSpPr>
          <p:cNvPr id="112" name="RightCard"/>
          <p:cNvSpPr/>
          <p:nvPr/>
        </p:nvSpPr>
        <p:spPr>
          <a:xfrm>
            <a:off x="4305300" y="1450000"/>
            <a:ext cx="7246315" cy="4000000"/>
          </a:xfrm>
          <a:prstGeom prst="roundRect">
            <a:avLst>
              <a:gd name="adj" fmla="val 175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" name="Right Header"/>
          <p:cNvSpPr/>
          <p:nvPr/>
        </p:nvSpPr>
        <p:spPr>
          <a:xfrm>
            <a:off x="4725300" y="1870000"/>
            <a:ext cx="6589500" cy="3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Before → After 비교</a:t>
            </a:r>
          </a:p>
        </p:txBody>
      </p:sp>
      <p:sp>
        <p:nvSpPr>
          <p:cNvPr id="114" name="BarGroupLabel"/>
          <p:cNvSpPr/>
          <p:nvPr/>
        </p:nvSpPr>
        <p:spPr>
          <a:xfrm>
            <a:off x="4725300" y="2420000"/>
            <a:ext cx="65895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15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결재 반려건수 (건/월)</a:t>
            </a:r>
          </a:p>
        </p:txBody>
      </p:sp>
      <p:sp>
        <p:nvSpPr>
          <p:cNvPr id="115" name="BeforeLabel"/>
          <p:cNvSpPr/>
          <p:nvPr/>
        </p:nvSpPr>
        <p:spPr>
          <a:xfrm>
            <a:off x="4725300" y="2820000"/>
            <a:ext cx="150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</a:p>
        </p:txBody>
      </p:sp>
      <p:sp>
        <p:nvSpPr>
          <p:cNvPr id="116" name="BeforeBarBG"/>
          <p:cNvSpPr/>
          <p:nvPr/>
        </p:nvSpPr>
        <p:spPr>
          <a:xfrm>
            <a:off x="6285300" y="2850000"/>
            <a:ext cx="4019500" cy="260000"/>
          </a:xfrm>
          <a:prstGeom prst="roundRect">
            <a:avLst>
              <a:gd name="adj" fmla="val 20000"/>
            </a:avLst>
          </a:prstGeom>
          <a:solidFill>
            <a:srgbClr val="33415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BeforeBarFill"/>
          <p:cNvSpPr/>
          <p:nvPr/>
        </p:nvSpPr>
        <p:spPr>
          <a:xfrm>
            <a:off x="6285300" y="2850000"/>
            <a:ext cx="4019500" cy="26000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BeforeVal"/>
          <p:cNvSpPr/>
          <p:nvPr/>
        </p:nvSpPr>
        <p:spPr>
          <a:xfrm>
            <a:off x="10364800" y="2820000"/>
            <a:ext cx="95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36건</a:t>
            </a:r>
          </a:p>
        </p:txBody>
      </p:sp>
      <p:sp>
        <p:nvSpPr>
          <p:cNvPr id="119" name="AfterLabel"/>
          <p:cNvSpPr/>
          <p:nvPr/>
        </p:nvSpPr>
        <p:spPr>
          <a:xfrm>
            <a:off x="4725300" y="3250000"/>
            <a:ext cx="150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</a:p>
        </p:txBody>
      </p:sp>
      <p:sp>
        <p:nvSpPr>
          <p:cNvPr id="120" name="AfterBarBG"/>
          <p:cNvSpPr/>
          <p:nvPr/>
        </p:nvSpPr>
        <p:spPr>
          <a:xfrm>
            <a:off x="6285300" y="3280000"/>
            <a:ext cx="4019500" cy="260000"/>
          </a:xfrm>
          <a:prstGeom prst="roundRect">
            <a:avLst>
              <a:gd name="adj" fmla="val 20000"/>
            </a:avLst>
          </a:prstGeom>
          <a:solidFill>
            <a:srgbClr val="33415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AfterBarFill"/>
          <p:cNvSpPr/>
          <p:nvPr/>
        </p:nvSpPr>
        <p:spPr>
          <a:xfrm>
            <a:off x="6285300" y="3280000"/>
            <a:ext cx="2679666" cy="2600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AfterVal"/>
          <p:cNvSpPr/>
          <p:nvPr/>
        </p:nvSpPr>
        <p:spPr>
          <a:xfrm>
            <a:off x="10364800" y="3250000"/>
            <a:ext cx="95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24건</a:t>
            </a:r>
          </a:p>
        </p:txBody>
      </p:sp>
      <p:sp>
        <p:nvSpPr>
          <p:cNvPr id="123" name="BarGroupLabel"/>
          <p:cNvSpPr/>
          <p:nvPr/>
        </p:nvSpPr>
        <p:spPr>
          <a:xfrm>
            <a:off x="4725300" y="3920000"/>
            <a:ext cx="65895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15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문의량 (건/월)</a:t>
            </a:r>
          </a:p>
        </p:txBody>
      </p:sp>
      <p:sp>
        <p:nvSpPr>
          <p:cNvPr id="124" name="BeforeLabel"/>
          <p:cNvSpPr/>
          <p:nvPr/>
        </p:nvSpPr>
        <p:spPr>
          <a:xfrm>
            <a:off x="4725300" y="4320000"/>
            <a:ext cx="150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</a:p>
        </p:txBody>
      </p:sp>
      <p:sp>
        <p:nvSpPr>
          <p:cNvPr id="125" name="BeforeBarBG"/>
          <p:cNvSpPr/>
          <p:nvPr/>
        </p:nvSpPr>
        <p:spPr>
          <a:xfrm>
            <a:off x="6285300" y="4350000"/>
            <a:ext cx="4019500" cy="260000"/>
          </a:xfrm>
          <a:prstGeom prst="roundRect">
            <a:avLst>
              <a:gd name="adj" fmla="val 20000"/>
            </a:avLst>
          </a:prstGeom>
          <a:solidFill>
            <a:srgbClr val="33415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BeforeBarFill"/>
          <p:cNvSpPr/>
          <p:nvPr/>
        </p:nvSpPr>
        <p:spPr>
          <a:xfrm>
            <a:off x="6285300" y="4350000"/>
            <a:ext cx="4019500" cy="26000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BeforeVal"/>
          <p:cNvSpPr/>
          <p:nvPr/>
        </p:nvSpPr>
        <p:spPr>
          <a:xfrm>
            <a:off x="10364800" y="4320000"/>
            <a:ext cx="95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25건</a:t>
            </a:r>
          </a:p>
        </p:txBody>
      </p:sp>
      <p:sp>
        <p:nvSpPr>
          <p:cNvPr id="128" name="AfterLabel"/>
          <p:cNvSpPr/>
          <p:nvPr/>
        </p:nvSpPr>
        <p:spPr>
          <a:xfrm>
            <a:off x="4725300" y="4750000"/>
            <a:ext cx="150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</a:p>
        </p:txBody>
      </p:sp>
      <p:sp>
        <p:nvSpPr>
          <p:cNvPr id="129" name="AfterBarBG"/>
          <p:cNvSpPr/>
          <p:nvPr/>
        </p:nvSpPr>
        <p:spPr>
          <a:xfrm>
            <a:off x="6285300" y="4780000"/>
            <a:ext cx="4019500" cy="260000"/>
          </a:xfrm>
          <a:prstGeom prst="roundRect">
            <a:avLst>
              <a:gd name="adj" fmla="val 20000"/>
            </a:avLst>
          </a:prstGeom>
          <a:solidFill>
            <a:srgbClr val="33415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AfterBarFill"/>
          <p:cNvSpPr/>
          <p:nvPr/>
        </p:nvSpPr>
        <p:spPr>
          <a:xfrm>
            <a:off x="6285300" y="4780000"/>
            <a:ext cx="2813650" cy="2600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1" name="AfterVal"/>
          <p:cNvSpPr/>
          <p:nvPr/>
        </p:nvSpPr>
        <p:spPr>
          <a:xfrm>
            <a:off x="10364800" y="4750000"/>
            <a:ext cx="95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17.5건</a:t>
            </a:r>
          </a:p>
        </p:txBody>
      </p:sp>
      <p:sp>
        <p:nvSpPr>
          <p:cNvPr id="132" name="BottomBanner"/>
          <p:cNvSpPr/>
          <p:nvPr/>
        </p:nvSpPr>
        <p:spPr>
          <a:xfrm>
            <a:off x="640080" y="5677850"/>
            <a:ext cx="10911535" cy="4191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" name="BottomText"/>
          <p:cNvSpPr/>
          <p:nvPr/>
        </p:nvSpPr>
        <p:spPr>
          <a:xfrm>
            <a:off x="757200" y="5677850"/>
            <a:ext cx="106776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 근거: </a:t>
            </a:r>
            <a:r>
              <a:rPr lang="ko-KR" alt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결재 반려는 최근 2개월 298건 중 회계 오류 72건 기준, 문의량은 임직원 월 1회 문의 가정 기준으로 산출</a:t>
            </a:r>
          </a:p>
        </p:txBody>
      </p:sp>
      <p:sp>
        <p:nvSpPr>
          <p:cNvPr id="6" name="Shape 17">
            <a:extLst>
              <a:ext uri="{FF2B5EF4-FFF2-40B4-BE49-F238E27FC236}">
                <a16:creationId xmlns:a16="http://schemas.microsoft.com/office/drawing/2014/main" id="{ED8D8012-7C82-EE9C-7604-29323733835B}"/>
              </a:ext>
            </a:extLst>
          </p:cNvPr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CE64D1E-F206-5C0B-3143-1059480D568B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3471A05-1393-99D7-450C-6BF583A4F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9" name="그림 8" descr="COWORKER">
              <a:extLst>
                <a:ext uri="{FF2B5EF4-FFF2-40B4-BE49-F238E27FC236}">
                  <a16:creationId xmlns:a16="http://schemas.microsoft.com/office/drawing/2014/main" id="{BC77FFF9-B368-A997-397B-309871BCC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sp>
        <p:nvSpPr>
          <p:cNvPr id="11" name="Text 0">
            <a:extLst>
              <a:ext uri="{FF2B5EF4-FFF2-40B4-BE49-F238E27FC236}">
                <a16:creationId xmlns:a16="http://schemas.microsoft.com/office/drawing/2014/main" id="{AA50710E-5DDA-B9F2-6B5E-FDA090F0DEDA}"/>
              </a:ext>
            </a:extLst>
          </p:cNvPr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IMPACT 1 · 정량 성과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opRight"/>
          <p:cNvSpPr/>
          <p:nvPr/>
        </p:nvSpPr>
        <p:spPr>
          <a:xfrm>
            <a:off x="8500000" y="420000"/>
            <a:ext cx="3234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ko-KR" alt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 → After 비교</a:t>
            </a:r>
          </a:p>
        </p:txBody>
      </p:sp>
      <p:sp>
        <p:nvSpPr>
          <p:cNvPr id="203" name="Title"/>
          <p:cNvSpPr/>
          <p:nvPr/>
        </p:nvSpPr>
        <p:spPr>
          <a:xfrm>
            <a:off x="640080" y="684088"/>
            <a:ext cx="1050000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 성과 </a:t>
            </a:r>
            <a:r>
              <a:rPr lang="en-US" altLang="ko-KR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r>
              <a:rPr lang="ko-KR" alt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연간 업무시간 절감 (인당 15h/연, 팀 전체 120h 확보)</a:t>
            </a:r>
          </a:p>
        </p:txBody>
      </p:sp>
      <p:sp>
        <p:nvSpPr>
          <p:cNvPr id="204" name="LeftCard"/>
          <p:cNvSpPr/>
          <p:nvPr/>
        </p:nvSpPr>
        <p:spPr>
          <a:xfrm>
            <a:off x="640080" y="1450000"/>
            <a:ext cx="3436620" cy="4000000"/>
          </a:xfrm>
          <a:prstGeom prst="roundRect">
            <a:avLst>
              <a:gd name="adj" fmla="val 175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5" name="L Label"/>
          <p:cNvSpPr/>
          <p:nvPr/>
        </p:nvSpPr>
        <p:spPr>
          <a:xfrm>
            <a:off x="807200" y="1800000"/>
            <a:ext cx="29195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1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1인당 연간 업무 절감 시간</a:t>
            </a:r>
          </a:p>
        </p:txBody>
      </p:sp>
      <p:sp>
        <p:nvSpPr>
          <p:cNvPr id="206" name="L Big"/>
          <p:cNvSpPr/>
          <p:nvPr/>
        </p:nvSpPr>
        <p:spPr>
          <a:xfrm>
            <a:off x="807200" y="2180000"/>
            <a:ext cx="2919500" cy="7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4400" b="1" dirty="0">
                <a:solidFill>
                  <a:srgbClr val="60A5F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15h</a:t>
            </a:r>
            <a:r>
              <a:rPr lang="ko-KR" altLang="en-US" sz="2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/연</a:t>
            </a:r>
          </a:p>
        </p:txBody>
      </p:sp>
      <p:sp>
        <p:nvSpPr>
          <p:cNvPr id="207" name="L Detail"/>
          <p:cNvSpPr/>
          <p:nvPr/>
        </p:nvSpPr>
        <p:spPr>
          <a:xfrm>
            <a:off x="807200" y="3000000"/>
            <a:ext cx="29195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125h → 110h (-15h/연)</a:t>
            </a:r>
          </a:p>
        </p:txBody>
      </p:sp>
      <p:sp>
        <p:nvSpPr>
          <p:cNvPr id="208" name="L Divider"/>
          <p:cNvSpPr/>
          <p:nvPr/>
        </p:nvSpPr>
        <p:spPr>
          <a:xfrm>
            <a:off x="807200" y="3550000"/>
            <a:ext cx="2919500" cy="9525"/>
          </a:xfrm>
          <a:prstGeom prst="roundRect">
            <a:avLst>
              <a:gd name="adj" fmla="val 20000"/>
            </a:avLst>
          </a:prstGeom>
          <a:solidFill>
            <a:srgbClr val="33415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9" name="Assumption"/>
          <p:cNvSpPr/>
          <p:nvPr/>
        </p:nvSpPr>
        <p:spPr>
          <a:xfrm>
            <a:off x="807200" y="3750000"/>
            <a:ext cx="2919500" cy="18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ko-KR" altLang="en-US" sz="9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임직원이 월 1회만 문의해도 하루 약 25건 (가정)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ko-KR" alt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하루 25건 ÷ 8명(회계팀 전체) = 1인당 하루 3.125건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ko-KR" alt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3.125건 × 연간 영업일 240일(20일×12개월) = 1인당 연간 750건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ko-KR" alt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750건 × 10분 = 7,500분 = 1인당 연간 125시간</a:t>
            </a:r>
          </a:p>
        </p:txBody>
      </p:sp>
      <p:sp>
        <p:nvSpPr>
          <p:cNvPr id="210" name="RightCard"/>
          <p:cNvSpPr/>
          <p:nvPr/>
        </p:nvSpPr>
        <p:spPr>
          <a:xfrm>
            <a:off x="4305300" y="1450000"/>
            <a:ext cx="7246315" cy="4000000"/>
          </a:xfrm>
          <a:prstGeom prst="roundRect">
            <a:avLst>
              <a:gd name="adj" fmla="val 175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" name="Right Header"/>
          <p:cNvSpPr/>
          <p:nvPr/>
        </p:nvSpPr>
        <p:spPr>
          <a:xfrm>
            <a:off x="4725300" y="1870000"/>
            <a:ext cx="6589500" cy="3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1인당 연간 단순 문의 소모 시간 변화 (Before vs After)</a:t>
            </a:r>
          </a:p>
        </p:txBody>
      </p:sp>
      <p:sp>
        <p:nvSpPr>
          <p:cNvPr id="212" name="InfoBox1"/>
          <p:cNvSpPr/>
          <p:nvPr/>
        </p:nvSpPr>
        <p:spPr>
          <a:xfrm>
            <a:off x="4725300" y="2370000"/>
            <a:ext cx="3174750" cy="950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3" name="InfoBox1 Title"/>
          <p:cNvSpPr/>
          <p:nvPr/>
        </p:nvSpPr>
        <p:spPr>
          <a:xfrm>
            <a:off x="4905300" y="2700000"/>
            <a:ext cx="281475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고부가가치 업무 전환</a:t>
            </a:r>
          </a:p>
        </p:txBody>
      </p:sp>
      <p:sp>
        <p:nvSpPr>
          <p:cNvPr id="215" name="InfoBox2"/>
          <p:cNvSpPr/>
          <p:nvPr/>
        </p:nvSpPr>
        <p:spPr>
          <a:xfrm>
            <a:off x="8140050" y="2370000"/>
            <a:ext cx="3174750" cy="950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6" name="InfoBox2 Title"/>
          <p:cNvSpPr/>
          <p:nvPr/>
        </p:nvSpPr>
        <p:spPr>
          <a:xfrm>
            <a:off x="8320050" y="2700000"/>
            <a:ext cx="281475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증원 대체 효과</a:t>
            </a:r>
          </a:p>
        </p:txBody>
      </p:sp>
      <p:sp>
        <p:nvSpPr>
          <p:cNvPr id="218" name="BarGroupLabel"/>
          <p:cNvSpPr/>
          <p:nvPr/>
        </p:nvSpPr>
        <p:spPr>
          <a:xfrm>
            <a:off x="4725300" y="3720000"/>
            <a:ext cx="65895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15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1인당 연간 문의 대응 시간</a:t>
            </a:r>
          </a:p>
        </p:txBody>
      </p:sp>
      <p:sp>
        <p:nvSpPr>
          <p:cNvPr id="219" name="BeforeLabel"/>
          <p:cNvSpPr/>
          <p:nvPr/>
        </p:nvSpPr>
        <p:spPr>
          <a:xfrm>
            <a:off x="4725300" y="4120000"/>
            <a:ext cx="150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</a:p>
        </p:txBody>
      </p:sp>
      <p:sp>
        <p:nvSpPr>
          <p:cNvPr id="220" name="BeforeBarBG"/>
          <p:cNvSpPr/>
          <p:nvPr/>
        </p:nvSpPr>
        <p:spPr>
          <a:xfrm>
            <a:off x="6285300" y="4150000"/>
            <a:ext cx="4019500" cy="260000"/>
          </a:xfrm>
          <a:prstGeom prst="roundRect">
            <a:avLst>
              <a:gd name="adj" fmla="val 20000"/>
            </a:avLst>
          </a:prstGeom>
          <a:solidFill>
            <a:srgbClr val="33415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BeforeBarFill"/>
          <p:cNvSpPr/>
          <p:nvPr/>
        </p:nvSpPr>
        <p:spPr>
          <a:xfrm>
            <a:off x="6285300" y="4150000"/>
            <a:ext cx="4019500" cy="26000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BeforeVal"/>
          <p:cNvSpPr/>
          <p:nvPr/>
        </p:nvSpPr>
        <p:spPr>
          <a:xfrm>
            <a:off x="10364800" y="4120000"/>
            <a:ext cx="95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125h/연</a:t>
            </a:r>
          </a:p>
        </p:txBody>
      </p:sp>
      <p:sp>
        <p:nvSpPr>
          <p:cNvPr id="223" name="AfterLabel"/>
          <p:cNvSpPr/>
          <p:nvPr/>
        </p:nvSpPr>
        <p:spPr>
          <a:xfrm>
            <a:off x="4725300" y="4550000"/>
            <a:ext cx="150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</a:p>
        </p:txBody>
      </p:sp>
      <p:sp>
        <p:nvSpPr>
          <p:cNvPr id="224" name="AfterBarBG"/>
          <p:cNvSpPr/>
          <p:nvPr/>
        </p:nvSpPr>
        <p:spPr>
          <a:xfrm>
            <a:off x="6285300" y="4580000"/>
            <a:ext cx="4019500" cy="260000"/>
          </a:xfrm>
          <a:prstGeom prst="roundRect">
            <a:avLst>
              <a:gd name="adj" fmla="val 20000"/>
            </a:avLst>
          </a:prstGeom>
          <a:solidFill>
            <a:srgbClr val="33415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5" name="AfterBarFill"/>
          <p:cNvSpPr/>
          <p:nvPr/>
        </p:nvSpPr>
        <p:spPr>
          <a:xfrm>
            <a:off x="6285300" y="4580000"/>
            <a:ext cx="3537160" cy="2600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6" name="AfterVal"/>
          <p:cNvSpPr/>
          <p:nvPr/>
        </p:nvSpPr>
        <p:spPr>
          <a:xfrm>
            <a:off x="10364800" y="4550000"/>
            <a:ext cx="95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110h/연</a:t>
            </a:r>
          </a:p>
        </p:txBody>
      </p:sp>
      <p:sp>
        <p:nvSpPr>
          <p:cNvPr id="227" name="BottomBanner"/>
          <p:cNvSpPr/>
          <p:nvPr/>
        </p:nvSpPr>
        <p:spPr>
          <a:xfrm>
            <a:off x="640080" y="5638800"/>
            <a:ext cx="10911535" cy="4191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8" name="BottomText"/>
          <p:cNvSpPr/>
          <p:nvPr/>
        </p:nvSpPr>
        <p:spPr>
          <a:xfrm>
            <a:off x="757200" y="5638800"/>
            <a:ext cx="106776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 수식: </a:t>
            </a:r>
            <a:r>
              <a:rPr lang="ko-KR" alt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[월 7.5건 감소 × 10분 = 75분/월] → 연간 900분(15시간/인당) / 회계팀 8명 전체 총 120시간 순공수 확보</a:t>
            </a:r>
          </a:p>
        </p:txBody>
      </p:sp>
      <p:sp>
        <p:nvSpPr>
          <p:cNvPr id="2" name="Shape 17">
            <a:extLst>
              <a:ext uri="{FF2B5EF4-FFF2-40B4-BE49-F238E27FC236}">
                <a16:creationId xmlns:a16="http://schemas.microsoft.com/office/drawing/2014/main" id="{649182D2-4239-2B58-077E-11C82832112D}"/>
              </a:ext>
            </a:extLst>
          </p:cNvPr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E21B17D-C05E-B9FD-AA9B-42E7C3DEEF14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7C9B4BE-AFB1-56ED-A55D-76558F924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5" name="그림 4" descr="COWORKER">
              <a:extLst>
                <a:ext uri="{FF2B5EF4-FFF2-40B4-BE49-F238E27FC236}">
                  <a16:creationId xmlns:a16="http://schemas.microsoft.com/office/drawing/2014/main" id="{08D50304-1496-884D-9153-34EF9BB4E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sp>
        <p:nvSpPr>
          <p:cNvPr id="7" name="Text 0">
            <a:extLst>
              <a:ext uri="{FF2B5EF4-FFF2-40B4-BE49-F238E27FC236}">
                <a16:creationId xmlns:a16="http://schemas.microsoft.com/office/drawing/2014/main" id="{A9751129-FACA-54B8-EB64-D03B9BD64A9F}"/>
              </a:ext>
            </a:extLst>
          </p:cNvPr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IMPACT 1 · 정량 성과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IMPACT 2 · 정성적 변화</a:t>
            </a:r>
            <a:endParaRPr lang="en-US" sz="1200" dirty="0">
              <a:solidFill>
                <a:srgbClr val="FBBF24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351215" y="438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 이면의 변화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정성적</a:t>
            </a: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변화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57400" y="2354580"/>
            <a:ext cx="640080" cy="64008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057400" y="23545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204421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사업부 자립적 판단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604913"/>
            <a:ext cx="29260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회계팀을 거치지 않고도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사업부 </a:t>
            </a:r>
            <a:r>
              <a:rPr lang="en-US" sz="14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스스로</a:t>
            </a: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</a:t>
            </a: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760720" y="2354580"/>
            <a:ext cx="640080" cy="64008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760720" y="23545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3204421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속도 향상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3604913"/>
            <a:ext cx="29260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회계팀 확인 대기시간이 사라지며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현업 의사결정 사이클 단축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464040" y="2354580"/>
            <a:ext cx="640080" cy="64008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464040" y="23545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75320" y="3204421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대응력 강화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3604913"/>
            <a:ext cx="29260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미팅에서 사업부가 직접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계약·매출 구조를 설명 가능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회계팀 의존도를 낮추는 게 아니라, 사업부의 판단 역량 자체를 높이는 작업</a:t>
            </a:r>
            <a:endParaRPr lang="en-US" sz="1250" dirty="0">
              <a:solidFill>
                <a:srgbClr val="FBBF24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B69D6E2-6757-6CF8-A470-758C466F9F1B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A9EABF1A-3D2C-C92D-ED70-DCA7B20A4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29" name="그림 28" descr="COWORKER">
              <a:extLst>
                <a:ext uri="{FF2B5EF4-FFF2-40B4-BE49-F238E27FC236}">
                  <a16:creationId xmlns:a16="http://schemas.microsoft.com/office/drawing/2014/main" id="{F85B4743-05D9-B2B6-93B7-7BB8B1F7B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IMPACT 3 · 조직 리스크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51215" y="438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인수인계 리스크 완화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인수인계 때도 참고할 수 있게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담당자가 바뀌어도 괜찮도록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5257800" cy="265176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매뉴얼 부재 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조직개편·인사이동 시 업무공백 발생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담당자 개인 지식에 의존한 전표 처리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인수인계 과정에서 판단 기준 유실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971800"/>
            <a:ext cx="5257800" cy="265176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537960" y="3200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매뉴얼 존재 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365760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담당자가 바뀌어도 판단 기준은 문서로 유지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사람 의존 지식을 시스템으로 이전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인수인계 리스크 및 전표공백 최소화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2CD8B19-69FC-4B17-455D-24B635BD7C07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EF4AE326-8A0D-412D-E340-3286508351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21" name="그림 20" descr="COWORKER">
              <a:extLst>
                <a:ext uri="{FF2B5EF4-FFF2-40B4-BE49-F238E27FC236}">
                  <a16:creationId xmlns:a16="http://schemas.microsoft.com/office/drawing/2014/main" id="{55E3CB72-3F6C-7414-72C8-76150CCC1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image.png">
            <a:extLst>
              <a:ext uri="{FF2B5EF4-FFF2-40B4-BE49-F238E27FC236}">
                <a16:creationId xmlns:a16="http://schemas.microsoft.com/office/drawing/2014/main" id="{CAE8A6E8-993B-AE67-1A36-ABB0A7346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STEP · 후속 계획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51215" y="438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후속 필요 사항 및 향후 계획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후속 필요 사항 및 향후 계획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60120" y="2103120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601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057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</a:t>
            </a: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파트 최종 결합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514600"/>
            <a:ext cx="3855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 매뉴얼 연동 완료 및 링크 통합 </a:t>
            </a:r>
            <a:r>
              <a:rPr lang="en-US" sz="14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</a:t>
            </a: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257800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492240" y="2103120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92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57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전사</a:t>
            </a: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안내 및 교육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86600" y="2628901"/>
            <a:ext cx="3855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사업부 대상 회계 Wiki 활용 가이드 공유 및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입사자 온보딩 필수 모듈로 등록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5257800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60120" y="4389120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6012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343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</a:t>
            </a: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기반 업데이트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800600"/>
            <a:ext cx="3855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</a:t>
            </a: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묻는 질문을 Wiki 매뉴얼에 지속 반영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4069080"/>
            <a:ext cx="5257800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492240" y="4389120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922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86600" y="4343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주기적</a:t>
            </a: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00" b="1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최신화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86600" y="4914901"/>
            <a:ext cx="3855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회계기준·세법 </a:t>
            </a:r>
            <a:r>
              <a:rPr lang="en-US" sz="14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변경사항을</a:t>
            </a: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정기적으로</a:t>
            </a:r>
            <a:r>
              <a:rPr lang="en-US" sz="1400" dirty="0"/>
              <a:t> </a:t>
            </a:r>
            <a:r>
              <a:rPr lang="en-US" sz="14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반영하는</a:t>
            </a: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4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업데이트</a:t>
            </a: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주기</a:t>
            </a: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수립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2FFFA01-B431-F1FB-C052-2B8D59847093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8BCC00A6-E9F4-FB7F-A73C-7FF121D1B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32" name="그림 31" descr="COWORKER">
              <a:extLst>
                <a:ext uri="{FF2B5EF4-FFF2-40B4-BE49-F238E27FC236}">
                  <a16:creationId xmlns:a16="http://schemas.microsoft.com/office/drawing/2014/main" id="{71779463-D4BE-ECD9-60B7-EC823268B0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DD526-2B08-AFE4-6E0F-7E05E597E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1" descr="image.png">
            <a:extLst>
              <a:ext uri="{FF2B5EF4-FFF2-40B4-BE49-F238E27FC236}">
                <a16:creationId xmlns:a16="http://schemas.microsoft.com/office/drawing/2014/main" id="{C94436D1-97E9-62D5-33C2-7115B0966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29C8DFB-0CA7-103B-0174-6E2A23B5B938}"/>
              </a:ext>
            </a:extLst>
          </p:cNvPr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LESSON · 배운 점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0F81658-A421-9E9E-F35D-8FB9123B6AC8}"/>
              </a:ext>
            </a:extLst>
          </p:cNvPr>
          <p:cNvSpPr/>
          <p:nvPr/>
        </p:nvSpPr>
        <p:spPr>
          <a:xfrm>
            <a:off x="8351215" y="438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배운 점 / 느낀 점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CE23CAC-6F45-515A-529E-CB93C6029DB9}"/>
              </a:ext>
            </a:extLst>
          </p:cNvPr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배운 점 / 느낀 점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7CD2FAE-04AA-3CCF-5076-AC275F1ADBE3}"/>
              </a:ext>
            </a:extLst>
          </p:cNvPr>
          <p:cNvSpPr/>
          <p:nvPr/>
        </p:nvSpPr>
        <p:spPr>
          <a:xfrm>
            <a:off x="635924" y="2959637"/>
            <a:ext cx="3452586" cy="1272903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15A06DD-5120-166C-E9C5-0906FD4DF9A6}"/>
              </a:ext>
            </a:extLst>
          </p:cNvPr>
          <p:cNvSpPr/>
          <p:nvPr/>
        </p:nvSpPr>
        <p:spPr>
          <a:xfrm>
            <a:off x="921040" y="3344628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4F3175A-A2DE-B232-6F29-08B56F7C4275}"/>
              </a:ext>
            </a:extLst>
          </p:cNvPr>
          <p:cNvSpPr/>
          <p:nvPr/>
        </p:nvSpPr>
        <p:spPr>
          <a:xfrm>
            <a:off x="921040" y="33446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F805562-C990-C3E8-6AB6-2E2574EB5172}"/>
              </a:ext>
            </a:extLst>
          </p:cNvPr>
          <p:cNvSpPr/>
          <p:nvPr/>
        </p:nvSpPr>
        <p:spPr>
          <a:xfrm>
            <a:off x="1561983" y="3219081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 구조에 대한 이해</a:t>
            </a:r>
            <a:endParaRPr lang="en-US" sz="16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0D819E4-A704-4AC4-477F-D1D1712EC6AB}"/>
              </a:ext>
            </a:extLst>
          </p:cNvPr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A84CD78E-4A12-4E3F-1F19-B2B039F0677D}"/>
              </a:ext>
            </a:extLst>
          </p:cNvPr>
          <p:cNvGrpSpPr/>
          <p:nvPr/>
        </p:nvGrpSpPr>
        <p:grpSpPr>
          <a:xfrm>
            <a:off x="635924" y="6488089"/>
            <a:ext cx="1210069" cy="139927"/>
            <a:chOff x="3396462" y="5633787"/>
            <a:chExt cx="4502939" cy="520700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314A732C-7FE1-43A8-F95A-25FCDB807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27" name="그림 26" descr="COWORKER">
              <a:extLst>
                <a:ext uri="{FF2B5EF4-FFF2-40B4-BE49-F238E27FC236}">
                  <a16:creationId xmlns:a16="http://schemas.microsoft.com/office/drawing/2014/main" id="{87B18F38-CA16-DA7E-4436-4D4AAEB83C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sp>
        <p:nvSpPr>
          <p:cNvPr id="21" name="Shape 3">
            <a:extLst>
              <a:ext uri="{FF2B5EF4-FFF2-40B4-BE49-F238E27FC236}">
                <a16:creationId xmlns:a16="http://schemas.microsoft.com/office/drawing/2014/main" id="{5569F125-7E0D-9EF4-832F-E6BC6401AEE2}"/>
              </a:ext>
            </a:extLst>
          </p:cNvPr>
          <p:cNvSpPr/>
          <p:nvPr/>
        </p:nvSpPr>
        <p:spPr>
          <a:xfrm>
            <a:off x="4322554" y="2959637"/>
            <a:ext cx="3452586" cy="1272903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6EEBB966-83CE-6CA3-59CD-F0217245E5FD}"/>
              </a:ext>
            </a:extLst>
          </p:cNvPr>
          <p:cNvSpPr/>
          <p:nvPr/>
        </p:nvSpPr>
        <p:spPr>
          <a:xfrm>
            <a:off x="4607670" y="3344628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ED1F9A7F-C33E-0325-CD66-8AE152AC86A7}"/>
              </a:ext>
            </a:extLst>
          </p:cNvPr>
          <p:cNvSpPr/>
          <p:nvPr/>
        </p:nvSpPr>
        <p:spPr>
          <a:xfrm>
            <a:off x="4607670" y="33446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2</a:t>
            </a:r>
            <a:endParaRPr lang="en-US" sz="18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1078665E-4191-7CF0-9785-61279497639E}"/>
              </a:ext>
            </a:extLst>
          </p:cNvPr>
          <p:cNvSpPr/>
          <p:nvPr/>
        </p:nvSpPr>
        <p:spPr>
          <a:xfrm>
            <a:off x="5248613" y="3219081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기준을 정리하는 어려움</a:t>
            </a:r>
            <a:endParaRPr lang="en-US" sz="1600" dirty="0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89C345E5-2D7B-FC5E-D9BE-2F313B160C53}"/>
              </a:ext>
            </a:extLst>
          </p:cNvPr>
          <p:cNvSpPr/>
          <p:nvPr/>
        </p:nvSpPr>
        <p:spPr>
          <a:xfrm>
            <a:off x="8009184" y="2959637"/>
            <a:ext cx="3452586" cy="1272903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4109E5D3-EFE7-AA3E-C99E-14E090699605}"/>
              </a:ext>
            </a:extLst>
          </p:cNvPr>
          <p:cNvSpPr/>
          <p:nvPr/>
        </p:nvSpPr>
        <p:spPr>
          <a:xfrm>
            <a:off x="8294300" y="3344628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A65894DB-45C4-B1FD-A90F-215F12C00527}"/>
              </a:ext>
            </a:extLst>
          </p:cNvPr>
          <p:cNvSpPr/>
          <p:nvPr/>
        </p:nvSpPr>
        <p:spPr>
          <a:xfrm>
            <a:off x="8294300" y="33446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3</a:t>
            </a:r>
            <a:endParaRPr lang="en-US" sz="180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AC8F0CD2-CCCE-0E0C-771A-553D08E3714E}"/>
              </a:ext>
            </a:extLst>
          </p:cNvPr>
          <p:cNvSpPr/>
          <p:nvPr/>
        </p:nvSpPr>
        <p:spPr>
          <a:xfrm>
            <a:off x="8935243" y="3219081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</a:rPr>
              <a:t>AI</a:t>
            </a:r>
            <a:r>
              <a:rPr lang="ko-KR" alt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</a:rPr>
              <a:t>를 활용한 경험</a:t>
            </a:r>
            <a:endParaRPr lang="en-US" sz="1600" b="1" dirty="0">
              <a:solidFill>
                <a:srgbClr val="1E293B"/>
              </a:solidFill>
              <a:latin typeface="Noto Sans KR" pitchFamily="34" charset="0"/>
              <a:ea typeface="Noto Sans KR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456104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65313-9E46-173C-FEE1-3591CE337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2735AC43-5B22-EB9D-1DDC-2CD30377A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3B2B7F-71D9-D06F-58E6-C6EC6F3356F0}"/>
              </a:ext>
            </a:extLst>
          </p:cNvPr>
          <p:cNvSpPr txBox="1"/>
          <p:nvPr/>
        </p:nvSpPr>
        <p:spPr>
          <a:xfrm>
            <a:off x="3631779" y="2328862"/>
            <a:ext cx="4928441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4800" b="1" dirty="0">
                <a:solidFill>
                  <a:srgbClr val="0F172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감사합니다</a:t>
            </a:r>
            <a:endParaRPr sz="4800" b="1" i="0" u="none" dirty="0">
              <a:solidFill>
                <a:srgbClr val="0F172A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6CEC148-70D4-A7E1-4439-8E7F76A9E477}"/>
              </a:ext>
            </a:extLst>
          </p:cNvPr>
          <p:cNvGrpSpPr/>
          <p:nvPr/>
        </p:nvGrpSpPr>
        <p:grpSpPr>
          <a:xfrm>
            <a:off x="5321430" y="6529300"/>
            <a:ext cx="1549140" cy="179136"/>
            <a:chOff x="3396462" y="5633787"/>
            <a:chExt cx="4502939" cy="520700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883A0443-74C6-9DD9-53CD-57BA2BE6B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14" name="그림 13" descr="COWORKER">
              <a:extLst>
                <a:ext uri="{FF2B5EF4-FFF2-40B4-BE49-F238E27FC236}">
                  <a16:creationId xmlns:a16="http://schemas.microsoft.com/office/drawing/2014/main" id="{01018767-5F14-B0DC-8195-6FDDA8F57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98966F7F-3FAD-BF22-3302-2254BD041E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066459" y="2828571"/>
            <a:ext cx="2467319" cy="2534003"/>
          </a:xfrm>
          <a:prstGeom prst="rect">
            <a:avLst/>
          </a:prstGeom>
        </p:spPr>
      </p:pic>
      <p:sp>
        <p:nvSpPr>
          <p:cNvPr id="5" name="Shape 33">
            <a:extLst>
              <a:ext uri="{FF2B5EF4-FFF2-40B4-BE49-F238E27FC236}">
                <a16:creationId xmlns:a16="http://schemas.microsoft.com/office/drawing/2014/main" id="{7D1F17BE-11DD-FE98-101E-C82035753165}"/>
              </a:ext>
            </a:extLst>
          </p:cNvPr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989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18859" y="2328862"/>
            <a:ext cx="1754281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 dirty="0">
                <a:solidFill>
                  <a:srgbClr val="0F172A"/>
                </a:solidFill>
                <a:latin typeface="Noto Sans KR Black"/>
              </a:rPr>
              <a:t>Q &amp; A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CE4A785-6FCB-6126-1A37-AADA6DBCF99F}"/>
              </a:ext>
            </a:extLst>
          </p:cNvPr>
          <p:cNvGrpSpPr/>
          <p:nvPr/>
        </p:nvGrpSpPr>
        <p:grpSpPr>
          <a:xfrm>
            <a:off x="5321430" y="6529300"/>
            <a:ext cx="1549140" cy="179136"/>
            <a:chOff x="3396462" y="5633787"/>
            <a:chExt cx="4502939" cy="520700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2CBAB48E-39BB-B478-6843-EC05A5A754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6462" y="5633787"/>
              <a:ext cx="2152891" cy="520699"/>
            </a:xfrm>
            <a:prstGeom prst="rect">
              <a:avLst/>
            </a:prstGeom>
          </p:spPr>
        </p:pic>
        <p:pic>
          <p:nvPicPr>
            <p:cNvPr id="14" name="그림 13" descr="COWORKER">
              <a:extLst>
                <a:ext uri="{FF2B5EF4-FFF2-40B4-BE49-F238E27FC236}">
                  <a16:creationId xmlns:a16="http://schemas.microsoft.com/office/drawing/2014/main" id="{F0B64A8F-6E22-A69F-97C3-D8A4F7224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16601" y="5633787"/>
              <a:ext cx="2082800" cy="520700"/>
            </a:xfrm>
            <a:prstGeom prst="rect">
              <a:avLst/>
            </a:prstGeom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2DE1FA85-D465-7E26-0602-3D1A1B0F36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066459" y="2828571"/>
            <a:ext cx="2467319" cy="2534003"/>
          </a:xfrm>
          <a:prstGeom prst="rect">
            <a:avLst/>
          </a:prstGeom>
        </p:spPr>
      </p:pic>
      <p:sp>
        <p:nvSpPr>
          <p:cNvPr id="5" name="Shape 33">
            <a:extLst>
              <a:ext uri="{FF2B5EF4-FFF2-40B4-BE49-F238E27FC236}">
                <a16:creationId xmlns:a16="http://schemas.microsoft.com/office/drawing/2014/main" id="{1570546C-B0F9-BF32-D2EB-A7864DBFF8A2}"/>
              </a:ext>
            </a:extLst>
          </p:cNvPr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788</TotalTime>
  <Words>1636</Words>
  <Application>Microsoft Office PowerPoint</Application>
  <PresentationFormat>와이드스크린</PresentationFormat>
  <Paragraphs>364</Paragraphs>
  <Slides>31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5" baseType="lpstr">
      <vt:lpstr>Noto Sans KR</vt:lpstr>
      <vt:lpstr>Noto Sans KR Black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문 동진(KSTD)</cp:lastModifiedBy>
  <cp:revision>1</cp:revision>
  <dcterms:created xsi:type="dcterms:W3CDTF">2026-08-07T00:58:23Z</dcterms:created>
  <dcterms:modified xsi:type="dcterms:W3CDTF">2026-08-11T06:47:29Z</dcterms:modified>
</cp:coreProperties>
</file>