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  <p:sldId id="270" r:id="rId4"/>
    <p:sldId id="259" r:id="rId5"/>
    <p:sldId id="264" r:id="rId6"/>
    <p:sldId id="273" r:id="rId7"/>
    <p:sldId id="269" r:id="rId8"/>
    <p:sldId id="272" r:id="rId9"/>
    <p:sldId id="261" r:id="rId10"/>
    <p:sldId id="263" r:id="rId11"/>
    <p:sldId id="265" r:id="rId12"/>
    <p:sldId id="267" r:id="rId13"/>
    <p:sldId id="268" r:id="rId14"/>
    <p:sldId id="271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563EB"/>
    <a:srgbClr val="EFF6FF"/>
    <a:srgbClr val="F2F7FE"/>
    <a:srgbClr val="1E3A8A"/>
    <a:srgbClr val="F1F5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832CE27-458F-4471-AABB-39BBAAA49903}" v="159" dt="2026-08-03T05:26:50.918"/>
    <p1510:client id="{67CD54AE-1B03-441E-A69D-2ACA2B839AE5}" v="110" dt="2026-08-03T02:08:22.762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838" autoAdjust="0"/>
    <p:restoredTop sz="96242" autoAdjust="0"/>
  </p:normalViewPr>
  <p:slideViewPr>
    <p:cSldViewPr snapToGrid="0" snapToObjects="1">
      <p:cViewPr>
        <p:scale>
          <a:sx n="75" d="100"/>
          <a:sy n="75" d="100"/>
        </p:scale>
        <p:origin x="1230" y="8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문 동진(KSTD)" userId="3d26c5c2-5d13-41b2-b4a9-bebd91ca5bef" providerId="ADAL" clId="{AC91C77A-115B-4066-B24C-58E72D5C40B6}"/>
    <pc:docChg chg="undo redo custSel addSld delSld modSld sldOrd">
      <pc:chgData name="문 동진(KSTD)" userId="3d26c5c2-5d13-41b2-b4a9-bebd91ca5bef" providerId="ADAL" clId="{AC91C77A-115B-4066-B24C-58E72D5C40B6}" dt="2026-08-03T05:26:50.918" v="2101" actId="164"/>
      <pc:docMkLst>
        <pc:docMk/>
      </pc:docMkLst>
      <pc:sldChg chg="addSp modSp mod">
        <pc:chgData name="문 동진(KSTD)" userId="3d26c5c2-5d13-41b2-b4a9-bebd91ca5bef" providerId="ADAL" clId="{AC91C77A-115B-4066-B24C-58E72D5C40B6}" dt="2026-08-03T03:53:18.686" v="1658" actId="1076"/>
        <pc:sldMkLst>
          <pc:docMk/>
          <pc:sldMk cId="0" sldId="256"/>
        </pc:sldMkLst>
        <pc:spChg chg="mod">
          <ac:chgData name="문 동진(KSTD)" userId="3d26c5c2-5d13-41b2-b4a9-bebd91ca5bef" providerId="ADAL" clId="{AC91C77A-115B-4066-B24C-58E72D5C40B6}" dt="2026-08-03T03:53:18.686" v="1658" actId="1076"/>
          <ac:spMkLst>
            <pc:docMk/>
            <pc:sldMk cId="0" sldId="256"/>
            <ac:spMk id="4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3T03:52:50.866" v="1651" actId="1076"/>
          <ac:spMkLst>
            <pc:docMk/>
            <pc:sldMk cId="0" sldId="256"/>
            <ac:spMk id="8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3T03:52:50.866" v="1651" actId="1076"/>
          <ac:spMkLst>
            <pc:docMk/>
            <pc:sldMk cId="0" sldId="256"/>
            <ac:spMk id="9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3T03:52:50.866" v="1651" actId="1076"/>
          <ac:spMkLst>
            <pc:docMk/>
            <pc:sldMk cId="0" sldId="256"/>
            <ac:spMk id="10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3T03:52:50.866" v="1651" actId="1076"/>
          <ac:spMkLst>
            <pc:docMk/>
            <pc:sldMk cId="0" sldId="256"/>
            <ac:spMk id="11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3T03:52:50.866" v="1651" actId="1076"/>
          <ac:spMkLst>
            <pc:docMk/>
            <pc:sldMk cId="0" sldId="256"/>
            <ac:spMk id="12" creationId="{00000000-0000-0000-0000-000000000000}"/>
          </ac:spMkLst>
        </pc:spChg>
        <pc:grpChg chg="add mod">
          <ac:chgData name="문 동진(KSTD)" userId="3d26c5c2-5d13-41b2-b4a9-bebd91ca5bef" providerId="ADAL" clId="{AC91C77A-115B-4066-B24C-58E72D5C40B6}" dt="2026-08-03T03:52:59.649" v="1653" actId="1076"/>
          <ac:grpSpMkLst>
            <pc:docMk/>
            <pc:sldMk cId="0" sldId="256"/>
            <ac:grpSpMk id="19" creationId="{6B46B2DA-FBBE-4885-26F3-3628ABC0D099}"/>
          </ac:grpSpMkLst>
        </pc:grpChg>
        <pc:picChg chg="mod">
          <ac:chgData name="문 동진(KSTD)" userId="3d26c5c2-5d13-41b2-b4a9-bebd91ca5bef" providerId="ADAL" clId="{AC91C77A-115B-4066-B24C-58E72D5C40B6}" dt="2026-08-03T03:52:45.404" v="1650" actId="1076"/>
          <ac:picMkLst>
            <pc:docMk/>
            <pc:sldMk cId="0" sldId="256"/>
            <ac:picMk id="3" creationId="{00000000-0000-0000-0000-000000000000}"/>
          </ac:picMkLst>
        </pc:picChg>
        <pc:picChg chg="mod">
          <ac:chgData name="문 동진(KSTD)" userId="3d26c5c2-5d13-41b2-b4a9-bebd91ca5bef" providerId="ADAL" clId="{AC91C77A-115B-4066-B24C-58E72D5C40B6}" dt="2026-08-03T03:53:18.686" v="1658" actId="1076"/>
          <ac:picMkLst>
            <pc:docMk/>
            <pc:sldMk cId="0" sldId="256"/>
            <ac:picMk id="7" creationId="{00000000-0000-0000-0000-000000000000}"/>
          </ac:picMkLst>
        </pc:picChg>
        <pc:picChg chg="mod">
          <ac:chgData name="문 동진(KSTD)" userId="3d26c5c2-5d13-41b2-b4a9-bebd91ca5bef" providerId="ADAL" clId="{AC91C77A-115B-4066-B24C-58E72D5C40B6}" dt="2026-08-03T03:52:50.866" v="1651" actId="1076"/>
          <ac:picMkLst>
            <pc:docMk/>
            <pc:sldMk cId="0" sldId="256"/>
            <ac:picMk id="13" creationId="{00000000-0000-0000-0000-000000000000}"/>
          </ac:picMkLst>
        </pc:picChg>
        <pc:picChg chg="mod">
          <ac:chgData name="문 동진(KSTD)" userId="3d26c5c2-5d13-41b2-b4a9-bebd91ca5bef" providerId="ADAL" clId="{AC91C77A-115B-4066-B24C-58E72D5C40B6}" dt="2026-08-03T03:52:50.866" v="1651" actId="1076"/>
          <ac:picMkLst>
            <pc:docMk/>
            <pc:sldMk cId="0" sldId="256"/>
            <ac:picMk id="14" creationId="{00000000-0000-0000-0000-000000000000}"/>
          </ac:picMkLst>
        </pc:picChg>
        <pc:picChg chg="mod">
          <ac:chgData name="문 동진(KSTD)" userId="3d26c5c2-5d13-41b2-b4a9-bebd91ca5bef" providerId="ADAL" clId="{AC91C77A-115B-4066-B24C-58E72D5C40B6}" dt="2026-08-03T03:52:50.866" v="1651" actId="1076"/>
          <ac:picMkLst>
            <pc:docMk/>
            <pc:sldMk cId="0" sldId="256"/>
            <ac:picMk id="15" creationId="{00000000-0000-0000-0000-000000000000}"/>
          </ac:picMkLst>
        </pc:picChg>
        <pc:picChg chg="add mod">
          <ac:chgData name="문 동진(KSTD)" userId="3d26c5c2-5d13-41b2-b4a9-bebd91ca5bef" providerId="ADAL" clId="{AC91C77A-115B-4066-B24C-58E72D5C40B6}" dt="2026-07-31T06:58:51.323" v="9" actId="164"/>
          <ac:picMkLst>
            <pc:docMk/>
            <pc:sldMk cId="0" sldId="256"/>
            <ac:picMk id="17" creationId="{835E5E1D-1D7B-D295-6629-E638D1E239B0}"/>
          </ac:picMkLst>
        </pc:picChg>
        <pc:picChg chg="add mod">
          <ac:chgData name="문 동진(KSTD)" userId="3d26c5c2-5d13-41b2-b4a9-bebd91ca5bef" providerId="ADAL" clId="{AC91C77A-115B-4066-B24C-58E72D5C40B6}" dt="2026-07-31T06:58:51.323" v="9" actId="164"/>
          <ac:picMkLst>
            <pc:docMk/>
            <pc:sldMk cId="0" sldId="256"/>
            <ac:picMk id="18" creationId="{06F373AE-06F5-6812-3B77-61D491189138}"/>
          </ac:picMkLst>
        </pc:picChg>
      </pc:sldChg>
      <pc:sldChg chg="addSp modSp del mod">
        <pc:chgData name="문 동진(KSTD)" userId="3d26c5c2-5d13-41b2-b4a9-bebd91ca5bef" providerId="ADAL" clId="{AC91C77A-115B-4066-B24C-58E72D5C40B6}" dt="2026-08-03T01:34:56.647" v="941" actId="47"/>
        <pc:sldMkLst>
          <pc:docMk/>
          <pc:sldMk cId="0" sldId="257"/>
        </pc:sldMkLst>
        <pc:spChg chg="mod">
          <ac:chgData name="문 동진(KSTD)" userId="3d26c5c2-5d13-41b2-b4a9-bebd91ca5bef" providerId="ADAL" clId="{AC91C77A-115B-4066-B24C-58E72D5C40B6}" dt="2026-08-02T23:52:54.731" v="271" actId="20577"/>
          <ac:spMkLst>
            <pc:docMk/>
            <pc:sldMk cId="0" sldId="257"/>
            <ac:spMk id="12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2T23:54:47.950" v="292" actId="2711"/>
          <ac:spMkLst>
            <pc:docMk/>
            <pc:sldMk cId="0" sldId="257"/>
            <ac:spMk id="15" creationId="{00000000-0000-0000-0000-000000000000}"/>
          </ac:spMkLst>
        </pc:spChg>
      </pc:sldChg>
      <pc:sldChg chg="addSp delSp modSp mod">
        <pc:chgData name="문 동진(KSTD)" userId="3d26c5c2-5d13-41b2-b4a9-bebd91ca5bef" providerId="ADAL" clId="{AC91C77A-115B-4066-B24C-58E72D5C40B6}" dt="2026-08-03T05:25:10.217" v="2065" actId="164"/>
        <pc:sldMkLst>
          <pc:docMk/>
          <pc:sldMk cId="0" sldId="258"/>
        </pc:sldMkLst>
        <pc:spChg chg="add del mod">
          <ac:chgData name="문 동진(KSTD)" userId="3d26c5c2-5d13-41b2-b4a9-bebd91ca5bef" providerId="ADAL" clId="{AC91C77A-115B-4066-B24C-58E72D5C40B6}" dt="2026-08-03T01:46:44.030" v="1117" actId="478"/>
          <ac:spMkLst>
            <pc:docMk/>
            <pc:sldMk cId="0" sldId="258"/>
            <ac:spMk id="7" creationId="{92D45185-B49C-CC6C-073A-020829C58177}"/>
          </ac:spMkLst>
        </pc:spChg>
        <pc:spChg chg="mod ord topLvl">
          <ac:chgData name="문 동진(KSTD)" userId="3d26c5c2-5d13-41b2-b4a9-bebd91ca5bef" providerId="ADAL" clId="{AC91C77A-115B-4066-B24C-58E72D5C40B6}" dt="2026-08-03T05:25:05.727" v="2063" actId="164"/>
          <ac:spMkLst>
            <pc:docMk/>
            <pc:sldMk cId="0" sldId="258"/>
            <ac:spMk id="8" creationId="{00000000-0000-0000-0000-000000000000}"/>
          </ac:spMkLst>
        </pc:spChg>
        <pc:spChg chg="mod topLvl">
          <ac:chgData name="문 동진(KSTD)" userId="3d26c5c2-5d13-41b2-b4a9-bebd91ca5bef" providerId="ADAL" clId="{AC91C77A-115B-4066-B24C-58E72D5C40B6}" dt="2026-08-03T05:25:05.727" v="2063" actId="164"/>
          <ac:spMkLst>
            <pc:docMk/>
            <pc:sldMk cId="0" sldId="258"/>
            <ac:spMk id="9" creationId="{00000000-0000-0000-0000-000000000000}"/>
          </ac:spMkLst>
        </pc:spChg>
        <pc:spChg chg="mod topLvl">
          <ac:chgData name="문 동진(KSTD)" userId="3d26c5c2-5d13-41b2-b4a9-bebd91ca5bef" providerId="ADAL" clId="{AC91C77A-115B-4066-B24C-58E72D5C40B6}" dt="2026-08-03T05:25:08.122" v="2064" actId="164"/>
          <ac:spMkLst>
            <pc:docMk/>
            <pc:sldMk cId="0" sldId="258"/>
            <ac:spMk id="10" creationId="{00000000-0000-0000-0000-000000000000}"/>
          </ac:spMkLst>
        </pc:spChg>
        <pc:spChg chg="mod topLvl">
          <ac:chgData name="문 동진(KSTD)" userId="3d26c5c2-5d13-41b2-b4a9-bebd91ca5bef" providerId="ADAL" clId="{AC91C77A-115B-4066-B24C-58E72D5C40B6}" dt="2026-08-03T05:25:08.122" v="2064" actId="164"/>
          <ac:spMkLst>
            <pc:docMk/>
            <pc:sldMk cId="0" sldId="258"/>
            <ac:spMk id="11" creationId="{00000000-0000-0000-0000-000000000000}"/>
          </ac:spMkLst>
        </pc:spChg>
        <pc:spChg chg="add del">
          <ac:chgData name="문 동진(KSTD)" userId="3d26c5c2-5d13-41b2-b4a9-bebd91ca5bef" providerId="ADAL" clId="{AC91C77A-115B-4066-B24C-58E72D5C40B6}" dt="2026-08-03T01:38:22.047" v="946" actId="22"/>
          <ac:spMkLst>
            <pc:docMk/>
            <pc:sldMk cId="0" sldId="258"/>
            <ac:spMk id="17" creationId="{3C61A1FF-2364-6BE7-D99A-DF702518D02E}"/>
          </ac:spMkLst>
        </pc:spChg>
        <pc:spChg chg="add mod">
          <ac:chgData name="문 동진(KSTD)" userId="3d26c5c2-5d13-41b2-b4a9-bebd91ca5bef" providerId="ADAL" clId="{AC91C77A-115B-4066-B24C-58E72D5C40B6}" dt="2026-08-03T05:25:10.217" v="2065" actId="164"/>
          <ac:spMkLst>
            <pc:docMk/>
            <pc:sldMk cId="0" sldId="258"/>
            <ac:spMk id="25" creationId="{4078EB7F-AE83-05A4-4E9C-2C6647B05586}"/>
          </ac:spMkLst>
        </pc:spChg>
        <pc:spChg chg="add del">
          <ac:chgData name="문 동진(KSTD)" userId="3d26c5c2-5d13-41b2-b4a9-bebd91ca5bef" providerId="ADAL" clId="{AC91C77A-115B-4066-B24C-58E72D5C40B6}" dt="2026-08-03T01:56:19.052" v="1222" actId="22"/>
          <ac:spMkLst>
            <pc:docMk/>
            <pc:sldMk cId="0" sldId="258"/>
            <ac:spMk id="30" creationId="{8F3CD7AF-5EED-34A8-B175-266AB59AD232}"/>
          </ac:spMkLst>
        </pc:spChg>
        <pc:spChg chg="add mod">
          <ac:chgData name="문 동진(KSTD)" userId="3d26c5c2-5d13-41b2-b4a9-bebd91ca5bef" providerId="ADAL" clId="{AC91C77A-115B-4066-B24C-58E72D5C40B6}" dt="2026-08-03T05:25:10.217" v="2065" actId="164"/>
          <ac:spMkLst>
            <pc:docMk/>
            <pc:sldMk cId="0" sldId="258"/>
            <ac:spMk id="32" creationId="{BF4A1A8B-C0B9-A5F9-44E0-9A050E789718}"/>
          </ac:spMkLst>
        </pc:spChg>
        <pc:spChg chg="add del mod">
          <ac:chgData name="문 동진(KSTD)" userId="3d26c5c2-5d13-41b2-b4a9-bebd91ca5bef" providerId="ADAL" clId="{AC91C77A-115B-4066-B24C-58E72D5C40B6}" dt="2026-08-03T01:57:17.678" v="1238" actId="478"/>
          <ac:spMkLst>
            <pc:docMk/>
            <pc:sldMk cId="0" sldId="258"/>
            <ac:spMk id="34" creationId="{78126257-3E54-7274-7E70-F6F7AFD24974}"/>
          </ac:spMkLst>
        </pc:spChg>
        <pc:spChg chg="add del mod">
          <ac:chgData name="문 동진(KSTD)" userId="3d26c5c2-5d13-41b2-b4a9-bebd91ca5bef" providerId="ADAL" clId="{AC91C77A-115B-4066-B24C-58E72D5C40B6}" dt="2026-08-03T01:58:29.343" v="1257" actId="478"/>
          <ac:spMkLst>
            <pc:docMk/>
            <pc:sldMk cId="0" sldId="258"/>
            <ac:spMk id="36" creationId="{F5E62397-3F00-ECEE-0A03-1860D90CFE10}"/>
          </ac:spMkLst>
        </pc:spChg>
        <pc:grpChg chg="add mod">
          <ac:chgData name="문 동진(KSTD)" userId="3d26c5c2-5d13-41b2-b4a9-bebd91ca5bef" providerId="ADAL" clId="{AC91C77A-115B-4066-B24C-58E72D5C40B6}" dt="2026-08-03T05:25:05.727" v="2063" actId="164"/>
          <ac:grpSpMkLst>
            <pc:docMk/>
            <pc:sldMk cId="0" sldId="258"/>
            <ac:grpSpMk id="2" creationId="{60F37CEF-DD0A-E781-1988-9914336601DB}"/>
          </ac:grpSpMkLst>
        </pc:grpChg>
        <pc:grpChg chg="add mod">
          <ac:chgData name="문 동진(KSTD)" userId="3d26c5c2-5d13-41b2-b4a9-bebd91ca5bef" providerId="ADAL" clId="{AC91C77A-115B-4066-B24C-58E72D5C40B6}" dt="2026-08-03T05:25:08.122" v="2064" actId="164"/>
          <ac:grpSpMkLst>
            <pc:docMk/>
            <pc:sldMk cId="0" sldId="258"/>
            <ac:grpSpMk id="3" creationId="{8151A891-C40A-5799-54F4-CF1BACD075CF}"/>
          </ac:grpSpMkLst>
        </pc:grpChg>
        <pc:grpChg chg="add mod">
          <ac:chgData name="문 동진(KSTD)" userId="3d26c5c2-5d13-41b2-b4a9-bebd91ca5bef" providerId="ADAL" clId="{AC91C77A-115B-4066-B24C-58E72D5C40B6}" dt="2026-08-03T05:25:10.217" v="2065" actId="164"/>
          <ac:grpSpMkLst>
            <pc:docMk/>
            <pc:sldMk cId="0" sldId="258"/>
            <ac:grpSpMk id="7" creationId="{92AA9CB0-C22F-1163-88E6-CFE28FC07FE1}"/>
          </ac:grpSpMkLst>
        </pc:grpChg>
        <pc:grpChg chg="add mod">
          <ac:chgData name="문 동진(KSTD)" userId="3d26c5c2-5d13-41b2-b4a9-bebd91ca5bef" providerId="ADAL" clId="{AC91C77A-115B-4066-B24C-58E72D5C40B6}" dt="2026-07-31T06:59:43.020" v="21"/>
          <ac:grpSpMkLst>
            <pc:docMk/>
            <pc:sldMk cId="0" sldId="258"/>
            <ac:grpSpMk id="20" creationId="{4663B99A-0476-F4EA-D324-06510DA76567}"/>
          </ac:grpSpMkLst>
        </pc:grpChg>
        <pc:picChg chg="del mod">
          <ac:chgData name="문 동진(KSTD)" userId="3d26c5c2-5d13-41b2-b4a9-bebd91ca5bef" providerId="ADAL" clId="{AC91C77A-115B-4066-B24C-58E72D5C40B6}" dt="2026-08-03T01:58:29.343" v="1257" actId="478"/>
          <ac:picMkLst>
            <pc:docMk/>
            <pc:sldMk cId="0" sldId="258"/>
            <ac:picMk id="2" creationId="{00000000-0000-0000-0000-000000000000}"/>
          </ac:picMkLst>
        </pc:picChg>
        <pc:picChg chg="mod topLvl">
          <ac:chgData name="문 동진(KSTD)" userId="3d26c5c2-5d13-41b2-b4a9-bebd91ca5bef" providerId="ADAL" clId="{AC91C77A-115B-4066-B24C-58E72D5C40B6}" dt="2026-08-03T05:25:05.727" v="2063" actId="164"/>
          <ac:picMkLst>
            <pc:docMk/>
            <pc:sldMk cId="0" sldId="258"/>
            <ac:picMk id="4" creationId="{00000000-0000-0000-0000-000000000000}"/>
          </ac:picMkLst>
        </pc:picChg>
        <pc:picChg chg="mod topLvl">
          <ac:chgData name="문 동진(KSTD)" userId="3d26c5c2-5d13-41b2-b4a9-bebd91ca5bef" providerId="ADAL" clId="{AC91C77A-115B-4066-B24C-58E72D5C40B6}" dt="2026-08-03T05:25:08.122" v="2064" actId="164"/>
          <ac:picMkLst>
            <pc:docMk/>
            <pc:sldMk cId="0" sldId="258"/>
            <ac:picMk id="5" creationId="{00000000-0000-0000-0000-000000000000}"/>
          </ac:picMkLst>
        </pc:picChg>
        <pc:picChg chg="mod topLvl">
          <ac:chgData name="문 동진(KSTD)" userId="3d26c5c2-5d13-41b2-b4a9-bebd91ca5bef" providerId="ADAL" clId="{AC91C77A-115B-4066-B24C-58E72D5C40B6}" dt="2026-08-03T05:25:05.727" v="2063" actId="164"/>
          <ac:picMkLst>
            <pc:docMk/>
            <pc:sldMk cId="0" sldId="258"/>
            <ac:picMk id="13" creationId="{00000000-0000-0000-0000-000000000000}"/>
          </ac:picMkLst>
        </pc:picChg>
        <pc:picChg chg="mod topLvl">
          <ac:chgData name="문 동진(KSTD)" userId="3d26c5c2-5d13-41b2-b4a9-bebd91ca5bef" providerId="ADAL" clId="{AC91C77A-115B-4066-B24C-58E72D5C40B6}" dt="2026-08-03T05:25:08.122" v="2064" actId="164"/>
          <ac:picMkLst>
            <pc:docMk/>
            <pc:sldMk cId="0" sldId="258"/>
            <ac:picMk id="14" creationId="{00000000-0000-0000-0000-000000000000}"/>
          </ac:picMkLst>
        </pc:picChg>
        <pc:picChg chg="add mod">
          <ac:chgData name="문 동진(KSTD)" userId="3d26c5c2-5d13-41b2-b4a9-bebd91ca5bef" providerId="ADAL" clId="{AC91C77A-115B-4066-B24C-58E72D5C40B6}" dt="2026-08-03T05:25:10.217" v="2065" actId="164"/>
          <ac:picMkLst>
            <pc:docMk/>
            <pc:sldMk cId="0" sldId="258"/>
            <ac:picMk id="19" creationId="{96EAEB87-C5B9-996C-3B86-66911787C4CF}"/>
          </ac:picMkLst>
        </pc:picChg>
        <pc:picChg chg="mod">
          <ac:chgData name="문 동진(KSTD)" userId="3d26c5c2-5d13-41b2-b4a9-bebd91ca5bef" providerId="ADAL" clId="{AC91C77A-115B-4066-B24C-58E72D5C40B6}" dt="2026-07-31T06:59:43.020" v="21"/>
          <ac:picMkLst>
            <pc:docMk/>
            <pc:sldMk cId="0" sldId="258"/>
            <ac:picMk id="21" creationId="{F9C583CF-DD28-9425-D8B0-3C160C85CC30}"/>
          </ac:picMkLst>
        </pc:picChg>
        <pc:picChg chg="mod">
          <ac:chgData name="문 동진(KSTD)" userId="3d26c5c2-5d13-41b2-b4a9-bebd91ca5bef" providerId="ADAL" clId="{AC91C77A-115B-4066-B24C-58E72D5C40B6}" dt="2026-07-31T06:59:43.020" v="21"/>
          <ac:picMkLst>
            <pc:docMk/>
            <pc:sldMk cId="0" sldId="258"/>
            <ac:picMk id="22" creationId="{CABBB9B8-5C8E-E43D-6A79-213F9A10CC87}"/>
          </ac:picMkLst>
        </pc:picChg>
        <pc:picChg chg="add del mod">
          <ac:chgData name="문 동진(KSTD)" userId="3d26c5c2-5d13-41b2-b4a9-bebd91ca5bef" providerId="ADAL" clId="{AC91C77A-115B-4066-B24C-58E72D5C40B6}" dt="2026-08-03T01:46:04.994" v="1113" actId="478"/>
          <ac:picMkLst>
            <pc:docMk/>
            <pc:sldMk cId="0" sldId="258"/>
            <ac:picMk id="24" creationId="{D8F2F9F0-F807-16CE-9FA3-BD530C0B5F47}"/>
          </ac:picMkLst>
        </pc:picChg>
        <pc:picChg chg="add del mod">
          <ac:chgData name="문 동진(KSTD)" userId="3d26c5c2-5d13-41b2-b4a9-bebd91ca5bef" providerId="ADAL" clId="{AC91C77A-115B-4066-B24C-58E72D5C40B6}" dt="2026-08-03T01:46:04.994" v="1113" actId="478"/>
          <ac:picMkLst>
            <pc:docMk/>
            <pc:sldMk cId="0" sldId="258"/>
            <ac:picMk id="26" creationId="{7BA3E651-6328-8F57-1B07-F692DD2F023C}"/>
          </ac:picMkLst>
        </pc:picChg>
        <pc:picChg chg="add mod">
          <ac:chgData name="문 동진(KSTD)" userId="3d26c5c2-5d13-41b2-b4a9-bebd91ca5bef" providerId="ADAL" clId="{AC91C77A-115B-4066-B24C-58E72D5C40B6}" dt="2026-08-03T05:25:10.217" v="2065" actId="164"/>
          <ac:picMkLst>
            <pc:docMk/>
            <pc:sldMk cId="0" sldId="258"/>
            <ac:picMk id="28" creationId="{1D1E26E3-74C7-08F8-CDBA-42CAD08967A5}"/>
          </ac:picMkLst>
        </pc:picChg>
        <pc:cxnChg chg="add del mod">
          <ac:chgData name="문 동진(KSTD)" userId="3d26c5c2-5d13-41b2-b4a9-bebd91ca5bef" providerId="ADAL" clId="{AC91C77A-115B-4066-B24C-58E72D5C40B6}" dt="2026-08-03T01:59:45.337" v="1277" actId="478"/>
          <ac:cxnSpMkLst>
            <pc:docMk/>
            <pc:sldMk cId="0" sldId="258"/>
            <ac:cxnSpMk id="38" creationId="{99C53F55-C680-6B88-5BDB-9FA478E357CC}"/>
          </ac:cxnSpMkLst>
        </pc:cxnChg>
      </pc:sldChg>
      <pc:sldChg chg="addSp modSp mod ord">
        <pc:chgData name="문 동진(KSTD)" userId="3d26c5c2-5d13-41b2-b4a9-bebd91ca5bef" providerId="ADAL" clId="{AC91C77A-115B-4066-B24C-58E72D5C40B6}" dt="2026-08-03T05:25:28.230" v="2071" actId="164"/>
        <pc:sldMkLst>
          <pc:docMk/>
          <pc:sldMk cId="0" sldId="259"/>
        </pc:sldMkLst>
        <pc:spChg chg="mod">
          <ac:chgData name="문 동진(KSTD)" userId="3d26c5c2-5d13-41b2-b4a9-bebd91ca5bef" providerId="ADAL" clId="{AC91C77A-115B-4066-B24C-58E72D5C40B6}" dt="2026-07-31T07:01:42.260" v="50" actId="1076"/>
          <ac:spMkLst>
            <pc:docMk/>
            <pc:sldMk cId="0" sldId="259"/>
            <ac:spMk id="4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7-31T07:01:28.593" v="48" actId="403"/>
          <ac:spMkLst>
            <pc:docMk/>
            <pc:sldMk cId="0" sldId="259"/>
            <ac:spMk id="5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7-31T07:01:22.315" v="44" actId="14100"/>
          <ac:spMkLst>
            <pc:docMk/>
            <pc:sldMk cId="0" sldId="259"/>
            <ac:spMk id="6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3T05:25:23.658" v="2068" actId="164"/>
          <ac:spMkLst>
            <pc:docMk/>
            <pc:sldMk cId="0" sldId="259"/>
            <ac:spMk id="7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3T05:25:23.658" v="2068" actId="164"/>
          <ac:spMkLst>
            <pc:docMk/>
            <pc:sldMk cId="0" sldId="259"/>
            <ac:spMk id="8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7-31T07:01:28.593" v="48" actId="403"/>
          <ac:spMkLst>
            <pc:docMk/>
            <pc:sldMk cId="0" sldId="259"/>
            <ac:spMk id="9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7-31T07:01:22.315" v="44" actId="14100"/>
          <ac:spMkLst>
            <pc:docMk/>
            <pc:sldMk cId="0" sldId="259"/>
            <ac:spMk id="10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3T05:25:25.728" v="2069" actId="164"/>
          <ac:spMkLst>
            <pc:docMk/>
            <pc:sldMk cId="0" sldId="259"/>
            <ac:spMk id="11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3T05:25:25.728" v="2069" actId="164"/>
          <ac:spMkLst>
            <pc:docMk/>
            <pc:sldMk cId="0" sldId="259"/>
            <ac:spMk id="12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7-31T07:01:28.593" v="48" actId="403"/>
          <ac:spMkLst>
            <pc:docMk/>
            <pc:sldMk cId="0" sldId="259"/>
            <ac:spMk id="13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3T05:25:26.781" v="2070" actId="164"/>
          <ac:spMkLst>
            <pc:docMk/>
            <pc:sldMk cId="0" sldId="259"/>
            <ac:spMk id="15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3T05:25:26.781" v="2070" actId="164"/>
          <ac:spMkLst>
            <pc:docMk/>
            <pc:sldMk cId="0" sldId="259"/>
            <ac:spMk id="16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7-31T07:01:28.593" v="48" actId="403"/>
          <ac:spMkLst>
            <pc:docMk/>
            <pc:sldMk cId="0" sldId="259"/>
            <ac:spMk id="17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3T05:25:28.230" v="2071" actId="164"/>
          <ac:spMkLst>
            <pc:docMk/>
            <pc:sldMk cId="0" sldId="259"/>
            <ac:spMk id="19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3T05:25:28.230" v="2071" actId="164"/>
          <ac:spMkLst>
            <pc:docMk/>
            <pc:sldMk cId="0" sldId="259"/>
            <ac:spMk id="20" creationId="{00000000-0000-0000-0000-000000000000}"/>
          </ac:spMkLst>
        </pc:spChg>
        <pc:grpChg chg="add mod">
          <ac:chgData name="문 동진(KSTD)" userId="3d26c5c2-5d13-41b2-b4a9-bebd91ca5bef" providerId="ADAL" clId="{AC91C77A-115B-4066-B24C-58E72D5C40B6}" dt="2026-07-31T06:59:44.488" v="22"/>
          <ac:grpSpMkLst>
            <pc:docMk/>
            <pc:sldMk cId="0" sldId="259"/>
            <ac:grpSpMk id="23" creationId="{2AFFC51F-0628-F179-BA75-3DAE1CC85FE7}"/>
          </ac:grpSpMkLst>
        </pc:grpChg>
        <pc:grpChg chg="add mod">
          <ac:chgData name="문 동진(KSTD)" userId="3d26c5c2-5d13-41b2-b4a9-bebd91ca5bef" providerId="ADAL" clId="{AC91C77A-115B-4066-B24C-58E72D5C40B6}" dt="2026-08-03T05:25:23.658" v="2068" actId="164"/>
          <ac:grpSpMkLst>
            <pc:docMk/>
            <pc:sldMk cId="0" sldId="259"/>
            <ac:grpSpMk id="26" creationId="{EDD01080-839D-DC1D-DF4F-ACD1FB81364A}"/>
          </ac:grpSpMkLst>
        </pc:grpChg>
        <pc:grpChg chg="add mod">
          <ac:chgData name="문 동진(KSTD)" userId="3d26c5c2-5d13-41b2-b4a9-bebd91ca5bef" providerId="ADAL" clId="{AC91C77A-115B-4066-B24C-58E72D5C40B6}" dt="2026-08-03T05:25:25.728" v="2069" actId="164"/>
          <ac:grpSpMkLst>
            <pc:docMk/>
            <pc:sldMk cId="0" sldId="259"/>
            <ac:grpSpMk id="27" creationId="{6CC3801B-E8EF-D6F4-F7E5-8BED00F3E6DF}"/>
          </ac:grpSpMkLst>
        </pc:grpChg>
        <pc:grpChg chg="add mod">
          <ac:chgData name="문 동진(KSTD)" userId="3d26c5c2-5d13-41b2-b4a9-bebd91ca5bef" providerId="ADAL" clId="{AC91C77A-115B-4066-B24C-58E72D5C40B6}" dt="2026-08-03T05:25:26.781" v="2070" actId="164"/>
          <ac:grpSpMkLst>
            <pc:docMk/>
            <pc:sldMk cId="0" sldId="259"/>
            <ac:grpSpMk id="28" creationId="{27CF4265-B768-7E6C-5F9F-DC90327D43EF}"/>
          </ac:grpSpMkLst>
        </pc:grpChg>
        <pc:grpChg chg="add mod">
          <ac:chgData name="문 동진(KSTD)" userId="3d26c5c2-5d13-41b2-b4a9-bebd91ca5bef" providerId="ADAL" clId="{AC91C77A-115B-4066-B24C-58E72D5C40B6}" dt="2026-08-03T05:25:28.230" v="2071" actId="164"/>
          <ac:grpSpMkLst>
            <pc:docMk/>
            <pc:sldMk cId="0" sldId="259"/>
            <ac:grpSpMk id="29" creationId="{C7725D94-27DD-3C53-1F91-39A08CFAF9E3}"/>
          </ac:grpSpMkLst>
        </pc:grpChg>
        <pc:picChg chg="mod">
          <ac:chgData name="문 동진(KSTD)" userId="3d26c5c2-5d13-41b2-b4a9-bebd91ca5bef" providerId="ADAL" clId="{AC91C77A-115B-4066-B24C-58E72D5C40B6}" dt="2026-07-31T06:59:44.488" v="22"/>
          <ac:picMkLst>
            <pc:docMk/>
            <pc:sldMk cId="0" sldId="259"/>
            <ac:picMk id="24" creationId="{E6C0C572-F7FF-8E52-9FEB-6ED4AA882E36}"/>
          </ac:picMkLst>
        </pc:picChg>
        <pc:picChg chg="mod">
          <ac:chgData name="문 동진(KSTD)" userId="3d26c5c2-5d13-41b2-b4a9-bebd91ca5bef" providerId="ADAL" clId="{AC91C77A-115B-4066-B24C-58E72D5C40B6}" dt="2026-07-31T06:59:44.488" v="22"/>
          <ac:picMkLst>
            <pc:docMk/>
            <pc:sldMk cId="0" sldId="259"/>
            <ac:picMk id="25" creationId="{E9609417-50B7-BC31-20C9-535D5BB77830}"/>
          </ac:picMkLst>
        </pc:picChg>
      </pc:sldChg>
      <pc:sldChg chg="addSp delSp modSp del mod">
        <pc:chgData name="문 동진(KSTD)" userId="3d26c5c2-5d13-41b2-b4a9-bebd91ca5bef" providerId="ADAL" clId="{AC91C77A-115B-4066-B24C-58E72D5C40B6}" dt="2026-08-03T02:16:11.630" v="1459" actId="47"/>
        <pc:sldMkLst>
          <pc:docMk/>
          <pc:sldMk cId="0" sldId="260"/>
        </pc:sldMkLst>
        <pc:graphicFrameChg chg="mod modGraphic">
          <ac:chgData name="문 동진(KSTD)" userId="3d26c5c2-5d13-41b2-b4a9-bebd91ca5bef" providerId="ADAL" clId="{AC91C77A-115B-4066-B24C-58E72D5C40B6}" dt="2026-08-03T02:08:20.779" v="1403"/>
          <ac:graphicFrameMkLst>
            <pc:docMk/>
            <pc:sldMk cId="0" sldId="260"/>
            <ac:graphicFrameMk id="4" creationId="{00000000-0000-0000-0000-000000000000}"/>
          </ac:graphicFrameMkLst>
        </pc:graphicFrameChg>
      </pc:sldChg>
      <pc:sldChg chg="addSp delSp modSp mod">
        <pc:chgData name="문 동진(KSTD)" userId="3d26c5c2-5d13-41b2-b4a9-bebd91ca5bef" providerId="ADAL" clId="{AC91C77A-115B-4066-B24C-58E72D5C40B6}" dt="2026-08-03T05:26:12.364" v="2085" actId="164"/>
        <pc:sldMkLst>
          <pc:docMk/>
          <pc:sldMk cId="0" sldId="261"/>
        </pc:sldMkLst>
        <pc:spChg chg="mod">
          <ac:chgData name="문 동진(KSTD)" userId="3d26c5c2-5d13-41b2-b4a9-bebd91ca5bef" providerId="ADAL" clId="{AC91C77A-115B-4066-B24C-58E72D5C40B6}" dt="2026-08-03T05:26:05.552" v="2083" actId="164"/>
          <ac:spMkLst>
            <pc:docMk/>
            <pc:sldMk cId="0" sldId="261"/>
            <ac:spMk id="5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3T05:26:07.059" v="2084" actId="164"/>
          <ac:spMkLst>
            <pc:docMk/>
            <pc:sldMk cId="0" sldId="261"/>
            <ac:spMk id="6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3T05:26:12.364" v="2085" actId="164"/>
          <ac:spMkLst>
            <pc:docMk/>
            <pc:sldMk cId="0" sldId="261"/>
            <ac:spMk id="7" creationId="{00000000-0000-0000-0000-000000000000}"/>
          </ac:spMkLst>
        </pc:spChg>
        <pc:spChg chg="del mod">
          <ac:chgData name="문 동진(KSTD)" userId="3d26c5c2-5d13-41b2-b4a9-bebd91ca5bef" providerId="ADAL" clId="{AC91C77A-115B-4066-B24C-58E72D5C40B6}" dt="2026-08-03T01:50:33.667" v="1164" actId="478"/>
          <ac:spMkLst>
            <pc:docMk/>
            <pc:sldMk cId="0" sldId="261"/>
            <ac:spMk id="8" creationId="{00000000-0000-0000-0000-000000000000}"/>
          </ac:spMkLst>
        </pc:spChg>
        <pc:grpChg chg="add mod">
          <ac:chgData name="문 동진(KSTD)" userId="3d26c5c2-5d13-41b2-b4a9-bebd91ca5bef" providerId="ADAL" clId="{AC91C77A-115B-4066-B24C-58E72D5C40B6}" dt="2026-08-03T05:26:05.552" v="2083" actId="164"/>
          <ac:grpSpMkLst>
            <pc:docMk/>
            <pc:sldMk cId="0" sldId="261"/>
            <ac:grpSpMk id="8" creationId="{44B15DCE-AE96-318F-0A7F-FFE03C24753E}"/>
          </ac:grpSpMkLst>
        </pc:grpChg>
        <pc:grpChg chg="add mod">
          <ac:chgData name="문 동진(KSTD)" userId="3d26c5c2-5d13-41b2-b4a9-bebd91ca5bef" providerId="ADAL" clId="{AC91C77A-115B-4066-B24C-58E72D5C40B6}" dt="2026-08-03T05:26:07.059" v="2084" actId="164"/>
          <ac:grpSpMkLst>
            <pc:docMk/>
            <pc:sldMk cId="0" sldId="261"/>
            <ac:grpSpMk id="9" creationId="{1390F1EC-D669-1EC1-8B8D-BBDDAF8C08B6}"/>
          </ac:grpSpMkLst>
        </pc:grpChg>
        <pc:grpChg chg="add mod">
          <ac:chgData name="문 동진(KSTD)" userId="3d26c5c2-5d13-41b2-b4a9-bebd91ca5bef" providerId="ADAL" clId="{AC91C77A-115B-4066-B24C-58E72D5C40B6}" dt="2026-08-03T05:26:12.364" v="2085" actId="164"/>
          <ac:grpSpMkLst>
            <pc:docMk/>
            <pc:sldMk cId="0" sldId="261"/>
            <ac:grpSpMk id="13" creationId="{77B331DF-8F17-D6B2-429C-057006BC37AA}"/>
          </ac:grpSpMkLst>
        </pc:grpChg>
        <pc:grpChg chg="add mod">
          <ac:chgData name="문 동진(KSTD)" userId="3d26c5c2-5d13-41b2-b4a9-bebd91ca5bef" providerId="ADAL" clId="{AC91C77A-115B-4066-B24C-58E72D5C40B6}" dt="2026-07-31T06:59:46.291" v="24"/>
          <ac:grpSpMkLst>
            <pc:docMk/>
            <pc:sldMk cId="0" sldId="261"/>
            <ac:grpSpMk id="16" creationId="{1E9B4198-0C40-1D02-5962-9628E6C6E60C}"/>
          </ac:grpSpMkLst>
        </pc:grpChg>
        <pc:picChg chg="mod">
          <ac:chgData name="문 동진(KSTD)" userId="3d26c5c2-5d13-41b2-b4a9-bebd91ca5bef" providerId="ADAL" clId="{AC91C77A-115B-4066-B24C-58E72D5C40B6}" dt="2026-08-02T23:49:24.007" v="213" actId="14100"/>
          <ac:picMkLst>
            <pc:docMk/>
            <pc:sldMk cId="0" sldId="261"/>
            <ac:picMk id="3" creationId="{00000000-0000-0000-0000-000000000000}"/>
          </ac:picMkLst>
        </pc:picChg>
        <pc:picChg chg="mod">
          <ac:chgData name="문 동진(KSTD)" userId="3d26c5c2-5d13-41b2-b4a9-bebd91ca5bef" providerId="ADAL" clId="{AC91C77A-115B-4066-B24C-58E72D5C40B6}" dt="2026-08-03T05:26:05.552" v="2083" actId="164"/>
          <ac:picMkLst>
            <pc:docMk/>
            <pc:sldMk cId="0" sldId="261"/>
            <ac:picMk id="10" creationId="{00000000-0000-0000-0000-000000000000}"/>
          </ac:picMkLst>
        </pc:picChg>
        <pc:picChg chg="mod">
          <ac:chgData name="문 동진(KSTD)" userId="3d26c5c2-5d13-41b2-b4a9-bebd91ca5bef" providerId="ADAL" clId="{AC91C77A-115B-4066-B24C-58E72D5C40B6}" dt="2026-08-03T05:26:07.059" v="2084" actId="164"/>
          <ac:picMkLst>
            <pc:docMk/>
            <pc:sldMk cId="0" sldId="261"/>
            <ac:picMk id="11" creationId="{00000000-0000-0000-0000-000000000000}"/>
          </ac:picMkLst>
        </pc:picChg>
        <pc:picChg chg="mod">
          <ac:chgData name="문 동진(KSTD)" userId="3d26c5c2-5d13-41b2-b4a9-bebd91ca5bef" providerId="ADAL" clId="{AC91C77A-115B-4066-B24C-58E72D5C40B6}" dt="2026-08-03T05:26:12.364" v="2085" actId="164"/>
          <ac:picMkLst>
            <pc:docMk/>
            <pc:sldMk cId="0" sldId="261"/>
            <ac:picMk id="12" creationId="{00000000-0000-0000-0000-000000000000}"/>
          </ac:picMkLst>
        </pc:picChg>
        <pc:picChg chg="del mod">
          <ac:chgData name="문 동진(KSTD)" userId="3d26c5c2-5d13-41b2-b4a9-bebd91ca5bef" providerId="ADAL" clId="{AC91C77A-115B-4066-B24C-58E72D5C40B6}" dt="2026-08-03T01:50:33.667" v="1164" actId="478"/>
          <ac:picMkLst>
            <pc:docMk/>
            <pc:sldMk cId="0" sldId="261"/>
            <ac:picMk id="13" creationId="{00000000-0000-0000-0000-000000000000}"/>
          </ac:picMkLst>
        </pc:picChg>
        <pc:picChg chg="mod">
          <ac:chgData name="문 동진(KSTD)" userId="3d26c5c2-5d13-41b2-b4a9-bebd91ca5bef" providerId="ADAL" clId="{AC91C77A-115B-4066-B24C-58E72D5C40B6}" dt="2026-07-31T06:59:46.291" v="24"/>
          <ac:picMkLst>
            <pc:docMk/>
            <pc:sldMk cId="0" sldId="261"/>
            <ac:picMk id="17" creationId="{81B6A4B2-0737-9A1A-CD02-71A02F253A91}"/>
          </ac:picMkLst>
        </pc:picChg>
        <pc:picChg chg="mod">
          <ac:chgData name="문 동진(KSTD)" userId="3d26c5c2-5d13-41b2-b4a9-bebd91ca5bef" providerId="ADAL" clId="{AC91C77A-115B-4066-B24C-58E72D5C40B6}" dt="2026-07-31T06:59:46.291" v="24"/>
          <ac:picMkLst>
            <pc:docMk/>
            <pc:sldMk cId="0" sldId="261"/>
            <ac:picMk id="18" creationId="{DCA9F2BA-A0D5-2709-3998-19608A5776F3}"/>
          </ac:picMkLst>
        </pc:picChg>
        <pc:picChg chg="add mod">
          <ac:chgData name="문 동진(KSTD)" userId="3d26c5c2-5d13-41b2-b4a9-bebd91ca5bef" providerId="ADAL" clId="{AC91C77A-115B-4066-B24C-58E72D5C40B6}" dt="2026-08-03T00:00:47.563" v="362"/>
          <ac:picMkLst>
            <pc:docMk/>
            <pc:sldMk cId="0" sldId="261"/>
            <ac:picMk id="20" creationId="{93D3DBB3-6B1F-EE9B-EB2B-50C55EC521F9}"/>
          </ac:picMkLst>
        </pc:picChg>
      </pc:sldChg>
      <pc:sldChg chg="addSp modSp mod">
        <pc:chgData name="문 동진(KSTD)" userId="3d26c5c2-5d13-41b2-b4a9-bebd91ca5bef" providerId="ADAL" clId="{AC91C77A-115B-4066-B24C-58E72D5C40B6}" dt="2026-08-03T05:26:20.708" v="2088" actId="164"/>
        <pc:sldMkLst>
          <pc:docMk/>
          <pc:sldMk cId="0" sldId="263"/>
        </pc:sldMkLst>
        <pc:spChg chg="mod">
          <ac:chgData name="문 동진(KSTD)" userId="3d26c5c2-5d13-41b2-b4a9-bebd91ca5bef" providerId="ADAL" clId="{AC91C77A-115B-4066-B24C-58E72D5C40B6}" dt="2026-08-03T05:26:16.328" v="2086" actId="164"/>
          <ac:spMkLst>
            <pc:docMk/>
            <pc:sldMk cId="0" sldId="263"/>
            <ac:spMk id="7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3T05:26:16.328" v="2086" actId="164"/>
          <ac:spMkLst>
            <pc:docMk/>
            <pc:sldMk cId="0" sldId="263"/>
            <ac:spMk id="8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3T05:26:16.328" v="2086" actId="164"/>
          <ac:spMkLst>
            <pc:docMk/>
            <pc:sldMk cId="0" sldId="263"/>
            <ac:spMk id="9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3T05:26:18.978" v="2087" actId="164"/>
          <ac:spMkLst>
            <pc:docMk/>
            <pc:sldMk cId="0" sldId="263"/>
            <ac:spMk id="10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3T05:26:18.978" v="2087" actId="164"/>
          <ac:spMkLst>
            <pc:docMk/>
            <pc:sldMk cId="0" sldId="263"/>
            <ac:spMk id="11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3T05:26:18.978" v="2087" actId="164"/>
          <ac:spMkLst>
            <pc:docMk/>
            <pc:sldMk cId="0" sldId="263"/>
            <ac:spMk id="12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3T05:26:20.708" v="2088" actId="164"/>
          <ac:spMkLst>
            <pc:docMk/>
            <pc:sldMk cId="0" sldId="263"/>
            <ac:spMk id="13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3T05:26:20.708" v="2088" actId="164"/>
          <ac:spMkLst>
            <pc:docMk/>
            <pc:sldMk cId="0" sldId="263"/>
            <ac:spMk id="14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3T05:26:20.708" v="2088" actId="164"/>
          <ac:spMkLst>
            <pc:docMk/>
            <pc:sldMk cId="0" sldId="263"/>
            <ac:spMk id="15" creationId="{00000000-0000-0000-0000-000000000000}"/>
          </ac:spMkLst>
        </pc:spChg>
        <pc:grpChg chg="add mod">
          <ac:chgData name="문 동진(KSTD)" userId="3d26c5c2-5d13-41b2-b4a9-bebd91ca5bef" providerId="ADAL" clId="{AC91C77A-115B-4066-B24C-58E72D5C40B6}" dt="2026-07-31T06:59:48.372" v="26"/>
          <ac:grpSpMkLst>
            <pc:docMk/>
            <pc:sldMk cId="0" sldId="263"/>
            <ac:grpSpMk id="18" creationId="{ACE1B788-673F-B86D-FBE2-25777C286B79}"/>
          </ac:grpSpMkLst>
        </pc:grpChg>
        <pc:grpChg chg="add mod">
          <ac:chgData name="문 동진(KSTD)" userId="3d26c5c2-5d13-41b2-b4a9-bebd91ca5bef" providerId="ADAL" clId="{AC91C77A-115B-4066-B24C-58E72D5C40B6}" dt="2026-08-03T05:26:16.328" v="2086" actId="164"/>
          <ac:grpSpMkLst>
            <pc:docMk/>
            <pc:sldMk cId="0" sldId="263"/>
            <ac:grpSpMk id="21" creationId="{6F05112A-2D06-AEA6-794C-9AAE62A8B778}"/>
          </ac:grpSpMkLst>
        </pc:grpChg>
        <pc:grpChg chg="add mod">
          <ac:chgData name="문 동진(KSTD)" userId="3d26c5c2-5d13-41b2-b4a9-bebd91ca5bef" providerId="ADAL" clId="{AC91C77A-115B-4066-B24C-58E72D5C40B6}" dt="2026-08-03T05:26:18.978" v="2087" actId="164"/>
          <ac:grpSpMkLst>
            <pc:docMk/>
            <pc:sldMk cId="0" sldId="263"/>
            <ac:grpSpMk id="22" creationId="{80C95CE4-D841-F533-F2C8-45F17B8011D0}"/>
          </ac:grpSpMkLst>
        </pc:grpChg>
        <pc:grpChg chg="add mod">
          <ac:chgData name="문 동진(KSTD)" userId="3d26c5c2-5d13-41b2-b4a9-bebd91ca5bef" providerId="ADAL" clId="{AC91C77A-115B-4066-B24C-58E72D5C40B6}" dt="2026-08-03T05:26:20.708" v="2088" actId="164"/>
          <ac:grpSpMkLst>
            <pc:docMk/>
            <pc:sldMk cId="0" sldId="263"/>
            <ac:grpSpMk id="23" creationId="{F18F4F79-DCA2-C7F2-7330-4351F806D16C}"/>
          </ac:grpSpMkLst>
        </pc:grpChg>
        <pc:picChg chg="mod">
          <ac:chgData name="문 동진(KSTD)" userId="3d26c5c2-5d13-41b2-b4a9-bebd91ca5bef" providerId="ADAL" clId="{AC91C77A-115B-4066-B24C-58E72D5C40B6}" dt="2026-08-03T05:26:16.328" v="2086" actId="164"/>
          <ac:picMkLst>
            <pc:docMk/>
            <pc:sldMk cId="0" sldId="263"/>
            <ac:picMk id="3" creationId="{00000000-0000-0000-0000-000000000000}"/>
          </ac:picMkLst>
        </pc:picChg>
        <pc:picChg chg="mod">
          <ac:chgData name="문 동진(KSTD)" userId="3d26c5c2-5d13-41b2-b4a9-bebd91ca5bef" providerId="ADAL" clId="{AC91C77A-115B-4066-B24C-58E72D5C40B6}" dt="2026-08-03T05:26:18.978" v="2087" actId="164"/>
          <ac:picMkLst>
            <pc:docMk/>
            <pc:sldMk cId="0" sldId="263"/>
            <ac:picMk id="4" creationId="{00000000-0000-0000-0000-000000000000}"/>
          </ac:picMkLst>
        </pc:picChg>
        <pc:picChg chg="mod">
          <ac:chgData name="문 동진(KSTD)" userId="3d26c5c2-5d13-41b2-b4a9-bebd91ca5bef" providerId="ADAL" clId="{AC91C77A-115B-4066-B24C-58E72D5C40B6}" dt="2026-08-03T05:26:20.708" v="2088" actId="164"/>
          <ac:picMkLst>
            <pc:docMk/>
            <pc:sldMk cId="0" sldId="263"/>
            <ac:picMk id="5" creationId="{00000000-0000-0000-0000-000000000000}"/>
          </ac:picMkLst>
        </pc:picChg>
        <pc:picChg chg="mod">
          <ac:chgData name="문 동진(KSTD)" userId="3d26c5c2-5d13-41b2-b4a9-bebd91ca5bef" providerId="ADAL" clId="{AC91C77A-115B-4066-B24C-58E72D5C40B6}" dt="2026-07-31T06:59:48.372" v="26"/>
          <ac:picMkLst>
            <pc:docMk/>
            <pc:sldMk cId="0" sldId="263"/>
            <ac:picMk id="19" creationId="{6653A2E6-B15C-A3BE-752F-BE74E9EF7EA0}"/>
          </ac:picMkLst>
        </pc:picChg>
        <pc:picChg chg="mod">
          <ac:chgData name="문 동진(KSTD)" userId="3d26c5c2-5d13-41b2-b4a9-bebd91ca5bef" providerId="ADAL" clId="{AC91C77A-115B-4066-B24C-58E72D5C40B6}" dt="2026-07-31T06:59:48.372" v="26"/>
          <ac:picMkLst>
            <pc:docMk/>
            <pc:sldMk cId="0" sldId="263"/>
            <ac:picMk id="20" creationId="{AE3E438B-A8F5-471D-16F7-CC9988FC19A5}"/>
          </ac:picMkLst>
        </pc:picChg>
      </pc:sldChg>
      <pc:sldChg chg="addSp delSp modSp mod ord">
        <pc:chgData name="문 동진(KSTD)" userId="3d26c5c2-5d13-41b2-b4a9-bebd91ca5bef" providerId="ADAL" clId="{AC91C77A-115B-4066-B24C-58E72D5C40B6}" dt="2026-08-03T04:02:35.160" v="1715" actId="22"/>
        <pc:sldMkLst>
          <pc:docMk/>
          <pc:sldMk cId="0" sldId="264"/>
        </pc:sldMkLst>
        <pc:spChg chg="del">
          <ac:chgData name="문 동진(KSTD)" userId="3d26c5c2-5d13-41b2-b4a9-bebd91ca5bef" providerId="ADAL" clId="{AC91C77A-115B-4066-B24C-58E72D5C40B6}" dt="2026-08-03T00:18:20.648" v="588" actId="478"/>
          <ac:spMkLst>
            <pc:docMk/>
            <pc:sldMk cId="0" sldId="264"/>
            <ac:spMk id="6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3T00:18:40.924" v="593" actId="14100"/>
          <ac:spMkLst>
            <pc:docMk/>
            <pc:sldMk cId="0" sldId="264"/>
            <ac:spMk id="8" creationId="{00000000-0000-0000-0000-000000000000}"/>
          </ac:spMkLst>
        </pc:spChg>
        <pc:spChg chg="add del mod">
          <ac:chgData name="문 동진(KSTD)" userId="3d26c5c2-5d13-41b2-b4a9-bebd91ca5bef" providerId="ADAL" clId="{AC91C77A-115B-4066-B24C-58E72D5C40B6}" dt="2026-08-03T00:21:29.594" v="633" actId="478"/>
          <ac:spMkLst>
            <pc:docMk/>
            <pc:sldMk cId="0" sldId="264"/>
            <ac:spMk id="14" creationId="{7ACE3922-F742-FFB3-D3A7-0575A07140A4}"/>
          </ac:spMkLst>
        </pc:spChg>
        <pc:spChg chg="add del mod">
          <ac:chgData name="문 동진(KSTD)" userId="3d26c5c2-5d13-41b2-b4a9-bebd91ca5bef" providerId="ADAL" clId="{AC91C77A-115B-4066-B24C-58E72D5C40B6}" dt="2026-08-03T00:21:29.594" v="633" actId="478"/>
          <ac:spMkLst>
            <pc:docMk/>
            <pc:sldMk cId="0" sldId="264"/>
            <ac:spMk id="16" creationId="{AA8E2419-C5B9-D8C7-ADF6-3A58E4BBA195}"/>
          </ac:spMkLst>
        </pc:spChg>
        <pc:spChg chg="add del mod">
          <ac:chgData name="문 동진(KSTD)" userId="3d26c5c2-5d13-41b2-b4a9-bebd91ca5bef" providerId="ADAL" clId="{AC91C77A-115B-4066-B24C-58E72D5C40B6}" dt="2026-08-03T00:22:14.905" v="649" actId="478"/>
          <ac:spMkLst>
            <pc:docMk/>
            <pc:sldMk cId="0" sldId="264"/>
            <ac:spMk id="18" creationId="{B0C26631-919F-E5A0-D004-55F7B7A77520}"/>
          </ac:spMkLst>
        </pc:spChg>
        <pc:spChg chg="add del mod">
          <ac:chgData name="문 동진(KSTD)" userId="3d26c5c2-5d13-41b2-b4a9-bebd91ca5bef" providerId="ADAL" clId="{AC91C77A-115B-4066-B24C-58E72D5C40B6}" dt="2026-08-03T00:22:14.905" v="649" actId="478"/>
          <ac:spMkLst>
            <pc:docMk/>
            <pc:sldMk cId="0" sldId="264"/>
            <ac:spMk id="20" creationId="{58FE6EDF-7B79-AE5D-DBA2-CAA46B3CE14F}"/>
          </ac:spMkLst>
        </pc:spChg>
        <pc:spChg chg="add del mod">
          <ac:chgData name="문 동진(KSTD)" userId="3d26c5c2-5d13-41b2-b4a9-bebd91ca5bef" providerId="ADAL" clId="{AC91C77A-115B-4066-B24C-58E72D5C40B6}" dt="2026-08-03T00:22:14.905" v="649" actId="478"/>
          <ac:spMkLst>
            <pc:docMk/>
            <pc:sldMk cId="0" sldId="264"/>
            <ac:spMk id="22" creationId="{1845B04C-DDD0-C915-1006-673DFEC9F531}"/>
          </ac:spMkLst>
        </pc:spChg>
        <pc:spChg chg="add del mod">
          <ac:chgData name="문 동진(KSTD)" userId="3d26c5c2-5d13-41b2-b4a9-bebd91ca5bef" providerId="ADAL" clId="{AC91C77A-115B-4066-B24C-58E72D5C40B6}" dt="2026-08-03T00:22:14.905" v="649" actId="478"/>
          <ac:spMkLst>
            <pc:docMk/>
            <pc:sldMk cId="0" sldId="264"/>
            <ac:spMk id="24" creationId="{45480E28-6049-941E-3135-3743D0CD57BD}"/>
          </ac:spMkLst>
        </pc:spChg>
        <pc:spChg chg="add del mod">
          <ac:chgData name="문 동진(KSTD)" userId="3d26c5c2-5d13-41b2-b4a9-bebd91ca5bef" providerId="ADAL" clId="{AC91C77A-115B-4066-B24C-58E72D5C40B6}" dt="2026-08-03T01:23:43.775" v="763" actId="478"/>
          <ac:spMkLst>
            <pc:docMk/>
            <pc:sldMk cId="0" sldId="264"/>
            <ac:spMk id="38" creationId="{76E67DDE-0E1F-1745-E955-EBB5D221687D}"/>
          </ac:spMkLst>
        </pc:spChg>
        <pc:spChg chg="add del mod">
          <ac:chgData name="문 동진(KSTD)" userId="3d26c5c2-5d13-41b2-b4a9-bebd91ca5bef" providerId="ADAL" clId="{AC91C77A-115B-4066-B24C-58E72D5C40B6}" dt="2026-08-03T01:23:43.775" v="763" actId="478"/>
          <ac:spMkLst>
            <pc:docMk/>
            <pc:sldMk cId="0" sldId="264"/>
            <ac:spMk id="40" creationId="{049BB3F4-FFE1-3023-BA6C-A2543113CA8A}"/>
          </ac:spMkLst>
        </pc:spChg>
        <pc:spChg chg="add del mod">
          <ac:chgData name="문 동진(KSTD)" userId="3d26c5c2-5d13-41b2-b4a9-bebd91ca5bef" providerId="ADAL" clId="{AC91C77A-115B-4066-B24C-58E72D5C40B6}" dt="2026-08-03T01:23:43.775" v="763" actId="478"/>
          <ac:spMkLst>
            <pc:docMk/>
            <pc:sldMk cId="0" sldId="264"/>
            <ac:spMk id="47" creationId="{3CB2CB11-7FA9-9E3E-638A-39A909EE4D40}"/>
          </ac:spMkLst>
        </pc:spChg>
        <pc:spChg chg="add del mod">
          <ac:chgData name="문 동진(KSTD)" userId="3d26c5c2-5d13-41b2-b4a9-bebd91ca5bef" providerId="ADAL" clId="{AC91C77A-115B-4066-B24C-58E72D5C40B6}" dt="2026-08-03T01:23:43.775" v="763" actId="478"/>
          <ac:spMkLst>
            <pc:docMk/>
            <pc:sldMk cId="0" sldId="264"/>
            <ac:spMk id="48" creationId="{8ACEDCC4-6668-ACE1-C72D-99852ED42866}"/>
          </ac:spMkLst>
        </pc:spChg>
        <pc:spChg chg="add del mod">
          <ac:chgData name="문 동진(KSTD)" userId="3d26c5c2-5d13-41b2-b4a9-bebd91ca5bef" providerId="ADAL" clId="{AC91C77A-115B-4066-B24C-58E72D5C40B6}" dt="2026-08-03T01:23:43.775" v="763" actId="478"/>
          <ac:spMkLst>
            <pc:docMk/>
            <pc:sldMk cId="0" sldId="264"/>
            <ac:spMk id="49" creationId="{F2922828-6FDD-4E90-69E3-F31CB3A1CA7F}"/>
          </ac:spMkLst>
        </pc:spChg>
        <pc:spChg chg="add del mod">
          <ac:chgData name="문 동진(KSTD)" userId="3d26c5c2-5d13-41b2-b4a9-bebd91ca5bef" providerId="ADAL" clId="{AC91C77A-115B-4066-B24C-58E72D5C40B6}" dt="2026-08-03T01:23:43.775" v="763" actId="478"/>
          <ac:spMkLst>
            <pc:docMk/>
            <pc:sldMk cId="0" sldId="264"/>
            <ac:spMk id="50" creationId="{B6AF1E05-15F1-8347-4087-1B072C51E4F8}"/>
          </ac:spMkLst>
        </pc:spChg>
        <pc:spChg chg="add mod">
          <ac:chgData name="문 동진(KSTD)" userId="3d26c5c2-5d13-41b2-b4a9-bebd91ca5bef" providerId="ADAL" clId="{AC91C77A-115B-4066-B24C-58E72D5C40B6}" dt="2026-08-03T00:23:28.977" v="679" actId="571"/>
          <ac:spMkLst>
            <pc:docMk/>
            <pc:sldMk cId="0" sldId="264"/>
            <ac:spMk id="51" creationId="{89980A03-C763-B024-068D-37816A9F475D}"/>
          </ac:spMkLst>
        </pc:spChg>
        <pc:spChg chg="add mod">
          <ac:chgData name="문 동진(KSTD)" userId="3d26c5c2-5d13-41b2-b4a9-bebd91ca5bef" providerId="ADAL" clId="{AC91C77A-115B-4066-B24C-58E72D5C40B6}" dt="2026-08-03T00:53:54.760" v="757" actId="571"/>
          <ac:spMkLst>
            <pc:docMk/>
            <pc:sldMk cId="0" sldId="264"/>
            <ac:spMk id="52" creationId="{344A0F46-43FE-0D9F-677F-8EC2E333D13D}"/>
          </ac:spMkLst>
        </pc:spChg>
        <pc:spChg chg="add del">
          <ac:chgData name="문 동진(KSTD)" userId="3d26c5c2-5d13-41b2-b4a9-bebd91ca5bef" providerId="ADAL" clId="{AC91C77A-115B-4066-B24C-58E72D5C40B6}" dt="2026-08-03T01:23:40.374" v="762" actId="22"/>
          <ac:spMkLst>
            <pc:docMk/>
            <pc:sldMk cId="0" sldId="264"/>
            <ac:spMk id="54" creationId="{00A5B362-B775-146A-3978-C47522E34447}"/>
          </ac:spMkLst>
        </pc:spChg>
        <pc:spChg chg="add del">
          <ac:chgData name="문 동진(KSTD)" userId="3d26c5c2-5d13-41b2-b4a9-bebd91ca5bef" providerId="ADAL" clId="{AC91C77A-115B-4066-B24C-58E72D5C40B6}" dt="2026-08-03T01:23:40.374" v="762" actId="22"/>
          <ac:spMkLst>
            <pc:docMk/>
            <pc:sldMk cId="0" sldId="264"/>
            <ac:spMk id="56" creationId="{C84470A5-5B78-D35C-0711-D1C3C36A33D4}"/>
          </ac:spMkLst>
        </pc:spChg>
        <pc:spChg chg="add del">
          <ac:chgData name="문 동진(KSTD)" userId="3d26c5c2-5d13-41b2-b4a9-bebd91ca5bef" providerId="ADAL" clId="{AC91C77A-115B-4066-B24C-58E72D5C40B6}" dt="2026-08-03T01:23:40.374" v="762" actId="22"/>
          <ac:spMkLst>
            <pc:docMk/>
            <pc:sldMk cId="0" sldId="264"/>
            <ac:spMk id="64" creationId="{0E5A564C-0C92-EB27-4BA2-1A98EAE4D41F}"/>
          </ac:spMkLst>
        </pc:spChg>
        <pc:spChg chg="add del">
          <ac:chgData name="문 동진(KSTD)" userId="3d26c5c2-5d13-41b2-b4a9-bebd91ca5bef" providerId="ADAL" clId="{AC91C77A-115B-4066-B24C-58E72D5C40B6}" dt="2026-08-03T01:23:40.374" v="762" actId="22"/>
          <ac:spMkLst>
            <pc:docMk/>
            <pc:sldMk cId="0" sldId="264"/>
            <ac:spMk id="66" creationId="{F6E54C5D-BC6E-7B67-45A8-36937DCC3010}"/>
          </ac:spMkLst>
        </pc:spChg>
        <pc:spChg chg="add del">
          <ac:chgData name="문 동진(KSTD)" userId="3d26c5c2-5d13-41b2-b4a9-bebd91ca5bef" providerId="ADAL" clId="{AC91C77A-115B-4066-B24C-58E72D5C40B6}" dt="2026-08-03T01:23:40.374" v="762" actId="22"/>
          <ac:spMkLst>
            <pc:docMk/>
            <pc:sldMk cId="0" sldId="264"/>
            <ac:spMk id="68" creationId="{CF3F749F-8D12-01A3-E665-A797DC4190DD}"/>
          </ac:spMkLst>
        </pc:spChg>
        <pc:spChg chg="add del">
          <ac:chgData name="문 동진(KSTD)" userId="3d26c5c2-5d13-41b2-b4a9-bebd91ca5bef" providerId="ADAL" clId="{AC91C77A-115B-4066-B24C-58E72D5C40B6}" dt="2026-08-03T01:23:40.374" v="762" actId="22"/>
          <ac:spMkLst>
            <pc:docMk/>
            <pc:sldMk cId="0" sldId="264"/>
            <ac:spMk id="70" creationId="{E276031C-662C-F926-564E-5888A6867837}"/>
          </ac:spMkLst>
        </pc:spChg>
        <pc:spChg chg="add del">
          <ac:chgData name="문 동진(KSTD)" userId="3d26c5c2-5d13-41b2-b4a9-bebd91ca5bef" providerId="ADAL" clId="{AC91C77A-115B-4066-B24C-58E72D5C40B6}" dt="2026-08-03T01:23:40.374" v="762" actId="22"/>
          <ac:spMkLst>
            <pc:docMk/>
            <pc:sldMk cId="0" sldId="264"/>
            <ac:spMk id="74" creationId="{E55802C5-FD0A-C808-8A9C-31800812C9C9}"/>
          </ac:spMkLst>
        </pc:spChg>
        <pc:spChg chg="add del">
          <ac:chgData name="문 동진(KSTD)" userId="3d26c5c2-5d13-41b2-b4a9-bebd91ca5bef" providerId="ADAL" clId="{AC91C77A-115B-4066-B24C-58E72D5C40B6}" dt="2026-08-03T01:23:40.374" v="762" actId="22"/>
          <ac:spMkLst>
            <pc:docMk/>
            <pc:sldMk cId="0" sldId="264"/>
            <ac:spMk id="76" creationId="{C9A5E9D1-52FC-5E0E-128C-E5B8B4B17BD4}"/>
          </ac:spMkLst>
        </pc:spChg>
        <pc:spChg chg="add del">
          <ac:chgData name="문 동진(KSTD)" userId="3d26c5c2-5d13-41b2-b4a9-bebd91ca5bef" providerId="ADAL" clId="{AC91C77A-115B-4066-B24C-58E72D5C40B6}" dt="2026-08-03T01:23:40.374" v="762" actId="22"/>
          <ac:spMkLst>
            <pc:docMk/>
            <pc:sldMk cId="0" sldId="264"/>
            <ac:spMk id="80" creationId="{16B18791-4BE8-7DDB-3117-293E7689BFFC}"/>
          </ac:spMkLst>
        </pc:spChg>
        <pc:spChg chg="add del">
          <ac:chgData name="문 동진(KSTD)" userId="3d26c5c2-5d13-41b2-b4a9-bebd91ca5bef" providerId="ADAL" clId="{AC91C77A-115B-4066-B24C-58E72D5C40B6}" dt="2026-08-03T01:23:40.374" v="762" actId="22"/>
          <ac:spMkLst>
            <pc:docMk/>
            <pc:sldMk cId="0" sldId="264"/>
            <ac:spMk id="82" creationId="{DC68CE35-C26D-17D9-49DE-95A66A7BBDD3}"/>
          </ac:spMkLst>
        </pc:spChg>
        <pc:spChg chg="add mod">
          <ac:chgData name="문 동진(KSTD)" userId="3d26c5c2-5d13-41b2-b4a9-bebd91ca5bef" providerId="ADAL" clId="{AC91C77A-115B-4066-B24C-58E72D5C40B6}" dt="2026-08-03T01:24:39.467" v="790" actId="108"/>
          <ac:spMkLst>
            <pc:docMk/>
            <pc:sldMk cId="0" sldId="264"/>
            <ac:spMk id="84" creationId="{07CD5101-196A-280D-3F92-6EBC139E6DC0}"/>
          </ac:spMkLst>
        </pc:spChg>
        <pc:spChg chg="add del mod">
          <ac:chgData name="문 동진(KSTD)" userId="3d26c5c2-5d13-41b2-b4a9-bebd91ca5bef" providerId="ADAL" clId="{AC91C77A-115B-4066-B24C-58E72D5C40B6}" dt="2026-08-03T01:29:29.786" v="840" actId="478"/>
          <ac:spMkLst>
            <pc:docMk/>
            <pc:sldMk cId="0" sldId="264"/>
            <ac:spMk id="86" creationId="{ED93A442-39C5-3F89-F616-D0D542013365}"/>
          </ac:spMkLst>
        </pc:spChg>
        <pc:spChg chg="add mod">
          <ac:chgData name="문 동진(KSTD)" userId="3d26c5c2-5d13-41b2-b4a9-bebd91ca5bef" providerId="ADAL" clId="{AC91C77A-115B-4066-B24C-58E72D5C40B6}" dt="2026-08-03T03:43:24.206" v="1542" actId="20577"/>
          <ac:spMkLst>
            <pc:docMk/>
            <pc:sldMk cId="0" sldId="264"/>
            <ac:spMk id="88" creationId="{BAE6E674-917E-CDD7-7180-53716290BB77}"/>
          </ac:spMkLst>
        </pc:spChg>
        <pc:spChg chg="add mod">
          <ac:chgData name="문 동진(KSTD)" userId="3d26c5c2-5d13-41b2-b4a9-bebd91ca5bef" providerId="ADAL" clId="{AC91C77A-115B-4066-B24C-58E72D5C40B6}" dt="2026-08-03T01:49:24.963" v="1153" actId="2711"/>
          <ac:spMkLst>
            <pc:docMk/>
            <pc:sldMk cId="0" sldId="264"/>
            <ac:spMk id="90" creationId="{F33E0B1A-13CB-A2B7-4F27-AB3C02F3F4ED}"/>
          </ac:spMkLst>
        </pc:spChg>
        <pc:spChg chg="add mod">
          <ac:chgData name="문 동진(KSTD)" userId="3d26c5c2-5d13-41b2-b4a9-bebd91ca5bef" providerId="ADAL" clId="{AC91C77A-115B-4066-B24C-58E72D5C40B6}" dt="2026-08-03T01:31:32.378" v="847" actId="1076"/>
          <ac:spMkLst>
            <pc:docMk/>
            <pc:sldMk cId="0" sldId="264"/>
            <ac:spMk id="92" creationId="{8C1E46EB-2404-96DE-7445-7D1E270C2C73}"/>
          </ac:spMkLst>
        </pc:spChg>
        <pc:spChg chg="add mod">
          <ac:chgData name="문 동진(KSTD)" userId="3d26c5c2-5d13-41b2-b4a9-bebd91ca5bef" providerId="ADAL" clId="{AC91C77A-115B-4066-B24C-58E72D5C40B6}" dt="2026-08-03T02:28:58.134" v="1502" actId="1076"/>
          <ac:spMkLst>
            <pc:docMk/>
            <pc:sldMk cId="0" sldId="264"/>
            <ac:spMk id="94" creationId="{70465D53-857A-312E-3E55-43890B4A53F0}"/>
          </ac:spMkLst>
        </pc:spChg>
        <pc:spChg chg="mod">
          <ac:chgData name="문 동진(KSTD)" userId="3d26c5c2-5d13-41b2-b4a9-bebd91ca5bef" providerId="ADAL" clId="{AC91C77A-115B-4066-B24C-58E72D5C40B6}" dt="2026-08-03T01:49:12.181" v="1150" actId="2711"/>
          <ac:spMkLst>
            <pc:docMk/>
            <pc:sldMk cId="0" sldId="264"/>
            <ac:spMk id="96" creationId="{EDE7CB73-903F-2072-24EB-D2BD0D21035B}"/>
          </ac:spMkLst>
        </pc:spChg>
        <pc:spChg chg="mod">
          <ac:chgData name="문 동진(KSTD)" userId="3d26c5c2-5d13-41b2-b4a9-bebd91ca5bef" providerId="ADAL" clId="{AC91C77A-115B-4066-B24C-58E72D5C40B6}" dt="2026-08-03T01:48:21.264" v="1119" actId="14100"/>
          <ac:spMkLst>
            <pc:docMk/>
            <pc:sldMk cId="0" sldId="264"/>
            <ac:spMk id="98" creationId="{1AF8D03F-BEC4-E8EE-302E-AE0752AFE303}"/>
          </ac:spMkLst>
        </pc:spChg>
        <pc:spChg chg="mod">
          <ac:chgData name="문 동진(KSTD)" userId="3d26c5c2-5d13-41b2-b4a9-bebd91ca5bef" providerId="ADAL" clId="{AC91C77A-115B-4066-B24C-58E72D5C40B6}" dt="2026-08-03T03:42:39.997" v="1521" actId="20577"/>
          <ac:spMkLst>
            <pc:docMk/>
            <pc:sldMk cId="0" sldId="264"/>
            <ac:spMk id="100" creationId="{3C8757E1-1867-627F-EA07-AD39311F1E49}"/>
          </ac:spMkLst>
        </pc:spChg>
        <pc:spChg chg="add mod">
          <ac:chgData name="문 동진(KSTD)" userId="3d26c5c2-5d13-41b2-b4a9-bebd91ca5bef" providerId="ADAL" clId="{AC91C77A-115B-4066-B24C-58E72D5C40B6}" dt="2026-08-03T01:29:18.041" v="839" actId="255"/>
          <ac:spMkLst>
            <pc:docMk/>
            <pc:sldMk cId="0" sldId="264"/>
            <ac:spMk id="102" creationId="{032CB8F2-85EE-A4EC-EE91-4AEC2B335595}"/>
          </ac:spMkLst>
        </pc:spChg>
        <pc:spChg chg="mod">
          <ac:chgData name="문 동진(KSTD)" userId="3d26c5c2-5d13-41b2-b4a9-bebd91ca5bef" providerId="ADAL" clId="{AC91C77A-115B-4066-B24C-58E72D5C40B6}" dt="2026-08-03T01:48:21.264" v="1119" actId="14100"/>
          <ac:spMkLst>
            <pc:docMk/>
            <pc:sldMk cId="0" sldId="264"/>
            <ac:spMk id="104" creationId="{F4058EDB-1E64-BF3D-30F8-9DEAB214425D}"/>
          </ac:spMkLst>
        </pc:spChg>
        <pc:spChg chg="add mod">
          <ac:chgData name="문 동진(KSTD)" userId="3d26c5c2-5d13-41b2-b4a9-bebd91ca5bef" providerId="ADAL" clId="{AC91C77A-115B-4066-B24C-58E72D5C40B6}" dt="2026-08-03T03:43:08.463" v="1526" actId="20577"/>
          <ac:spMkLst>
            <pc:docMk/>
            <pc:sldMk cId="0" sldId="264"/>
            <ac:spMk id="106" creationId="{0E133A48-1F6F-8CC8-181D-80393EF6BDCC}"/>
          </ac:spMkLst>
        </pc:spChg>
        <pc:spChg chg="mod">
          <ac:chgData name="문 동진(KSTD)" userId="3d26c5c2-5d13-41b2-b4a9-bebd91ca5bef" providerId="ADAL" clId="{AC91C77A-115B-4066-B24C-58E72D5C40B6}" dt="2026-08-03T01:34:18.906" v="939" actId="2711"/>
          <ac:spMkLst>
            <pc:docMk/>
            <pc:sldMk cId="0" sldId="264"/>
            <ac:spMk id="108" creationId="{8AAF4C57-2655-8D51-61A8-D5E0E8DE73E5}"/>
          </ac:spMkLst>
        </pc:spChg>
        <pc:spChg chg="add mod">
          <ac:chgData name="문 동진(KSTD)" userId="3d26c5c2-5d13-41b2-b4a9-bebd91ca5bef" providerId="ADAL" clId="{AC91C77A-115B-4066-B24C-58E72D5C40B6}" dt="2026-08-03T01:48:21.264" v="1119" actId="14100"/>
          <ac:spMkLst>
            <pc:docMk/>
            <pc:sldMk cId="0" sldId="264"/>
            <ac:spMk id="110" creationId="{7685531B-3F7C-3919-7F6E-DF10BE4CDEE4}"/>
          </ac:spMkLst>
        </pc:spChg>
        <pc:spChg chg="add mod">
          <ac:chgData name="문 동진(KSTD)" userId="3d26c5c2-5d13-41b2-b4a9-bebd91ca5bef" providerId="ADAL" clId="{AC91C77A-115B-4066-B24C-58E72D5C40B6}" dt="2026-08-03T03:43:17.410" v="1535" actId="20577"/>
          <ac:spMkLst>
            <pc:docMk/>
            <pc:sldMk cId="0" sldId="264"/>
            <ac:spMk id="112" creationId="{BA0E363C-F564-048D-770F-061F22AC9507}"/>
          </ac:spMkLst>
        </pc:spChg>
        <pc:spChg chg="del">
          <ac:chgData name="문 동진(KSTD)" userId="3d26c5c2-5d13-41b2-b4a9-bebd91ca5bef" providerId="ADAL" clId="{AC91C77A-115B-4066-B24C-58E72D5C40B6}" dt="2026-08-03T01:25:57.005" v="807" actId="22"/>
          <ac:spMkLst>
            <pc:docMk/>
            <pc:sldMk cId="0" sldId="264"/>
            <ac:spMk id="116" creationId="{45191AB5-7303-2150-EC93-DA9F8D837968}"/>
          </ac:spMkLst>
        </pc:spChg>
        <pc:spChg chg="add del">
          <ac:chgData name="문 동진(KSTD)" userId="3d26c5c2-5d13-41b2-b4a9-bebd91ca5bef" providerId="ADAL" clId="{AC91C77A-115B-4066-B24C-58E72D5C40B6}" dt="2026-08-03T01:25:57.005" v="807" actId="22"/>
          <ac:spMkLst>
            <pc:docMk/>
            <pc:sldMk cId="0" sldId="264"/>
            <ac:spMk id="118" creationId="{4B3E9E12-4D8D-730C-D2F9-549DE217DB01}"/>
          </ac:spMkLst>
        </pc:spChg>
        <pc:spChg chg="add del">
          <ac:chgData name="문 동진(KSTD)" userId="3d26c5c2-5d13-41b2-b4a9-bebd91ca5bef" providerId="ADAL" clId="{AC91C77A-115B-4066-B24C-58E72D5C40B6}" dt="2026-08-03T01:25:57.005" v="807" actId="22"/>
          <ac:spMkLst>
            <pc:docMk/>
            <pc:sldMk cId="0" sldId="264"/>
            <ac:spMk id="120" creationId="{C6551B8F-32E1-E122-7CBB-B777A43432CB}"/>
          </ac:spMkLst>
        </pc:spChg>
        <pc:spChg chg="add">
          <ac:chgData name="문 동진(KSTD)" userId="3d26c5c2-5d13-41b2-b4a9-bebd91ca5bef" providerId="ADAL" clId="{AC91C77A-115B-4066-B24C-58E72D5C40B6}" dt="2026-08-03T01:25:56.351" v="806" actId="22"/>
          <ac:spMkLst>
            <pc:docMk/>
            <pc:sldMk cId="0" sldId="264"/>
            <ac:spMk id="122" creationId="{2727AFDB-34B8-A8F8-6CF9-BAB6611B3A15}"/>
          </ac:spMkLst>
        </pc:spChg>
        <pc:spChg chg="add">
          <ac:chgData name="문 동진(KSTD)" userId="3d26c5c2-5d13-41b2-b4a9-bebd91ca5bef" providerId="ADAL" clId="{AC91C77A-115B-4066-B24C-58E72D5C40B6}" dt="2026-08-03T01:25:56.351" v="806" actId="22"/>
          <ac:spMkLst>
            <pc:docMk/>
            <pc:sldMk cId="0" sldId="264"/>
            <ac:spMk id="124" creationId="{1E4F9BA4-B539-8739-62DA-3DEAA2F0A95D}"/>
          </ac:spMkLst>
        </pc:spChg>
        <pc:spChg chg="add">
          <ac:chgData name="문 동진(KSTD)" userId="3d26c5c2-5d13-41b2-b4a9-bebd91ca5bef" providerId="ADAL" clId="{AC91C77A-115B-4066-B24C-58E72D5C40B6}" dt="2026-08-03T01:25:56.351" v="806" actId="22"/>
          <ac:spMkLst>
            <pc:docMk/>
            <pc:sldMk cId="0" sldId="264"/>
            <ac:spMk id="128" creationId="{0BBD8967-EDF8-F119-40E0-425E23906C6E}"/>
          </ac:spMkLst>
        </pc:spChg>
        <pc:spChg chg="del">
          <ac:chgData name="문 동진(KSTD)" userId="3d26c5c2-5d13-41b2-b4a9-bebd91ca5bef" providerId="ADAL" clId="{AC91C77A-115B-4066-B24C-58E72D5C40B6}" dt="2026-08-03T01:25:57.005" v="807" actId="22"/>
          <ac:spMkLst>
            <pc:docMk/>
            <pc:sldMk cId="0" sldId="264"/>
            <ac:spMk id="130" creationId="{7FC1F9E1-12A4-4CAF-0B1D-ECDCCD17E7FA}"/>
          </ac:spMkLst>
        </pc:spChg>
        <pc:spChg chg="add del">
          <ac:chgData name="문 동진(KSTD)" userId="3d26c5c2-5d13-41b2-b4a9-bebd91ca5bef" providerId="ADAL" clId="{AC91C77A-115B-4066-B24C-58E72D5C40B6}" dt="2026-08-03T01:25:57.005" v="807" actId="22"/>
          <ac:spMkLst>
            <pc:docMk/>
            <pc:sldMk cId="0" sldId="264"/>
            <ac:spMk id="132" creationId="{00261039-DD59-77BA-3DB2-4332D4639192}"/>
          </ac:spMkLst>
        </pc:spChg>
        <pc:spChg chg="add del">
          <ac:chgData name="문 동진(KSTD)" userId="3d26c5c2-5d13-41b2-b4a9-bebd91ca5bef" providerId="ADAL" clId="{AC91C77A-115B-4066-B24C-58E72D5C40B6}" dt="2026-08-03T01:25:57.005" v="807" actId="22"/>
          <ac:spMkLst>
            <pc:docMk/>
            <pc:sldMk cId="0" sldId="264"/>
            <ac:spMk id="134" creationId="{8A840BEC-4785-E8F7-092C-DBC270E316D2}"/>
          </ac:spMkLst>
        </pc:spChg>
        <pc:spChg chg="add del">
          <ac:chgData name="문 동진(KSTD)" userId="3d26c5c2-5d13-41b2-b4a9-bebd91ca5bef" providerId="ADAL" clId="{AC91C77A-115B-4066-B24C-58E72D5C40B6}" dt="2026-08-03T01:25:57.005" v="807" actId="22"/>
          <ac:spMkLst>
            <pc:docMk/>
            <pc:sldMk cId="0" sldId="264"/>
            <ac:spMk id="136" creationId="{179AB08B-4D7A-A8D3-0655-5A7AD8B85377}"/>
          </ac:spMkLst>
        </pc:spChg>
        <pc:spChg chg="del">
          <ac:chgData name="문 동진(KSTD)" userId="3d26c5c2-5d13-41b2-b4a9-bebd91ca5bef" providerId="ADAL" clId="{AC91C77A-115B-4066-B24C-58E72D5C40B6}" dt="2026-08-03T01:25:57.005" v="807" actId="22"/>
          <ac:spMkLst>
            <pc:docMk/>
            <pc:sldMk cId="0" sldId="264"/>
            <ac:spMk id="138" creationId="{658E2D2F-2D6A-C4BD-B1E3-C8DA093ED95D}"/>
          </ac:spMkLst>
        </pc:spChg>
        <pc:spChg chg="add del">
          <ac:chgData name="문 동진(KSTD)" userId="3d26c5c2-5d13-41b2-b4a9-bebd91ca5bef" providerId="ADAL" clId="{AC91C77A-115B-4066-B24C-58E72D5C40B6}" dt="2026-08-03T01:25:57.005" v="807" actId="22"/>
          <ac:spMkLst>
            <pc:docMk/>
            <pc:sldMk cId="0" sldId="264"/>
            <ac:spMk id="140" creationId="{8DBE15CC-E649-16CD-2FBA-4897F389CFC2}"/>
          </ac:spMkLst>
        </pc:spChg>
        <pc:spChg chg="add del">
          <ac:chgData name="문 동진(KSTD)" userId="3d26c5c2-5d13-41b2-b4a9-bebd91ca5bef" providerId="ADAL" clId="{AC91C77A-115B-4066-B24C-58E72D5C40B6}" dt="2026-08-03T01:25:57.005" v="807" actId="22"/>
          <ac:spMkLst>
            <pc:docMk/>
            <pc:sldMk cId="0" sldId="264"/>
            <ac:spMk id="142" creationId="{0A50E965-DF0E-DAE3-B726-B21A865373A3}"/>
          </ac:spMkLst>
        </pc:spChg>
        <pc:grpChg chg="add mod">
          <ac:chgData name="문 동진(KSTD)" userId="3d26c5c2-5d13-41b2-b4a9-bebd91ca5bef" providerId="ADAL" clId="{AC91C77A-115B-4066-B24C-58E72D5C40B6}" dt="2026-07-31T06:59:49.161" v="27"/>
          <ac:grpSpMkLst>
            <pc:docMk/>
            <pc:sldMk cId="0" sldId="264"/>
            <ac:grpSpMk id="10" creationId="{E4651466-615A-358B-A917-3003CEF9DDC4}"/>
          </ac:grpSpMkLst>
        </pc:grpChg>
        <pc:graphicFrameChg chg="add del">
          <ac:chgData name="문 동진(KSTD)" userId="3d26c5c2-5d13-41b2-b4a9-bebd91ca5bef" providerId="ADAL" clId="{AC91C77A-115B-4066-B24C-58E72D5C40B6}" dt="2026-08-03T04:02:35.160" v="1715" actId="22"/>
          <ac:graphicFrameMkLst>
            <pc:docMk/>
            <pc:sldMk cId="0" sldId="264"/>
            <ac:graphicFrameMk id="4" creationId="{EECF8570-0F34-A0DA-53C1-6578F251ECED}"/>
          </ac:graphicFrameMkLst>
        </pc:graphicFrameChg>
        <pc:picChg chg="mod">
          <ac:chgData name="문 동진(KSTD)" userId="3d26c5c2-5d13-41b2-b4a9-bebd91ca5bef" providerId="ADAL" clId="{AC91C77A-115B-4066-B24C-58E72D5C40B6}" dt="2026-08-03T01:34:00.856" v="934" actId="1076"/>
          <ac:picMkLst>
            <pc:docMk/>
            <pc:sldMk cId="0" sldId="264"/>
            <ac:picMk id="2" creationId="{00000000-0000-0000-0000-000000000000}"/>
          </ac:picMkLst>
        </pc:picChg>
        <pc:picChg chg="del">
          <ac:chgData name="문 동진(KSTD)" userId="3d26c5c2-5d13-41b2-b4a9-bebd91ca5bef" providerId="ADAL" clId="{AC91C77A-115B-4066-B24C-58E72D5C40B6}" dt="2026-08-03T00:18:20.648" v="588" actId="478"/>
          <ac:picMkLst>
            <pc:docMk/>
            <pc:sldMk cId="0" sldId="264"/>
            <ac:picMk id="3" creationId="{00000000-0000-0000-0000-000000000000}"/>
          </ac:picMkLst>
        </pc:picChg>
        <pc:picChg chg="del mod modCrop">
          <ac:chgData name="문 동진(KSTD)" userId="3d26c5c2-5d13-41b2-b4a9-bebd91ca5bef" providerId="ADAL" clId="{AC91C77A-115B-4066-B24C-58E72D5C40B6}" dt="2026-08-03T01:23:31.956" v="760" actId="478"/>
          <ac:picMkLst>
            <pc:docMk/>
            <pc:sldMk cId="0" sldId="264"/>
            <ac:picMk id="4" creationId="{00000000-0000-0000-0000-000000000000}"/>
          </ac:picMkLst>
        </pc:picChg>
        <pc:picChg chg="mod">
          <ac:chgData name="문 동진(KSTD)" userId="3d26c5c2-5d13-41b2-b4a9-bebd91ca5bef" providerId="ADAL" clId="{AC91C77A-115B-4066-B24C-58E72D5C40B6}" dt="2026-08-03T00:18:45.794" v="596" actId="14100"/>
          <ac:picMkLst>
            <pc:docMk/>
            <pc:sldMk cId="0" sldId="264"/>
            <ac:picMk id="5" creationId="{00000000-0000-0000-0000-000000000000}"/>
          </ac:picMkLst>
        </pc:picChg>
        <pc:picChg chg="del">
          <ac:chgData name="문 동진(KSTD)" userId="3d26c5c2-5d13-41b2-b4a9-bebd91ca5bef" providerId="ADAL" clId="{AC91C77A-115B-4066-B24C-58E72D5C40B6}" dt="2026-08-03T00:18:20.648" v="588" actId="478"/>
          <ac:picMkLst>
            <pc:docMk/>
            <pc:sldMk cId="0" sldId="264"/>
            <ac:picMk id="7" creationId="{00000000-0000-0000-0000-000000000000}"/>
          </ac:picMkLst>
        </pc:picChg>
        <pc:picChg chg="mod">
          <ac:chgData name="문 동진(KSTD)" userId="3d26c5c2-5d13-41b2-b4a9-bebd91ca5bef" providerId="ADAL" clId="{AC91C77A-115B-4066-B24C-58E72D5C40B6}" dt="2026-07-31T06:59:49.161" v="27"/>
          <ac:picMkLst>
            <pc:docMk/>
            <pc:sldMk cId="0" sldId="264"/>
            <ac:picMk id="11" creationId="{9D09125C-11ED-8B12-2432-0D2B36DA9B45}"/>
          </ac:picMkLst>
        </pc:picChg>
        <pc:picChg chg="mod">
          <ac:chgData name="문 동진(KSTD)" userId="3d26c5c2-5d13-41b2-b4a9-bebd91ca5bef" providerId="ADAL" clId="{AC91C77A-115B-4066-B24C-58E72D5C40B6}" dt="2026-07-31T06:59:49.161" v="27"/>
          <ac:picMkLst>
            <pc:docMk/>
            <pc:sldMk cId="0" sldId="264"/>
            <ac:picMk id="12" creationId="{31DC40D6-FBAA-C209-6A4A-CB929C1FA714}"/>
          </ac:picMkLst>
        </pc:picChg>
        <pc:picChg chg="add del mod">
          <ac:chgData name="문 동진(KSTD)" userId="3d26c5c2-5d13-41b2-b4a9-bebd91ca5bef" providerId="ADAL" clId="{AC91C77A-115B-4066-B24C-58E72D5C40B6}" dt="2026-08-03T01:23:43.775" v="763" actId="478"/>
          <ac:picMkLst>
            <pc:docMk/>
            <pc:sldMk cId="0" sldId="264"/>
            <ac:picMk id="26" creationId="{F5225B94-35A0-7D02-CA51-E0455372B5EF}"/>
          </ac:picMkLst>
        </pc:picChg>
        <pc:picChg chg="add mod">
          <ac:chgData name="문 동진(KSTD)" userId="3d26c5c2-5d13-41b2-b4a9-bebd91ca5bef" providerId="ADAL" clId="{AC91C77A-115B-4066-B24C-58E72D5C40B6}" dt="2026-08-03T00:19:26.576" v="604" actId="1076"/>
          <ac:picMkLst>
            <pc:docMk/>
            <pc:sldMk cId="0" sldId="264"/>
            <ac:picMk id="28" creationId="{C0902E98-E206-15CA-61BE-9124727D23ED}"/>
          </ac:picMkLst>
        </pc:picChg>
        <pc:picChg chg="add del mod">
          <ac:chgData name="문 동진(KSTD)" userId="3d26c5c2-5d13-41b2-b4a9-bebd91ca5bef" providerId="ADAL" clId="{AC91C77A-115B-4066-B24C-58E72D5C40B6}" dt="2026-08-03T01:23:43.775" v="763" actId="478"/>
          <ac:picMkLst>
            <pc:docMk/>
            <pc:sldMk cId="0" sldId="264"/>
            <ac:picMk id="30" creationId="{2342B8E8-E978-0F44-000B-96F1FD0CA5D0}"/>
          </ac:picMkLst>
        </pc:picChg>
        <pc:picChg chg="add del mod">
          <ac:chgData name="문 동진(KSTD)" userId="3d26c5c2-5d13-41b2-b4a9-bebd91ca5bef" providerId="ADAL" clId="{AC91C77A-115B-4066-B24C-58E72D5C40B6}" dt="2026-08-03T01:23:43.775" v="763" actId="478"/>
          <ac:picMkLst>
            <pc:docMk/>
            <pc:sldMk cId="0" sldId="264"/>
            <ac:picMk id="32" creationId="{157598C1-2E31-5F88-E4DB-270FD1EDF5D2}"/>
          </ac:picMkLst>
        </pc:picChg>
        <pc:picChg chg="add mod">
          <ac:chgData name="문 동진(KSTD)" userId="3d26c5c2-5d13-41b2-b4a9-bebd91ca5bef" providerId="ADAL" clId="{AC91C77A-115B-4066-B24C-58E72D5C40B6}" dt="2026-08-03T00:19:17.274" v="601" actId="14100"/>
          <ac:picMkLst>
            <pc:docMk/>
            <pc:sldMk cId="0" sldId="264"/>
            <ac:picMk id="34" creationId="{7AA029A6-41C3-7B0F-FFE9-6F33CC0921F3}"/>
          </ac:picMkLst>
        </pc:picChg>
        <pc:picChg chg="add mod">
          <ac:chgData name="문 동진(KSTD)" userId="3d26c5c2-5d13-41b2-b4a9-bebd91ca5bef" providerId="ADAL" clId="{AC91C77A-115B-4066-B24C-58E72D5C40B6}" dt="2026-08-03T00:19:17.274" v="601" actId="14100"/>
          <ac:picMkLst>
            <pc:docMk/>
            <pc:sldMk cId="0" sldId="264"/>
            <ac:picMk id="36" creationId="{333A60BB-8758-D513-50BC-60490543E6EC}"/>
          </ac:picMkLst>
        </pc:picChg>
        <pc:picChg chg="add mod">
          <ac:chgData name="문 동진(KSTD)" userId="3d26c5c2-5d13-41b2-b4a9-bebd91ca5bef" providerId="ADAL" clId="{AC91C77A-115B-4066-B24C-58E72D5C40B6}" dt="2026-08-03T00:22:38.931" v="651" actId="1076"/>
          <ac:picMkLst>
            <pc:docMk/>
            <pc:sldMk cId="0" sldId="264"/>
            <ac:picMk id="42" creationId="{68613577-F9C3-4282-87A4-219D88F05867}"/>
          </ac:picMkLst>
        </pc:picChg>
        <pc:picChg chg="add del mod">
          <ac:chgData name="문 동진(KSTD)" userId="3d26c5c2-5d13-41b2-b4a9-bebd91ca5bef" providerId="ADAL" clId="{AC91C77A-115B-4066-B24C-58E72D5C40B6}" dt="2026-08-03T01:23:43.775" v="763" actId="478"/>
          <ac:picMkLst>
            <pc:docMk/>
            <pc:sldMk cId="0" sldId="264"/>
            <ac:picMk id="44" creationId="{D83F7F86-D257-CDBD-B624-B208D19F04F8}"/>
          </ac:picMkLst>
        </pc:picChg>
        <pc:picChg chg="add mod">
          <ac:chgData name="문 동진(KSTD)" userId="3d26c5c2-5d13-41b2-b4a9-bebd91ca5bef" providerId="ADAL" clId="{AC91C77A-115B-4066-B24C-58E72D5C40B6}" dt="2026-08-03T00:22:44.028" v="653" actId="1076"/>
          <ac:picMkLst>
            <pc:docMk/>
            <pc:sldMk cId="0" sldId="264"/>
            <ac:picMk id="46" creationId="{366E77B8-A4BA-EE42-88E8-CEAE5FA3E1D2}"/>
          </ac:picMkLst>
        </pc:picChg>
      </pc:sldChg>
      <pc:sldChg chg="addSp delSp modSp mod">
        <pc:chgData name="문 동진(KSTD)" userId="3d26c5c2-5d13-41b2-b4a9-bebd91ca5bef" providerId="ADAL" clId="{AC91C77A-115B-4066-B24C-58E72D5C40B6}" dt="2026-08-03T05:26:40.496" v="2096" actId="1076"/>
        <pc:sldMkLst>
          <pc:docMk/>
          <pc:sldMk cId="0" sldId="265"/>
        </pc:sldMkLst>
        <pc:spChg chg="del">
          <ac:chgData name="문 동진(KSTD)" userId="3d26c5c2-5d13-41b2-b4a9-bebd91ca5bef" providerId="ADAL" clId="{AC91C77A-115B-4066-B24C-58E72D5C40B6}" dt="2026-08-03T00:07:36.124" v="540" actId="478"/>
          <ac:spMkLst>
            <pc:docMk/>
            <pc:sldMk cId="0" sldId="265"/>
            <ac:spMk id="6" creationId="{00000000-0000-0000-0000-000000000000}"/>
          </ac:spMkLst>
        </pc:spChg>
        <pc:spChg chg="del">
          <ac:chgData name="문 동진(KSTD)" userId="3d26c5c2-5d13-41b2-b4a9-bebd91ca5bef" providerId="ADAL" clId="{AC91C77A-115B-4066-B24C-58E72D5C40B6}" dt="2026-08-03T00:07:36.124" v="540" actId="478"/>
          <ac:spMkLst>
            <pc:docMk/>
            <pc:sldMk cId="0" sldId="265"/>
            <ac:spMk id="7" creationId="{00000000-0000-0000-0000-000000000000}"/>
          </ac:spMkLst>
        </pc:spChg>
        <pc:spChg chg="del mod">
          <ac:chgData name="문 동진(KSTD)" userId="3d26c5c2-5d13-41b2-b4a9-bebd91ca5bef" providerId="ADAL" clId="{AC91C77A-115B-4066-B24C-58E72D5C40B6}" dt="2026-08-03T00:10:11.140" v="573" actId="478"/>
          <ac:spMkLst>
            <pc:docMk/>
            <pc:sldMk cId="0" sldId="265"/>
            <ac:spMk id="8" creationId="{00000000-0000-0000-0000-000000000000}"/>
          </ac:spMkLst>
        </pc:spChg>
        <pc:spChg chg="del mod">
          <ac:chgData name="문 동진(KSTD)" userId="3d26c5c2-5d13-41b2-b4a9-bebd91ca5bef" providerId="ADAL" clId="{AC91C77A-115B-4066-B24C-58E72D5C40B6}" dt="2026-08-03T00:10:07.786" v="571" actId="478"/>
          <ac:spMkLst>
            <pc:docMk/>
            <pc:sldMk cId="0" sldId="265"/>
            <ac:spMk id="9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3T00:07:51.320" v="544" actId="14100"/>
          <ac:spMkLst>
            <pc:docMk/>
            <pc:sldMk cId="0" sldId="265"/>
            <ac:spMk id="12" creationId="{00000000-0000-0000-0000-000000000000}"/>
          </ac:spMkLst>
        </pc:spChg>
        <pc:spChg chg="add mod">
          <ac:chgData name="문 동진(KSTD)" userId="3d26c5c2-5d13-41b2-b4a9-bebd91ca5bef" providerId="ADAL" clId="{AC91C77A-115B-4066-B24C-58E72D5C40B6}" dt="2026-08-03T05:26:27.343" v="2089" actId="164"/>
          <ac:spMkLst>
            <pc:docMk/>
            <pc:sldMk cId="0" sldId="265"/>
            <ac:spMk id="26" creationId="{A25317D3-148A-46BA-565D-02634BBC70F8}"/>
          </ac:spMkLst>
        </pc:spChg>
        <pc:spChg chg="add mod">
          <ac:chgData name="문 동진(KSTD)" userId="3d26c5c2-5d13-41b2-b4a9-bebd91ca5bef" providerId="ADAL" clId="{AC91C77A-115B-4066-B24C-58E72D5C40B6}" dt="2026-08-03T05:26:27.343" v="2089" actId="164"/>
          <ac:spMkLst>
            <pc:docMk/>
            <pc:sldMk cId="0" sldId="265"/>
            <ac:spMk id="28" creationId="{E88695F8-E110-12B4-83BC-738C6EA76D31}"/>
          </ac:spMkLst>
        </pc:spChg>
        <pc:spChg chg="add mod">
          <ac:chgData name="문 동진(KSTD)" userId="3d26c5c2-5d13-41b2-b4a9-bebd91ca5bef" providerId="ADAL" clId="{AC91C77A-115B-4066-B24C-58E72D5C40B6}" dt="2026-08-03T05:26:31.798" v="2090" actId="164"/>
          <ac:spMkLst>
            <pc:docMk/>
            <pc:sldMk cId="0" sldId="265"/>
            <ac:spMk id="32" creationId="{56388F1C-92A1-03CF-B1D4-1C57FBC4E435}"/>
          </ac:spMkLst>
        </pc:spChg>
        <pc:spChg chg="add mod">
          <ac:chgData name="문 동진(KSTD)" userId="3d26c5c2-5d13-41b2-b4a9-bebd91ca5bef" providerId="ADAL" clId="{AC91C77A-115B-4066-B24C-58E72D5C40B6}" dt="2026-08-03T05:26:31.798" v="2090" actId="164"/>
          <ac:spMkLst>
            <pc:docMk/>
            <pc:sldMk cId="0" sldId="265"/>
            <ac:spMk id="34" creationId="{CC18F3F6-58F8-DB24-6F73-7AC0E51F1990}"/>
          </ac:spMkLst>
        </pc:spChg>
        <pc:spChg chg="add mod">
          <ac:chgData name="문 동진(KSTD)" userId="3d26c5c2-5d13-41b2-b4a9-bebd91ca5bef" providerId="ADAL" clId="{AC91C77A-115B-4066-B24C-58E72D5C40B6}" dt="2026-08-03T05:26:38.120" v="2094" actId="164"/>
          <ac:spMkLst>
            <pc:docMk/>
            <pc:sldMk cId="0" sldId="265"/>
            <ac:spMk id="38" creationId="{37EC02A1-C02B-35E8-29E0-B0979D4280DA}"/>
          </ac:spMkLst>
        </pc:spChg>
        <pc:spChg chg="add mod">
          <ac:chgData name="문 동진(KSTD)" userId="3d26c5c2-5d13-41b2-b4a9-bebd91ca5bef" providerId="ADAL" clId="{AC91C77A-115B-4066-B24C-58E72D5C40B6}" dt="2026-08-03T05:26:38.120" v="2094" actId="164"/>
          <ac:spMkLst>
            <pc:docMk/>
            <pc:sldMk cId="0" sldId="265"/>
            <ac:spMk id="40" creationId="{895EA086-B1E6-8A9B-5DBF-17C5F8B93F9B}"/>
          </ac:spMkLst>
        </pc:spChg>
        <pc:spChg chg="add mod">
          <ac:chgData name="문 동진(KSTD)" userId="3d26c5c2-5d13-41b2-b4a9-bebd91ca5bef" providerId="ADAL" clId="{AC91C77A-115B-4066-B24C-58E72D5C40B6}" dt="2026-08-03T05:26:34.113" v="2091" actId="164"/>
          <ac:spMkLst>
            <pc:docMk/>
            <pc:sldMk cId="0" sldId="265"/>
            <ac:spMk id="53" creationId="{8A3B9AEE-D17C-408F-E045-C5B9510EDD28}"/>
          </ac:spMkLst>
        </pc:spChg>
        <pc:spChg chg="add mod">
          <ac:chgData name="문 동진(KSTD)" userId="3d26c5c2-5d13-41b2-b4a9-bebd91ca5bef" providerId="ADAL" clId="{AC91C77A-115B-4066-B24C-58E72D5C40B6}" dt="2026-08-03T05:26:34.113" v="2091" actId="164"/>
          <ac:spMkLst>
            <pc:docMk/>
            <pc:sldMk cId="0" sldId="265"/>
            <ac:spMk id="54" creationId="{C550E965-7D11-BE50-1797-2E41B7826619}"/>
          </ac:spMkLst>
        </pc:spChg>
        <pc:grpChg chg="add mod">
          <ac:chgData name="문 동진(KSTD)" userId="3d26c5c2-5d13-41b2-b4a9-bebd91ca5bef" providerId="ADAL" clId="{AC91C77A-115B-4066-B24C-58E72D5C40B6}" dt="2026-08-03T05:26:27.343" v="2089" actId="164"/>
          <ac:grpSpMkLst>
            <pc:docMk/>
            <pc:sldMk cId="0" sldId="265"/>
            <ac:grpSpMk id="3" creationId="{4C591EDD-2439-15BE-91BA-8FDA505E463E}"/>
          </ac:grpSpMkLst>
        </pc:grpChg>
        <pc:grpChg chg="add mod">
          <ac:chgData name="문 동진(KSTD)" userId="3d26c5c2-5d13-41b2-b4a9-bebd91ca5bef" providerId="ADAL" clId="{AC91C77A-115B-4066-B24C-58E72D5C40B6}" dt="2026-08-03T05:26:31.798" v="2090" actId="164"/>
          <ac:grpSpMkLst>
            <pc:docMk/>
            <pc:sldMk cId="0" sldId="265"/>
            <ac:grpSpMk id="4" creationId="{2CE70914-9816-8242-819D-E14544D07423}"/>
          </ac:grpSpMkLst>
        </pc:grpChg>
        <pc:grpChg chg="add mod">
          <ac:chgData name="문 동진(KSTD)" userId="3d26c5c2-5d13-41b2-b4a9-bebd91ca5bef" providerId="ADAL" clId="{AC91C77A-115B-4066-B24C-58E72D5C40B6}" dt="2026-08-03T05:26:34.113" v="2091" actId="164"/>
          <ac:grpSpMkLst>
            <pc:docMk/>
            <pc:sldMk cId="0" sldId="265"/>
            <ac:grpSpMk id="5" creationId="{6CC3C693-B173-1A08-5372-7542FED27D69}"/>
          </ac:grpSpMkLst>
        </pc:grpChg>
        <pc:grpChg chg="add mod">
          <ac:chgData name="문 동진(KSTD)" userId="3d26c5c2-5d13-41b2-b4a9-bebd91ca5bef" providerId="ADAL" clId="{AC91C77A-115B-4066-B24C-58E72D5C40B6}" dt="2026-08-03T05:26:40.496" v="2096" actId="1076"/>
          <ac:grpSpMkLst>
            <pc:docMk/>
            <pc:sldMk cId="0" sldId="265"/>
            <ac:grpSpMk id="6" creationId="{A94E0B87-2601-BDA8-A1E6-4030329EF2C1}"/>
          </ac:grpSpMkLst>
        </pc:grpChg>
        <pc:grpChg chg="add mod">
          <ac:chgData name="문 동진(KSTD)" userId="3d26c5c2-5d13-41b2-b4a9-bebd91ca5bef" providerId="ADAL" clId="{AC91C77A-115B-4066-B24C-58E72D5C40B6}" dt="2026-07-31T06:59:49.917" v="28"/>
          <ac:grpSpMkLst>
            <pc:docMk/>
            <pc:sldMk cId="0" sldId="265"/>
            <ac:grpSpMk id="14" creationId="{59D07B7F-0A25-D0FE-169D-74E5C8F59520}"/>
          </ac:grpSpMkLst>
        </pc:grpChg>
        <pc:picChg chg="mod">
          <ac:chgData name="문 동진(KSTD)" userId="3d26c5c2-5d13-41b2-b4a9-bebd91ca5bef" providerId="ADAL" clId="{AC91C77A-115B-4066-B24C-58E72D5C40B6}" dt="2026-08-03T05:26:35.729" v="2093" actId="1076"/>
          <ac:picMkLst>
            <pc:docMk/>
            <pc:sldMk cId="0" sldId="265"/>
            <ac:picMk id="2" creationId="{00000000-0000-0000-0000-000000000000}"/>
          </ac:picMkLst>
        </pc:picChg>
        <pc:picChg chg="del">
          <ac:chgData name="문 동진(KSTD)" userId="3d26c5c2-5d13-41b2-b4a9-bebd91ca5bef" providerId="ADAL" clId="{AC91C77A-115B-4066-B24C-58E72D5C40B6}" dt="2026-08-03T00:07:36.124" v="540" actId="478"/>
          <ac:picMkLst>
            <pc:docMk/>
            <pc:sldMk cId="0" sldId="265"/>
            <ac:picMk id="3" creationId="{00000000-0000-0000-0000-000000000000}"/>
          </ac:picMkLst>
        </pc:picChg>
        <pc:picChg chg="del mod">
          <ac:chgData name="문 동진(KSTD)" userId="3d26c5c2-5d13-41b2-b4a9-bebd91ca5bef" providerId="ADAL" clId="{AC91C77A-115B-4066-B24C-58E72D5C40B6}" dt="2026-08-03T00:10:09.602" v="572" actId="478"/>
          <ac:picMkLst>
            <pc:docMk/>
            <pc:sldMk cId="0" sldId="265"/>
            <ac:picMk id="4" creationId="{00000000-0000-0000-0000-000000000000}"/>
          </ac:picMkLst>
        </pc:picChg>
        <pc:picChg chg="del">
          <ac:chgData name="문 동진(KSTD)" userId="3d26c5c2-5d13-41b2-b4a9-bebd91ca5bef" providerId="ADAL" clId="{AC91C77A-115B-4066-B24C-58E72D5C40B6}" dt="2026-08-03T00:07:52.288" v="545" actId="478"/>
          <ac:picMkLst>
            <pc:docMk/>
            <pc:sldMk cId="0" sldId="265"/>
            <ac:picMk id="5" creationId="{00000000-0000-0000-0000-000000000000}"/>
          </ac:picMkLst>
        </pc:picChg>
        <pc:picChg chg="del mod">
          <ac:chgData name="문 동진(KSTD)" userId="3d26c5c2-5d13-41b2-b4a9-bebd91ca5bef" providerId="ADAL" clId="{AC91C77A-115B-4066-B24C-58E72D5C40B6}" dt="2026-08-03T00:07:36.124" v="540" actId="478"/>
          <ac:picMkLst>
            <pc:docMk/>
            <pc:sldMk cId="0" sldId="265"/>
            <ac:picMk id="10" creationId="{00000000-0000-0000-0000-000000000000}"/>
          </ac:picMkLst>
        </pc:picChg>
        <pc:picChg chg="del mod">
          <ac:chgData name="문 동진(KSTD)" userId="3d26c5c2-5d13-41b2-b4a9-bebd91ca5bef" providerId="ADAL" clId="{AC91C77A-115B-4066-B24C-58E72D5C40B6}" dt="2026-08-03T00:10:07.786" v="571" actId="478"/>
          <ac:picMkLst>
            <pc:docMk/>
            <pc:sldMk cId="0" sldId="265"/>
            <ac:picMk id="11" creationId="{00000000-0000-0000-0000-000000000000}"/>
          </ac:picMkLst>
        </pc:picChg>
        <pc:picChg chg="mod">
          <ac:chgData name="문 동진(KSTD)" userId="3d26c5c2-5d13-41b2-b4a9-bebd91ca5bef" providerId="ADAL" clId="{AC91C77A-115B-4066-B24C-58E72D5C40B6}" dt="2026-07-31T06:59:49.917" v="28"/>
          <ac:picMkLst>
            <pc:docMk/>
            <pc:sldMk cId="0" sldId="265"/>
            <ac:picMk id="15" creationId="{FC595BBE-BBD1-F9B6-2AAE-EB4B9A5F8486}"/>
          </ac:picMkLst>
        </pc:picChg>
        <pc:picChg chg="mod">
          <ac:chgData name="문 동진(KSTD)" userId="3d26c5c2-5d13-41b2-b4a9-bebd91ca5bef" providerId="ADAL" clId="{AC91C77A-115B-4066-B24C-58E72D5C40B6}" dt="2026-07-31T06:59:49.917" v="28"/>
          <ac:picMkLst>
            <pc:docMk/>
            <pc:sldMk cId="0" sldId="265"/>
            <ac:picMk id="16" creationId="{26A8D2D8-6442-AD9B-FDAA-F8ACF6EC3E03}"/>
          </ac:picMkLst>
        </pc:picChg>
        <pc:picChg chg="mod">
          <ac:chgData name="문 동진(KSTD)" userId="3d26c5c2-5d13-41b2-b4a9-bebd91ca5bef" providerId="ADAL" clId="{AC91C77A-115B-4066-B24C-58E72D5C40B6}" dt="2026-08-03T05:26:27.343" v="2089" actId="164"/>
          <ac:picMkLst>
            <pc:docMk/>
            <pc:sldMk cId="0" sldId="265"/>
            <ac:picMk id="18" creationId="{11D072D7-1151-4004-32D7-84055B47DFDF}"/>
          </ac:picMkLst>
        </pc:picChg>
        <pc:picChg chg="add mod">
          <ac:chgData name="문 동진(KSTD)" userId="3d26c5c2-5d13-41b2-b4a9-bebd91ca5bef" providerId="ADAL" clId="{AC91C77A-115B-4066-B24C-58E72D5C40B6}" dt="2026-08-03T05:26:31.798" v="2090" actId="164"/>
          <ac:picMkLst>
            <pc:docMk/>
            <pc:sldMk cId="0" sldId="265"/>
            <ac:picMk id="20" creationId="{26991F6D-799D-3B96-D4E1-DBF48CBDB231}"/>
          </ac:picMkLst>
        </pc:picChg>
        <pc:picChg chg="mod">
          <ac:chgData name="문 동진(KSTD)" userId="3d26c5c2-5d13-41b2-b4a9-bebd91ca5bef" providerId="ADAL" clId="{AC91C77A-115B-4066-B24C-58E72D5C40B6}" dt="2026-08-03T05:26:38.120" v="2094" actId="164"/>
          <ac:picMkLst>
            <pc:docMk/>
            <pc:sldMk cId="0" sldId="265"/>
            <ac:picMk id="22" creationId="{CFA4904C-E4C2-98AE-07A8-0B04CCF0418D}"/>
          </ac:picMkLst>
        </pc:picChg>
        <pc:picChg chg="mod">
          <ac:chgData name="문 동진(KSTD)" userId="3d26c5c2-5d13-41b2-b4a9-bebd91ca5bef" providerId="ADAL" clId="{AC91C77A-115B-4066-B24C-58E72D5C40B6}" dt="2026-08-03T05:26:27.343" v="2089" actId="164"/>
          <ac:picMkLst>
            <pc:docMk/>
            <pc:sldMk cId="0" sldId="265"/>
            <ac:picMk id="24" creationId="{94F77384-CC86-81EC-2B3D-CD61165B2DC3}"/>
          </ac:picMkLst>
        </pc:picChg>
        <pc:picChg chg="add mod">
          <ac:chgData name="문 동진(KSTD)" userId="3d26c5c2-5d13-41b2-b4a9-bebd91ca5bef" providerId="ADAL" clId="{AC91C77A-115B-4066-B24C-58E72D5C40B6}" dt="2026-08-03T05:26:31.798" v="2090" actId="164"/>
          <ac:picMkLst>
            <pc:docMk/>
            <pc:sldMk cId="0" sldId="265"/>
            <ac:picMk id="30" creationId="{CB9CC3B9-EF36-5849-6C53-027D2F5FF284}"/>
          </ac:picMkLst>
        </pc:picChg>
        <pc:picChg chg="add mod">
          <ac:chgData name="문 동진(KSTD)" userId="3d26c5c2-5d13-41b2-b4a9-bebd91ca5bef" providerId="ADAL" clId="{AC91C77A-115B-4066-B24C-58E72D5C40B6}" dt="2026-08-03T05:26:38.120" v="2094" actId="164"/>
          <ac:picMkLst>
            <pc:docMk/>
            <pc:sldMk cId="0" sldId="265"/>
            <ac:picMk id="36" creationId="{C063869C-355E-D65E-E5D0-B68E6BA62D76}"/>
          </ac:picMkLst>
        </pc:picChg>
        <pc:picChg chg="add mod">
          <ac:chgData name="문 동진(KSTD)" userId="3d26c5c2-5d13-41b2-b4a9-bebd91ca5bef" providerId="ADAL" clId="{AC91C77A-115B-4066-B24C-58E72D5C40B6}" dt="2026-08-03T05:26:27.343" v="2089" actId="164"/>
          <ac:picMkLst>
            <pc:docMk/>
            <pc:sldMk cId="0" sldId="265"/>
            <ac:picMk id="42" creationId="{A5AE0225-64C7-0017-52D3-EE7E02A7925D}"/>
          </ac:picMkLst>
        </pc:picChg>
        <pc:picChg chg="mod">
          <ac:chgData name="문 동진(KSTD)" userId="3d26c5c2-5d13-41b2-b4a9-bebd91ca5bef" providerId="ADAL" clId="{AC91C77A-115B-4066-B24C-58E72D5C40B6}" dt="2026-08-03T05:26:31.798" v="2090" actId="164"/>
          <ac:picMkLst>
            <pc:docMk/>
            <pc:sldMk cId="0" sldId="265"/>
            <ac:picMk id="44" creationId="{A1DDC418-0EC5-6501-50E2-103A3789E973}"/>
          </ac:picMkLst>
        </pc:picChg>
        <pc:picChg chg="mod">
          <ac:chgData name="문 동진(KSTD)" userId="3d26c5c2-5d13-41b2-b4a9-bebd91ca5bef" providerId="ADAL" clId="{AC91C77A-115B-4066-B24C-58E72D5C40B6}" dt="2026-08-03T05:26:38.120" v="2094" actId="164"/>
          <ac:picMkLst>
            <pc:docMk/>
            <pc:sldMk cId="0" sldId="265"/>
            <ac:picMk id="46" creationId="{B664282F-29CD-90DD-0EA6-C718BCED78D8}"/>
          </ac:picMkLst>
        </pc:picChg>
        <pc:picChg chg="add del">
          <ac:chgData name="문 동진(KSTD)" userId="3d26c5c2-5d13-41b2-b4a9-bebd91ca5bef" providerId="ADAL" clId="{AC91C77A-115B-4066-B24C-58E72D5C40B6}" dt="2026-08-03T00:07:49.812" v="543" actId="22"/>
          <ac:picMkLst>
            <pc:docMk/>
            <pc:sldMk cId="0" sldId="265"/>
            <ac:picMk id="48" creationId="{5A3F1EC3-EE42-5B22-5C28-BAFC58674042}"/>
          </ac:picMkLst>
        </pc:picChg>
        <pc:picChg chg="add">
          <ac:chgData name="문 동진(KSTD)" userId="3d26c5c2-5d13-41b2-b4a9-bebd91ca5bef" providerId="ADAL" clId="{AC91C77A-115B-4066-B24C-58E72D5C40B6}" dt="2026-08-03T00:07:52.517" v="546" actId="22"/>
          <ac:picMkLst>
            <pc:docMk/>
            <pc:sldMk cId="0" sldId="265"/>
            <ac:picMk id="50" creationId="{ADC8B830-841C-0741-9083-A76467F279B3}"/>
          </ac:picMkLst>
        </pc:picChg>
        <pc:picChg chg="add mod">
          <ac:chgData name="문 동진(KSTD)" userId="3d26c5c2-5d13-41b2-b4a9-bebd91ca5bef" providerId="ADAL" clId="{AC91C77A-115B-4066-B24C-58E72D5C40B6}" dt="2026-08-03T05:26:34.113" v="2091" actId="164"/>
          <ac:picMkLst>
            <pc:docMk/>
            <pc:sldMk cId="0" sldId="265"/>
            <ac:picMk id="51" creationId="{D2F80E03-0840-DBBD-AF3C-310BB1BA573C}"/>
          </ac:picMkLst>
        </pc:picChg>
        <pc:picChg chg="add mod">
          <ac:chgData name="문 동진(KSTD)" userId="3d26c5c2-5d13-41b2-b4a9-bebd91ca5bef" providerId="ADAL" clId="{AC91C77A-115B-4066-B24C-58E72D5C40B6}" dt="2026-08-03T05:26:34.113" v="2091" actId="164"/>
          <ac:picMkLst>
            <pc:docMk/>
            <pc:sldMk cId="0" sldId="265"/>
            <ac:picMk id="52" creationId="{7812AE1D-2869-378E-8070-1E3C164507B7}"/>
          </ac:picMkLst>
        </pc:picChg>
        <pc:picChg chg="add mod">
          <ac:chgData name="문 동진(KSTD)" userId="3d26c5c2-5d13-41b2-b4a9-bebd91ca5bef" providerId="ADAL" clId="{AC91C77A-115B-4066-B24C-58E72D5C40B6}" dt="2026-08-03T05:26:34.113" v="2091" actId="164"/>
          <ac:picMkLst>
            <pc:docMk/>
            <pc:sldMk cId="0" sldId="265"/>
            <ac:picMk id="55" creationId="{57078469-F9E2-D5BC-61D5-2F1E24528540}"/>
          </ac:picMkLst>
        </pc:picChg>
      </pc:sldChg>
      <pc:sldChg chg="addSp modSp del mod">
        <pc:chgData name="문 동진(KSTD)" userId="3d26c5c2-5d13-41b2-b4a9-bebd91ca5bef" providerId="ADAL" clId="{AC91C77A-115B-4066-B24C-58E72D5C40B6}" dt="2026-08-03T00:10:13.039" v="574" actId="47"/>
        <pc:sldMkLst>
          <pc:docMk/>
          <pc:sldMk cId="0" sldId="266"/>
        </pc:sldMkLst>
        <pc:spChg chg="mod">
          <ac:chgData name="문 동진(KSTD)" userId="3d26c5c2-5d13-41b2-b4a9-bebd91ca5bef" providerId="ADAL" clId="{AC91C77A-115B-4066-B24C-58E72D5C40B6}" dt="2026-08-03T00:07:46.669" v="541" actId="14100"/>
          <ac:spMkLst>
            <pc:docMk/>
            <pc:sldMk cId="0" sldId="266"/>
            <ac:spMk id="19" creationId="{00000000-0000-0000-0000-000000000000}"/>
          </ac:spMkLst>
        </pc:spChg>
      </pc:sldChg>
      <pc:sldChg chg="addSp delSp modSp mod">
        <pc:chgData name="문 동진(KSTD)" userId="3d26c5c2-5d13-41b2-b4a9-bebd91ca5bef" providerId="ADAL" clId="{AC91C77A-115B-4066-B24C-58E72D5C40B6}" dt="2026-08-03T05:26:50.918" v="2101" actId="164"/>
        <pc:sldMkLst>
          <pc:docMk/>
          <pc:sldMk cId="0" sldId="267"/>
        </pc:sldMkLst>
        <pc:spChg chg="mod">
          <ac:chgData name="문 동진(KSTD)" userId="3d26c5c2-5d13-41b2-b4a9-bebd91ca5bef" providerId="ADAL" clId="{AC91C77A-115B-4066-B24C-58E72D5C40B6}" dt="2026-08-03T05:26:43.486" v="2097" actId="164"/>
          <ac:spMkLst>
            <pc:docMk/>
            <pc:sldMk cId="0" sldId="267"/>
            <ac:spMk id="5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3T05:26:48.338" v="2100" actId="164"/>
          <ac:spMkLst>
            <pc:docMk/>
            <pc:sldMk cId="0" sldId="267"/>
            <ac:spMk id="6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3T05:26:50.918" v="2101" actId="164"/>
          <ac:spMkLst>
            <pc:docMk/>
            <pc:sldMk cId="0" sldId="267"/>
            <ac:spMk id="7" creationId="{00000000-0000-0000-0000-000000000000}"/>
          </ac:spMkLst>
        </pc:spChg>
        <pc:grpChg chg="add mod">
          <ac:chgData name="문 동진(KSTD)" userId="3d26c5c2-5d13-41b2-b4a9-bebd91ca5bef" providerId="ADAL" clId="{AC91C77A-115B-4066-B24C-58E72D5C40B6}" dt="2026-08-03T05:26:43.486" v="2097" actId="164"/>
          <ac:grpSpMkLst>
            <pc:docMk/>
            <pc:sldMk cId="0" sldId="267"/>
            <ac:grpSpMk id="3" creationId="{2D249C1C-A93A-F230-33CC-D67012C84256}"/>
          </ac:grpSpMkLst>
        </pc:grpChg>
        <pc:grpChg chg="add mod">
          <ac:chgData name="문 동진(KSTD)" userId="3d26c5c2-5d13-41b2-b4a9-bebd91ca5bef" providerId="ADAL" clId="{AC91C77A-115B-4066-B24C-58E72D5C40B6}" dt="2026-08-03T05:26:46.069" v="2099" actId="164"/>
          <ac:grpSpMkLst>
            <pc:docMk/>
            <pc:sldMk cId="0" sldId="267"/>
            <ac:grpSpMk id="8" creationId="{F95A8E12-FBB6-0488-4428-EB679B4B35E4}"/>
          </ac:grpSpMkLst>
        </pc:grpChg>
        <pc:grpChg chg="add mod">
          <ac:chgData name="문 동진(KSTD)" userId="3d26c5c2-5d13-41b2-b4a9-bebd91ca5bef" providerId="ADAL" clId="{AC91C77A-115B-4066-B24C-58E72D5C40B6}" dt="2026-07-31T06:59:51.394" v="30"/>
          <ac:grpSpMkLst>
            <pc:docMk/>
            <pc:sldMk cId="0" sldId="267"/>
            <ac:grpSpMk id="14" creationId="{1373356C-5AF1-B939-C367-B9F5F1C8F449}"/>
          </ac:grpSpMkLst>
        </pc:grpChg>
        <pc:grpChg chg="add mod">
          <ac:chgData name="문 동진(KSTD)" userId="3d26c5c2-5d13-41b2-b4a9-bebd91ca5bef" providerId="ADAL" clId="{AC91C77A-115B-4066-B24C-58E72D5C40B6}" dt="2026-08-03T05:26:48.338" v="2100" actId="164"/>
          <ac:grpSpMkLst>
            <pc:docMk/>
            <pc:sldMk cId="0" sldId="267"/>
            <ac:grpSpMk id="17" creationId="{CF643177-ED14-6250-77E6-2EBA6C22F551}"/>
          </ac:grpSpMkLst>
        </pc:grpChg>
        <pc:grpChg chg="add mod">
          <ac:chgData name="문 동진(KSTD)" userId="3d26c5c2-5d13-41b2-b4a9-bebd91ca5bef" providerId="ADAL" clId="{AC91C77A-115B-4066-B24C-58E72D5C40B6}" dt="2026-08-03T05:26:50.918" v="2101" actId="164"/>
          <ac:grpSpMkLst>
            <pc:docMk/>
            <pc:sldMk cId="0" sldId="267"/>
            <ac:grpSpMk id="18" creationId="{90C2A0B1-C6C0-812C-8BA9-0DBBA0F6E3BD}"/>
          </ac:grpSpMkLst>
        </pc:grpChg>
        <pc:picChg chg="mod">
          <ac:chgData name="문 동진(KSTD)" userId="3d26c5c2-5d13-41b2-b4a9-bebd91ca5bef" providerId="ADAL" clId="{AC91C77A-115B-4066-B24C-58E72D5C40B6}" dt="2026-08-03T04:00:49.440" v="1711" actId="1076"/>
          <ac:picMkLst>
            <pc:docMk/>
            <pc:sldMk cId="0" sldId="267"/>
            <ac:picMk id="2" creationId="{00000000-0000-0000-0000-000000000000}"/>
          </ac:picMkLst>
        </pc:picChg>
        <pc:picChg chg="del">
          <ac:chgData name="문 동진(KSTD)" userId="3d26c5c2-5d13-41b2-b4a9-bebd91ca5bef" providerId="ADAL" clId="{AC91C77A-115B-4066-B24C-58E72D5C40B6}" dt="2026-08-03T02:16:22.302" v="1461" actId="478"/>
          <ac:picMkLst>
            <pc:docMk/>
            <pc:sldMk cId="0" sldId="267"/>
            <ac:picMk id="3" creationId="{00000000-0000-0000-0000-000000000000}"/>
          </ac:picMkLst>
        </pc:picChg>
        <pc:picChg chg="mod">
          <ac:chgData name="문 동진(KSTD)" userId="3d26c5c2-5d13-41b2-b4a9-bebd91ca5bef" providerId="ADAL" clId="{AC91C77A-115B-4066-B24C-58E72D5C40B6}" dt="2026-08-03T05:26:43.486" v="2097" actId="164"/>
          <ac:picMkLst>
            <pc:docMk/>
            <pc:sldMk cId="0" sldId="267"/>
            <ac:picMk id="9" creationId="{00000000-0000-0000-0000-000000000000}"/>
          </ac:picMkLst>
        </pc:picChg>
        <pc:picChg chg="mod">
          <ac:chgData name="문 동진(KSTD)" userId="3d26c5c2-5d13-41b2-b4a9-bebd91ca5bef" providerId="ADAL" clId="{AC91C77A-115B-4066-B24C-58E72D5C40B6}" dt="2026-08-03T05:26:48.338" v="2100" actId="164"/>
          <ac:picMkLst>
            <pc:docMk/>
            <pc:sldMk cId="0" sldId="267"/>
            <ac:picMk id="10" creationId="{00000000-0000-0000-0000-000000000000}"/>
          </ac:picMkLst>
        </pc:picChg>
        <pc:picChg chg="mod">
          <ac:chgData name="문 동진(KSTD)" userId="3d26c5c2-5d13-41b2-b4a9-bebd91ca5bef" providerId="ADAL" clId="{AC91C77A-115B-4066-B24C-58E72D5C40B6}" dt="2026-08-03T05:26:50.918" v="2101" actId="164"/>
          <ac:picMkLst>
            <pc:docMk/>
            <pc:sldMk cId="0" sldId="267"/>
            <ac:picMk id="11" creationId="{00000000-0000-0000-0000-000000000000}"/>
          </ac:picMkLst>
        </pc:picChg>
        <pc:picChg chg="mod">
          <ac:chgData name="문 동진(KSTD)" userId="3d26c5c2-5d13-41b2-b4a9-bebd91ca5bef" providerId="ADAL" clId="{AC91C77A-115B-4066-B24C-58E72D5C40B6}" dt="2026-07-31T06:59:51.394" v="30"/>
          <ac:picMkLst>
            <pc:docMk/>
            <pc:sldMk cId="0" sldId="267"/>
            <ac:picMk id="15" creationId="{9650CC58-DF79-87CC-6A07-E0A08B20FA38}"/>
          </ac:picMkLst>
        </pc:picChg>
        <pc:picChg chg="mod">
          <ac:chgData name="문 동진(KSTD)" userId="3d26c5c2-5d13-41b2-b4a9-bebd91ca5bef" providerId="ADAL" clId="{AC91C77A-115B-4066-B24C-58E72D5C40B6}" dt="2026-07-31T06:59:51.394" v="30"/>
          <ac:picMkLst>
            <pc:docMk/>
            <pc:sldMk cId="0" sldId="267"/>
            <ac:picMk id="16" creationId="{F4BF4085-C7C4-0E4C-3DCE-05E57AC86F41}"/>
          </ac:picMkLst>
        </pc:picChg>
      </pc:sldChg>
      <pc:sldChg chg="addSp delSp modSp mod">
        <pc:chgData name="문 동진(KSTD)" userId="3d26c5c2-5d13-41b2-b4a9-bebd91ca5bef" providerId="ADAL" clId="{AC91C77A-115B-4066-B24C-58E72D5C40B6}" dt="2026-07-31T07:36:22.113" v="199" actId="1076"/>
        <pc:sldMkLst>
          <pc:docMk/>
          <pc:sldMk cId="0" sldId="268"/>
        </pc:sldMkLst>
        <pc:spChg chg="mod">
          <ac:chgData name="문 동진(KSTD)" userId="3d26c5c2-5d13-41b2-b4a9-bebd91ca5bef" providerId="ADAL" clId="{AC91C77A-115B-4066-B24C-58E72D5C40B6}" dt="2026-07-31T07:36:19.160" v="198" actId="1076"/>
          <ac:spMkLst>
            <pc:docMk/>
            <pc:sldMk cId="0" sldId="268"/>
            <ac:spMk id="3" creationId="{00000000-0000-0000-0000-000000000000}"/>
          </ac:spMkLst>
        </pc:spChg>
        <pc:grpChg chg="add mod">
          <ac:chgData name="문 동진(KSTD)" userId="3d26c5c2-5d13-41b2-b4a9-bebd91ca5bef" providerId="ADAL" clId="{AC91C77A-115B-4066-B24C-58E72D5C40B6}" dt="2026-07-31T06:59:52.141" v="31"/>
          <ac:grpSpMkLst>
            <pc:docMk/>
            <pc:sldMk cId="0" sldId="268"/>
            <ac:grpSpMk id="12" creationId="{4CE4A785-6FCB-6126-1A37-AADA6DBCF99F}"/>
          </ac:grpSpMkLst>
        </pc:grpChg>
        <pc:picChg chg="mod">
          <ac:chgData name="문 동진(KSTD)" userId="3d26c5c2-5d13-41b2-b4a9-bebd91ca5bef" providerId="ADAL" clId="{AC91C77A-115B-4066-B24C-58E72D5C40B6}" dt="2026-07-31T06:59:52.141" v="31"/>
          <ac:picMkLst>
            <pc:docMk/>
            <pc:sldMk cId="0" sldId="268"/>
            <ac:picMk id="13" creationId="{2CBAB48E-39BB-B478-6843-EC05A5A7543C}"/>
          </ac:picMkLst>
        </pc:picChg>
        <pc:picChg chg="mod">
          <ac:chgData name="문 동진(KSTD)" userId="3d26c5c2-5d13-41b2-b4a9-bebd91ca5bef" providerId="ADAL" clId="{AC91C77A-115B-4066-B24C-58E72D5C40B6}" dt="2026-07-31T06:59:52.141" v="31"/>
          <ac:picMkLst>
            <pc:docMk/>
            <pc:sldMk cId="0" sldId="268"/>
            <ac:picMk id="14" creationId="{F0B64A8F-6E22-A69F-97C3-D8A4F7224A9C}"/>
          </ac:picMkLst>
        </pc:picChg>
        <pc:picChg chg="add mod">
          <ac:chgData name="문 동진(KSTD)" userId="3d26c5c2-5d13-41b2-b4a9-bebd91ca5bef" providerId="ADAL" clId="{AC91C77A-115B-4066-B24C-58E72D5C40B6}" dt="2026-07-31T07:36:22.113" v="199" actId="1076"/>
          <ac:picMkLst>
            <pc:docMk/>
            <pc:sldMk cId="0" sldId="268"/>
            <ac:picMk id="16" creationId="{2DE1FA85-D465-7E26-0602-3D1A1B0F36BF}"/>
          </ac:picMkLst>
        </pc:picChg>
      </pc:sldChg>
      <pc:sldChg chg="addSp delSp modSp add mod setBg">
        <pc:chgData name="문 동진(KSTD)" userId="3d26c5c2-5d13-41b2-b4a9-bebd91ca5bef" providerId="ADAL" clId="{AC91C77A-115B-4066-B24C-58E72D5C40B6}" dt="2026-08-03T05:25:41.787" v="2074" actId="164"/>
        <pc:sldMkLst>
          <pc:docMk/>
          <pc:sldMk cId="2219750596" sldId="269"/>
        </pc:sldMkLst>
        <pc:spChg chg="mod">
          <ac:chgData name="문 동진(KSTD)" userId="3d26c5c2-5d13-41b2-b4a9-bebd91ca5bef" providerId="ADAL" clId="{AC91C77A-115B-4066-B24C-58E72D5C40B6}" dt="2026-08-03T04:19:04.498" v="2051" actId="2711"/>
          <ac:spMkLst>
            <pc:docMk/>
            <pc:sldMk cId="2219750596" sldId="269"/>
            <ac:spMk id="8" creationId="{7C1DB554-C549-2823-63FC-78BABFB653BB}"/>
          </ac:spMkLst>
        </pc:spChg>
        <pc:spChg chg="mod">
          <ac:chgData name="문 동진(KSTD)" userId="3d26c5c2-5d13-41b2-b4a9-bebd91ca5bef" providerId="ADAL" clId="{AC91C77A-115B-4066-B24C-58E72D5C40B6}" dt="2026-08-03T05:25:33.219" v="2072" actId="164"/>
          <ac:spMkLst>
            <pc:docMk/>
            <pc:sldMk cId="2219750596" sldId="269"/>
            <ac:spMk id="38" creationId="{D4CE31C1-A3F6-77A2-F8CF-4B7A019759E8}"/>
          </ac:spMkLst>
        </pc:spChg>
        <pc:spChg chg="mod">
          <ac:chgData name="문 동진(KSTD)" userId="3d26c5c2-5d13-41b2-b4a9-bebd91ca5bef" providerId="ADAL" clId="{AC91C77A-115B-4066-B24C-58E72D5C40B6}" dt="2026-08-03T05:25:33.219" v="2072" actId="164"/>
          <ac:spMkLst>
            <pc:docMk/>
            <pc:sldMk cId="2219750596" sldId="269"/>
            <ac:spMk id="40" creationId="{DF8D0567-8277-4BC3-EA81-2151E1F8C27B}"/>
          </ac:spMkLst>
        </pc:spChg>
        <pc:spChg chg="mod">
          <ac:chgData name="문 동진(KSTD)" userId="3d26c5c2-5d13-41b2-b4a9-bebd91ca5bef" providerId="ADAL" clId="{AC91C77A-115B-4066-B24C-58E72D5C40B6}" dt="2026-08-03T05:25:38.648" v="2073" actId="164"/>
          <ac:spMkLst>
            <pc:docMk/>
            <pc:sldMk cId="2219750596" sldId="269"/>
            <ac:spMk id="47" creationId="{8CC3E8F8-31AB-FA91-51F3-53292708207F}"/>
          </ac:spMkLst>
        </pc:spChg>
        <pc:spChg chg="mod">
          <ac:chgData name="문 동진(KSTD)" userId="3d26c5c2-5d13-41b2-b4a9-bebd91ca5bef" providerId="ADAL" clId="{AC91C77A-115B-4066-B24C-58E72D5C40B6}" dt="2026-08-03T01:30:59.823" v="841" actId="1076"/>
          <ac:spMkLst>
            <pc:docMk/>
            <pc:sldMk cId="2219750596" sldId="269"/>
            <ac:spMk id="48" creationId="{9634CA0C-F05B-1640-6EF9-4A5875F596FC}"/>
          </ac:spMkLst>
        </pc:spChg>
        <pc:spChg chg="mod">
          <ac:chgData name="문 동진(KSTD)" userId="3d26c5c2-5d13-41b2-b4a9-bebd91ca5bef" providerId="ADAL" clId="{AC91C77A-115B-4066-B24C-58E72D5C40B6}" dt="2026-08-03T05:25:41.787" v="2074" actId="164"/>
          <ac:spMkLst>
            <pc:docMk/>
            <pc:sldMk cId="2219750596" sldId="269"/>
            <ac:spMk id="49" creationId="{FE97D929-EDE5-58AF-EDFC-FAF8C7436AF4}"/>
          </ac:spMkLst>
        </pc:spChg>
        <pc:spChg chg="mod">
          <ac:chgData name="문 동진(KSTD)" userId="3d26c5c2-5d13-41b2-b4a9-bebd91ca5bef" providerId="ADAL" clId="{AC91C77A-115B-4066-B24C-58E72D5C40B6}" dt="2026-08-03T01:30:59.823" v="841" actId="1076"/>
          <ac:spMkLst>
            <pc:docMk/>
            <pc:sldMk cId="2219750596" sldId="269"/>
            <ac:spMk id="50" creationId="{BDB9789A-1E3B-44CB-6724-BF78A5FCE1E6}"/>
          </ac:spMkLst>
        </pc:spChg>
        <pc:grpChg chg="add mod">
          <ac:chgData name="문 동진(KSTD)" userId="3d26c5c2-5d13-41b2-b4a9-bebd91ca5bef" providerId="ADAL" clId="{AC91C77A-115B-4066-B24C-58E72D5C40B6}" dt="2026-08-03T05:25:33.219" v="2072" actId="164"/>
          <ac:grpSpMkLst>
            <pc:docMk/>
            <pc:sldMk cId="2219750596" sldId="269"/>
            <ac:grpSpMk id="3" creationId="{CDAB554F-393B-4877-6648-07F97B3F8EA0}"/>
          </ac:grpSpMkLst>
        </pc:grpChg>
        <pc:grpChg chg="add mod">
          <ac:chgData name="문 동진(KSTD)" userId="3d26c5c2-5d13-41b2-b4a9-bebd91ca5bef" providerId="ADAL" clId="{AC91C77A-115B-4066-B24C-58E72D5C40B6}" dt="2026-08-03T05:25:38.648" v="2073" actId="164"/>
          <ac:grpSpMkLst>
            <pc:docMk/>
            <pc:sldMk cId="2219750596" sldId="269"/>
            <ac:grpSpMk id="4" creationId="{379CF153-CEC9-B57B-E114-A09BF238FF65}"/>
          </ac:grpSpMkLst>
        </pc:grpChg>
        <pc:grpChg chg="add mod">
          <ac:chgData name="문 동진(KSTD)" userId="3d26c5c2-5d13-41b2-b4a9-bebd91ca5bef" providerId="ADAL" clId="{AC91C77A-115B-4066-B24C-58E72D5C40B6}" dt="2026-08-03T05:25:41.787" v="2074" actId="164"/>
          <ac:grpSpMkLst>
            <pc:docMk/>
            <pc:sldMk cId="2219750596" sldId="269"/>
            <ac:grpSpMk id="6" creationId="{C8EC58AE-D7A4-2EDE-33E6-01ACD5F21ED5}"/>
          </ac:grpSpMkLst>
        </pc:grpChg>
        <pc:picChg chg="del">
          <ac:chgData name="문 동진(KSTD)" userId="3d26c5c2-5d13-41b2-b4a9-bebd91ca5bef" providerId="ADAL" clId="{AC91C77A-115B-4066-B24C-58E72D5C40B6}" dt="2026-08-03T01:23:55.709" v="766" actId="478"/>
          <ac:picMkLst>
            <pc:docMk/>
            <pc:sldMk cId="2219750596" sldId="269"/>
            <ac:picMk id="4" creationId="{541498EE-4627-E740-016B-0F657AC5B881}"/>
          </ac:picMkLst>
        </pc:picChg>
        <pc:picChg chg="mod">
          <ac:chgData name="문 동진(KSTD)" userId="3d26c5c2-5d13-41b2-b4a9-bebd91ca5bef" providerId="ADAL" clId="{AC91C77A-115B-4066-B24C-58E72D5C40B6}" dt="2026-08-03T05:25:33.219" v="2072" actId="164"/>
          <ac:picMkLst>
            <pc:docMk/>
            <pc:sldMk cId="2219750596" sldId="269"/>
            <ac:picMk id="26" creationId="{957E7E81-709D-63F1-0FEC-18D91B85C9DA}"/>
          </ac:picMkLst>
        </pc:picChg>
        <pc:picChg chg="mod">
          <ac:chgData name="문 동진(KSTD)" userId="3d26c5c2-5d13-41b2-b4a9-bebd91ca5bef" providerId="ADAL" clId="{AC91C77A-115B-4066-B24C-58E72D5C40B6}" dt="2026-08-03T05:25:38.648" v="2073" actId="164"/>
          <ac:picMkLst>
            <pc:docMk/>
            <pc:sldMk cId="2219750596" sldId="269"/>
            <ac:picMk id="28" creationId="{D5237DBF-08DA-A73C-341B-63616EAB29F7}"/>
          </ac:picMkLst>
        </pc:picChg>
        <pc:picChg chg="mod">
          <ac:chgData name="문 동진(KSTD)" userId="3d26c5c2-5d13-41b2-b4a9-bebd91ca5bef" providerId="ADAL" clId="{AC91C77A-115B-4066-B24C-58E72D5C40B6}" dt="2026-08-03T05:25:41.787" v="2074" actId="164"/>
          <ac:picMkLst>
            <pc:docMk/>
            <pc:sldMk cId="2219750596" sldId="269"/>
            <ac:picMk id="30" creationId="{55A885B2-3F28-4404-6C0C-1A8D25DA4D1C}"/>
          </ac:picMkLst>
        </pc:picChg>
        <pc:picChg chg="mod">
          <ac:chgData name="문 동진(KSTD)" userId="3d26c5c2-5d13-41b2-b4a9-bebd91ca5bef" providerId="ADAL" clId="{AC91C77A-115B-4066-B24C-58E72D5C40B6}" dt="2026-08-03T05:25:33.219" v="2072" actId="164"/>
          <ac:picMkLst>
            <pc:docMk/>
            <pc:sldMk cId="2219750596" sldId="269"/>
            <ac:picMk id="32" creationId="{AB750C53-B057-1C76-C391-17FD648A562B}"/>
          </ac:picMkLst>
        </pc:picChg>
        <pc:picChg chg="mod">
          <ac:chgData name="문 동진(KSTD)" userId="3d26c5c2-5d13-41b2-b4a9-bebd91ca5bef" providerId="ADAL" clId="{AC91C77A-115B-4066-B24C-58E72D5C40B6}" dt="2026-08-03T05:25:38.648" v="2073" actId="164"/>
          <ac:picMkLst>
            <pc:docMk/>
            <pc:sldMk cId="2219750596" sldId="269"/>
            <ac:picMk id="34" creationId="{94A3EFB7-969C-52D3-86DF-9E7162A67CA7}"/>
          </ac:picMkLst>
        </pc:picChg>
        <pc:picChg chg="mod">
          <ac:chgData name="문 동진(KSTD)" userId="3d26c5c2-5d13-41b2-b4a9-bebd91ca5bef" providerId="ADAL" clId="{AC91C77A-115B-4066-B24C-58E72D5C40B6}" dt="2026-08-03T05:25:41.787" v="2074" actId="164"/>
          <ac:picMkLst>
            <pc:docMk/>
            <pc:sldMk cId="2219750596" sldId="269"/>
            <ac:picMk id="36" creationId="{DA28A964-2F17-B035-28C6-A5057F4DD8A3}"/>
          </ac:picMkLst>
        </pc:picChg>
        <pc:picChg chg="mod">
          <ac:chgData name="문 동진(KSTD)" userId="3d26c5c2-5d13-41b2-b4a9-bebd91ca5bef" providerId="ADAL" clId="{AC91C77A-115B-4066-B24C-58E72D5C40B6}" dt="2026-08-03T05:25:33.219" v="2072" actId="164"/>
          <ac:picMkLst>
            <pc:docMk/>
            <pc:sldMk cId="2219750596" sldId="269"/>
            <ac:picMk id="42" creationId="{050FA3DC-B275-DECA-1004-B191FC53BB39}"/>
          </ac:picMkLst>
        </pc:picChg>
        <pc:picChg chg="mod">
          <ac:chgData name="문 동진(KSTD)" userId="3d26c5c2-5d13-41b2-b4a9-bebd91ca5bef" providerId="ADAL" clId="{AC91C77A-115B-4066-B24C-58E72D5C40B6}" dt="2026-08-03T05:25:38.648" v="2073" actId="164"/>
          <ac:picMkLst>
            <pc:docMk/>
            <pc:sldMk cId="2219750596" sldId="269"/>
            <ac:picMk id="44" creationId="{CC3AD19B-B893-0EAA-F508-EAE7C1379856}"/>
          </ac:picMkLst>
        </pc:picChg>
        <pc:picChg chg="mod">
          <ac:chgData name="문 동진(KSTD)" userId="3d26c5c2-5d13-41b2-b4a9-bebd91ca5bef" providerId="ADAL" clId="{AC91C77A-115B-4066-B24C-58E72D5C40B6}" dt="2026-08-03T05:25:41.787" v="2074" actId="164"/>
          <ac:picMkLst>
            <pc:docMk/>
            <pc:sldMk cId="2219750596" sldId="269"/>
            <ac:picMk id="46" creationId="{5F81AAD1-6232-644E-A80E-F094FBE0CB5D}"/>
          </ac:picMkLst>
        </pc:picChg>
      </pc:sldChg>
      <pc:sldChg chg="addSp delSp modSp add mod ord setBg">
        <pc:chgData name="문 동진(KSTD)" userId="3d26c5c2-5d13-41b2-b4a9-bebd91ca5bef" providerId="ADAL" clId="{AC91C77A-115B-4066-B24C-58E72D5C40B6}" dt="2026-08-03T05:25:18.090" v="2067" actId="164"/>
        <pc:sldMkLst>
          <pc:docMk/>
          <pc:sldMk cId="372600873" sldId="270"/>
        </pc:sldMkLst>
        <pc:spChg chg="del">
          <ac:chgData name="문 동진(KSTD)" userId="3d26c5c2-5d13-41b2-b4a9-bebd91ca5bef" providerId="ADAL" clId="{AC91C77A-115B-4066-B24C-58E72D5C40B6}" dt="2026-08-03T01:38:29.345" v="948" actId="478"/>
          <ac:spMkLst>
            <pc:docMk/>
            <pc:sldMk cId="372600873" sldId="270"/>
            <ac:spMk id="7" creationId="{A09EAE86-CF61-775E-DFD7-CF11170FCB16}"/>
          </ac:spMkLst>
        </pc:spChg>
        <pc:spChg chg="del">
          <ac:chgData name="문 동진(KSTD)" userId="3d26c5c2-5d13-41b2-b4a9-bebd91ca5bef" providerId="ADAL" clId="{AC91C77A-115B-4066-B24C-58E72D5C40B6}" dt="2026-08-03T01:38:29.345" v="948" actId="478"/>
          <ac:spMkLst>
            <pc:docMk/>
            <pc:sldMk cId="372600873" sldId="270"/>
            <ac:spMk id="8" creationId="{F17B3551-63DE-3688-2223-24D686DFB2EE}"/>
          </ac:spMkLst>
        </pc:spChg>
        <pc:spChg chg="del">
          <ac:chgData name="문 동진(KSTD)" userId="3d26c5c2-5d13-41b2-b4a9-bebd91ca5bef" providerId="ADAL" clId="{AC91C77A-115B-4066-B24C-58E72D5C40B6}" dt="2026-08-03T01:38:29.345" v="948" actId="478"/>
          <ac:spMkLst>
            <pc:docMk/>
            <pc:sldMk cId="372600873" sldId="270"/>
            <ac:spMk id="9" creationId="{98362FE1-B9C4-1026-69F6-5B7C9C9AAFB1}"/>
          </ac:spMkLst>
        </pc:spChg>
        <pc:spChg chg="del">
          <ac:chgData name="문 동진(KSTD)" userId="3d26c5c2-5d13-41b2-b4a9-bebd91ca5bef" providerId="ADAL" clId="{AC91C77A-115B-4066-B24C-58E72D5C40B6}" dt="2026-08-03T01:38:29.345" v="948" actId="478"/>
          <ac:spMkLst>
            <pc:docMk/>
            <pc:sldMk cId="372600873" sldId="270"/>
            <ac:spMk id="10" creationId="{5E296D63-79EB-A86C-2474-0FDE97D4D04C}"/>
          </ac:spMkLst>
        </pc:spChg>
        <pc:spChg chg="del">
          <ac:chgData name="문 동진(KSTD)" userId="3d26c5c2-5d13-41b2-b4a9-bebd91ca5bef" providerId="ADAL" clId="{AC91C77A-115B-4066-B24C-58E72D5C40B6}" dt="2026-08-03T01:38:29.345" v="948" actId="478"/>
          <ac:spMkLst>
            <pc:docMk/>
            <pc:sldMk cId="372600873" sldId="270"/>
            <ac:spMk id="11" creationId="{926A1072-F147-5501-68EE-F648F4D59A3F}"/>
          </ac:spMkLst>
        </pc:spChg>
        <pc:spChg chg="add del">
          <ac:chgData name="문 동진(KSTD)" userId="3d26c5c2-5d13-41b2-b4a9-bebd91ca5bef" providerId="ADAL" clId="{AC91C77A-115B-4066-B24C-58E72D5C40B6}" dt="2026-08-03T01:41:10.462" v="1014" actId="478"/>
          <ac:spMkLst>
            <pc:docMk/>
            <pc:sldMk cId="372600873" sldId="270"/>
            <ac:spMk id="12" creationId="{9AC13AD3-B6BB-EC07-7A06-57C92B23171C}"/>
          </ac:spMkLst>
        </pc:spChg>
        <pc:spChg chg="mod">
          <ac:chgData name="문 동진(KSTD)" userId="3d26c5c2-5d13-41b2-b4a9-bebd91ca5bef" providerId="ADAL" clId="{AC91C77A-115B-4066-B24C-58E72D5C40B6}" dt="2026-08-03T01:42:24.833" v="1068" actId="20577"/>
          <ac:spMkLst>
            <pc:docMk/>
            <pc:sldMk cId="372600873" sldId="270"/>
            <ac:spMk id="15" creationId="{521CD10C-D346-7BA8-0C9C-3AB468DCABCF}"/>
          </ac:spMkLst>
        </pc:spChg>
        <pc:spChg chg="add mod">
          <ac:chgData name="문 동진(KSTD)" userId="3d26c5c2-5d13-41b2-b4a9-bebd91ca5bef" providerId="ADAL" clId="{AC91C77A-115B-4066-B24C-58E72D5C40B6}" dt="2026-08-03T05:25:16.042" v="2066" actId="164"/>
          <ac:spMkLst>
            <pc:docMk/>
            <pc:sldMk cId="372600873" sldId="270"/>
            <ac:spMk id="23" creationId="{9A952BDF-0A58-C8B7-D162-49FFCDF93EED}"/>
          </ac:spMkLst>
        </pc:spChg>
        <pc:spChg chg="add mod">
          <ac:chgData name="문 동진(KSTD)" userId="3d26c5c2-5d13-41b2-b4a9-bebd91ca5bef" providerId="ADAL" clId="{AC91C77A-115B-4066-B24C-58E72D5C40B6}" dt="2026-08-03T05:25:16.042" v="2066" actId="164"/>
          <ac:spMkLst>
            <pc:docMk/>
            <pc:sldMk cId="372600873" sldId="270"/>
            <ac:spMk id="27" creationId="{2D36F48D-5BC7-BB06-1F51-9231650CB7B0}"/>
          </ac:spMkLst>
        </pc:spChg>
        <pc:spChg chg="add mod">
          <ac:chgData name="문 동진(KSTD)" userId="3d26c5c2-5d13-41b2-b4a9-bebd91ca5bef" providerId="ADAL" clId="{AC91C77A-115B-4066-B24C-58E72D5C40B6}" dt="2026-08-03T05:25:18.090" v="2067" actId="164"/>
          <ac:spMkLst>
            <pc:docMk/>
            <pc:sldMk cId="372600873" sldId="270"/>
            <ac:spMk id="33" creationId="{EC9F2BA5-C5B6-5F27-E9CE-2599F0DF9CB9}"/>
          </ac:spMkLst>
        </pc:spChg>
        <pc:spChg chg="add mod">
          <ac:chgData name="문 동진(KSTD)" userId="3d26c5c2-5d13-41b2-b4a9-bebd91ca5bef" providerId="ADAL" clId="{AC91C77A-115B-4066-B24C-58E72D5C40B6}" dt="2026-08-03T05:25:18.090" v="2067" actId="164"/>
          <ac:spMkLst>
            <pc:docMk/>
            <pc:sldMk cId="372600873" sldId="270"/>
            <ac:spMk id="35" creationId="{2FE095AA-2D2C-9E7A-81A0-48CEE36C52FD}"/>
          </ac:spMkLst>
        </pc:spChg>
        <pc:grpChg chg="add mod">
          <ac:chgData name="문 동진(KSTD)" userId="3d26c5c2-5d13-41b2-b4a9-bebd91ca5bef" providerId="ADAL" clId="{AC91C77A-115B-4066-B24C-58E72D5C40B6}" dt="2026-08-03T05:25:16.042" v="2066" actId="164"/>
          <ac:grpSpMkLst>
            <pc:docMk/>
            <pc:sldMk cId="372600873" sldId="270"/>
            <ac:grpSpMk id="3" creationId="{27FFF21B-B535-A591-81C6-4A13406F88CF}"/>
          </ac:grpSpMkLst>
        </pc:grpChg>
        <pc:grpChg chg="add mod">
          <ac:chgData name="문 동진(KSTD)" userId="3d26c5c2-5d13-41b2-b4a9-bebd91ca5bef" providerId="ADAL" clId="{AC91C77A-115B-4066-B24C-58E72D5C40B6}" dt="2026-08-03T05:25:18.090" v="2067" actId="164"/>
          <ac:grpSpMkLst>
            <pc:docMk/>
            <pc:sldMk cId="372600873" sldId="270"/>
            <ac:grpSpMk id="4" creationId="{7F720611-C6DE-5E36-E1E2-B85505E273D5}"/>
          </ac:grpSpMkLst>
        </pc:grpChg>
        <pc:grpChg chg="mod">
          <ac:chgData name="문 동진(KSTD)" userId="3d26c5c2-5d13-41b2-b4a9-bebd91ca5bef" providerId="ADAL" clId="{AC91C77A-115B-4066-B24C-58E72D5C40B6}" dt="2026-08-03T05:25:18.090" v="2067" actId="164"/>
          <ac:grpSpMkLst>
            <pc:docMk/>
            <pc:sldMk cId="372600873" sldId="270"/>
            <ac:grpSpMk id="20" creationId="{ECC68F6C-75CE-1B9D-7FE5-783D038880EC}"/>
          </ac:grpSpMkLst>
        </pc:grpChg>
        <pc:picChg chg="mod">
          <ac:chgData name="문 동진(KSTD)" userId="3d26c5c2-5d13-41b2-b4a9-bebd91ca5bef" providerId="ADAL" clId="{AC91C77A-115B-4066-B24C-58E72D5C40B6}" dt="2026-08-03T01:44:20.433" v="1087" actId="1076"/>
          <ac:picMkLst>
            <pc:docMk/>
            <pc:sldMk cId="372600873" sldId="270"/>
            <ac:picMk id="2" creationId="{B7E2E41E-771E-AAC8-0108-BBFC0DEA48CD}"/>
          </ac:picMkLst>
        </pc:picChg>
        <pc:picChg chg="del">
          <ac:chgData name="문 동진(KSTD)" userId="3d26c5c2-5d13-41b2-b4a9-bebd91ca5bef" providerId="ADAL" clId="{AC91C77A-115B-4066-B24C-58E72D5C40B6}" dt="2026-08-03T01:38:29.345" v="948" actId="478"/>
          <ac:picMkLst>
            <pc:docMk/>
            <pc:sldMk cId="372600873" sldId="270"/>
            <ac:picMk id="4" creationId="{88809C01-1C91-5C71-C5E1-8C39A953D93F}"/>
          </ac:picMkLst>
        </pc:picChg>
        <pc:picChg chg="del">
          <ac:chgData name="문 동진(KSTD)" userId="3d26c5c2-5d13-41b2-b4a9-bebd91ca5bef" providerId="ADAL" clId="{AC91C77A-115B-4066-B24C-58E72D5C40B6}" dt="2026-08-03T01:38:29.345" v="948" actId="478"/>
          <ac:picMkLst>
            <pc:docMk/>
            <pc:sldMk cId="372600873" sldId="270"/>
            <ac:picMk id="5" creationId="{4A52A2C1-5B26-BB02-44F3-D8AB0BBF046F}"/>
          </ac:picMkLst>
        </pc:picChg>
        <pc:picChg chg="del">
          <ac:chgData name="문 동진(KSTD)" userId="3d26c5c2-5d13-41b2-b4a9-bebd91ca5bef" providerId="ADAL" clId="{AC91C77A-115B-4066-B24C-58E72D5C40B6}" dt="2026-08-03T01:38:29.345" v="948" actId="478"/>
          <ac:picMkLst>
            <pc:docMk/>
            <pc:sldMk cId="372600873" sldId="270"/>
            <ac:picMk id="13" creationId="{8E4D71CA-5D58-B0BF-47D1-DDE8FA2AD4AB}"/>
          </ac:picMkLst>
        </pc:picChg>
        <pc:picChg chg="del">
          <ac:chgData name="문 동진(KSTD)" userId="3d26c5c2-5d13-41b2-b4a9-bebd91ca5bef" providerId="ADAL" clId="{AC91C77A-115B-4066-B24C-58E72D5C40B6}" dt="2026-08-03T01:38:29.345" v="948" actId="478"/>
          <ac:picMkLst>
            <pc:docMk/>
            <pc:sldMk cId="372600873" sldId="270"/>
            <ac:picMk id="14" creationId="{D459AB09-0A0C-337A-170F-C64E584D3CC5}"/>
          </ac:picMkLst>
        </pc:picChg>
        <pc:picChg chg="add mod">
          <ac:chgData name="문 동진(KSTD)" userId="3d26c5c2-5d13-41b2-b4a9-bebd91ca5bef" providerId="ADAL" clId="{AC91C77A-115B-4066-B24C-58E72D5C40B6}" dt="2026-08-03T05:25:16.042" v="2066" actId="164"/>
          <ac:picMkLst>
            <pc:docMk/>
            <pc:sldMk cId="372600873" sldId="270"/>
            <ac:picMk id="18" creationId="{FAAE26A8-E82B-4E18-A9CD-9E4D3AF94277}"/>
          </ac:picMkLst>
        </pc:picChg>
        <pc:picChg chg="mod modCrop">
          <ac:chgData name="문 동진(KSTD)" userId="3d26c5c2-5d13-41b2-b4a9-bebd91ca5bef" providerId="ADAL" clId="{AC91C77A-115B-4066-B24C-58E72D5C40B6}" dt="2026-08-03T05:25:18.090" v="2067" actId="164"/>
          <ac:picMkLst>
            <pc:docMk/>
            <pc:sldMk cId="372600873" sldId="270"/>
            <ac:picMk id="24" creationId="{B04081E5-1A8A-6A72-4CA0-E704AFA9F3F5}"/>
          </ac:picMkLst>
        </pc:picChg>
        <pc:picChg chg="mod modCrop">
          <ac:chgData name="문 동진(KSTD)" userId="3d26c5c2-5d13-41b2-b4a9-bebd91ca5bef" providerId="ADAL" clId="{AC91C77A-115B-4066-B24C-58E72D5C40B6}" dt="2026-08-03T05:25:16.042" v="2066" actId="164"/>
          <ac:picMkLst>
            <pc:docMk/>
            <pc:sldMk cId="372600873" sldId="270"/>
            <ac:picMk id="26" creationId="{C4876FEA-CB79-FDB5-C47B-457A973C5088}"/>
          </ac:picMkLst>
        </pc:picChg>
        <pc:picChg chg="add del mod">
          <ac:chgData name="문 동진(KSTD)" userId="3d26c5c2-5d13-41b2-b4a9-bebd91ca5bef" providerId="ADAL" clId="{AC91C77A-115B-4066-B24C-58E72D5C40B6}" dt="2026-08-03T01:41:35.927" v="1054" actId="478"/>
          <ac:picMkLst>
            <pc:docMk/>
            <pc:sldMk cId="372600873" sldId="270"/>
            <ac:picMk id="29" creationId="{D12034D8-8789-D371-8458-1055721D2350}"/>
          </ac:picMkLst>
        </pc:picChg>
        <pc:picChg chg="add mod">
          <ac:chgData name="문 동진(KSTD)" userId="3d26c5c2-5d13-41b2-b4a9-bebd91ca5bef" providerId="ADAL" clId="{AC91C77A-115B-4066-B24C-58E72D5C40B6}" dt="2026-08-03T05:25:18.090" v="2067" actId="164"/>
          <ac:picMkLst>
            <pc:docMk/>
            <pc:sldMk cId="372600873" sldId="270"/>
            <ac:picMk id="31" creationId="{9CC5B732-0209-76E0-A8C8-7A259EC8E76B}"/>
          </ac:picMkLst>
        </pc:picChg>
      </pc:sldChg>
      <pc:sldChg chg="modSp add mod setBg">
        <pc:chgData name="문 동진(KSTD)" userId="3d26c5c2-5d13-41b2-b4a9-bebd91ca5bef" providerId="ADAL" clId="{AC91C77A-115B-4066-B24C-58E72D5C40B6}" dt="2026-08-03T01:52:43.565" v="1194" actId="1076"/>
        <pc:sldMkLst>
          <pc:docMk/>
          <pc:sldMk cId="1686989315" sldId="271"/>
        </pc:sldMkLst>
        <pc:spChg chg="mod">
          <ac:chgData name="문 동진(KSTD)" userId="3d26c5c2-5d13-41b2-b4a9-bebd91ca5bef" providerId="ADAL" clId="{AC91C77A-115B-4066-B24C-58E72D5C40B6}" dt="2026-08-03T01:52:43.565" v="1194" actId="1076"/>
          <ac:spMkLst>
            <pc:docMk/>
            <pc:sldMk cId="1686989315" sldId="271"/>
            <ac:spMk id="3" creationId="{813B2B7F-71D9-D06F-58E6-C6EC6F3356F0}"/>
          </ac:spMkLst>
        </pc:spChg>
      </pc:sldChg>
      <pc:sldChg chg="addSp delSp modSp add mod setBg">
        <pc:chgData name="문 동진(KSTD)" userId="3d26c5c2-5d13-41b2-b4a9-bebd91ca5bef" providerId="ADAL" clId="{AC91C77A-115B-4066-B24C-58E72D5C40B6}" dt="2026-08-03T05:26:01.566" v="2082" actId="164"/>
        <pc:sldMkLst>
          <pc:docMk/>
          <pc:sldMk cId="456431462" sldId="272"/>
        </pc:sldMkLst>
        <pc:spChg chg="del">
          <ac:chgData name="문 동진(KSTD)" userId="3d26c5c2-5d13-41b2-b4a9-bebd91ca5bef" providerId="ADAL" clId="{AC91C77A-115B-4066-B24C-58E72D5C40B6}" dt="2026-08-03T02:08:34.582" v="1408" actId="478"/>
          <ac:spMkLst>
            <pc:docMk/>
            <pc:sldMk cId="456431462" sldId="272"/>
            <ac:spMk id="5" creationId="{E3A538BD-8DEA-E1C6-3422-23F5A075EE25}"/>
          </ac:spMkLst>
        </pc:spChg>
        <pc:spChg chg="del">
          <ac:chgData name="문 동진(KSTD)" userId="3d26c5c2-5d13-41b2-b4a9-bebd91ca5bef" providerId="ADAL" clId="{AC91C77A-115B-4066-B24C-58E72D5C40B6}" dt="2026-08-03T02:08:34.582" v="1408" actId="478"/>
          <ac:spMkLst>
            <pc:docMk/>
            <pc:sldMk cId="456431462" sldId="272"/>
            <ac:spMk id="6" creationId="{92DC8C50-68A4-7B32-7079-90E4AECFF31D}"/>
          </ac:spMkLst>
        </pc:spChg>
        <pc:spChg chg="del">
          <ac:chgData name="문 동진(KSTD)" userId="3d26c5c2-5d13-41b2-b4a9-bebd91ca5bef" providerId="ADAL" clId="{AC91C77A-115B-4066-B24C-58E72D5C40B6}" dt="2026-08-03T02:08:34.582" v="1408" actId="478"/>
          <ac:spMkLst>
            <pc:docMk/>
            <pc:sldMk cId="456431462" sldId="272"/>
            <ac:spMk id="7" creationId="{10655935-B47F-8D22-97FB-AD12F30AEBE5}"/>
          </ac:spMkLst>
        </pc:spChg>
        <pc:spChg chg="del">
          <ac:chgData name="문 동진(KSTD)" userId="3d26c5c2-5d13-41b2-b4a9-bebd91ca5bef" providerId="ADAL" clId="{AC91C77A-115B-4066-B24C-58E72D5C40B6}" dt="2026-08-03T02:08:34.582" v="1408" actId="478"/>
          <ac:spMkLst>
            <pc:docMk/>
            <pc:sldMk cId="456431462" sldId="272"/>
            <ac:spMk id="9" creationId="{FC48388E-D7CA-439C-327E-42A107C53816}"/>
          </ac:spMkLst>
        </pc:spChg>
        <pc:spChg chg="del">
          <ac:chgData name="문 동진(KSTD)" userId="3d26c5c2-5d13-41b2-b4a9-bebd91ca5bef" providerId="ADAL" clId="{AC91C77A-115B-4066-B24C-58E72D5C40B6}" dt="2026-08-03T02:08:34.582" v="1408" actId="478"/>
          <ac:spMkLst>
            <pc:docMk/>
            <pc:sldMk cId="456431462" sldId="272"/>
            <ac:spMk id="10" creationId="{31898C9D-7BC4-F208-01DC-EC948ED1BD0D}"/>
          </ac:spMkLst>
        </pc:spChg>
        <pc:spChg chg="del">
          <ac:chgData name="문 동진(KSTD)" userId="3d26c5c2-5d13-41b2-b4a9-bebd91ca5bef" providerId="ADAL" clId="{AC91C77A-115B-4066-B24C-58E72D5C40B6}" dt="2026-08-03T02:08:34.582" v="1408" actId="478"/>
          <ac:spMkLst>
            <pc:docMk/>
            <pc:sldMk cId="456431462" sldId="272"/>
            <ac:spMk id="11" creationId="{3A3E9A20-987F-00D2-0C5E-F49882CEC486}"/>
          </ac:spMkLst>
        </pc:spChg>
        <pc:spChg chg="del">
          <ac:chgData name="문 동진(KSTD)" userId="3d26c5c2-5d13-41b2-b4a9-bebd91ca5bef" providerId="ADAL" clId="{AC91C77A-115B-4066-B24C-58E72D5C40B6}" dt="2026-08-03T02:08:34.582" v="1408" actId="478"/>
          <ac:spMkLst>
            <pc:docMk/>
            <pc:sldMk cId="456431462" sldId="272"/>
            <ac:spMk id="12" creationId="{D0ADEED1-68D2-B2DC-F1BE-02F3EDA7F0FE}"/>
          </ac:spMkLst>
        </pc:spChg>
        <pc:spChg chg="del">
          <ac:chgData name="문 동진(KSTD)" userId="3d26c5c2-5d13-41b2-b4a9-bebd91ca5bef" providerId="ADAL" clId="{AC91C77A-115B-4066-B24C-58E72D5C40B6}" dt="2026-08-03T02:08:34.582" v="1408" actId="478"/>
          <ac:spMkLst>
            <pc:docMk/>
            <pc:sldMk cId="456431462" sldId="272"/>
            <ac:spMk id="13" creationId="{58AFCB45-6976-0DD7-A1E8-7142E7AA00A4}"/>
          </ac:spMkLst>
        </pc:spChg>
        <pc:spChg chg="del">
          <ac:chgData name="문 동진(KSTD)" userId="3d26c5c2-5d13-41b2-b4a9-bebd91ca5bef" providerId="ADAL" clId="{AC91C77A-115B-4066-B24C-58E72D5C40B6}" dt="2026-08-03T02:08:34.582" v="1408" actId="478"/>
          <ac:spMkLst>
            <pc:docMk/>
            <pc:sldMk cId="456431462" sldId="272"/>
            <ac:spMk id="15" creationId="{CD0DEFBF-E78F-5FC9-83C4-5FDC9C27B116}"/>
          </ac:spMkLst>
        </pc:spChg>
        <pc:spChg chg="del">
          <ac:chgData name="문 동진(KSTD)" userId="3d26c5c2-5d13-41b2-b4a9-bebd91ca5bef" providerId="ADAL" clId="{AC91C77A-115B-4066-B24C-58E72D5C40B6}" dt="2026-08-03T02:08:34.582" v="1408" actId="478"/>
          <ac:spMkLst>
            <pc:docMk/>
            <pc:sldMk cId="456431462" sldId="272"/>
            <ac:spMk id="16" creationId="{CEC3BF95-CABE-63CB-FB46-81EA759D06A6}"/>
          </ac:spMkLst>
        </pc:spChg>
        <pc:spChg chg="add del">
          <ac:chgData name="문 동진(KSTD)" userId="3d26c5c2-5d13-41b2-b4a9-bebd91ca5bef" providerId="ADAL" clId="{AC91C77A-115B-4066-B24C-58E72D5C40B6}" dt="2026-08-03T02:08:32.464" v="1407" actId="22"/>
          <ac:spMkLst>
            <pc:docMk/>
            <pc:sldMk cId="456431462" sldId="272"/>
            <ac:spMk id="19" creationId="{43AE0107-CD01-E93F-A209-8E3686DD97ED}"/>
          </ac:spMkLst>
        </pc:spChg>
        <pc:spChg chg="add del">
          <ac:chgData name="문 동진(KSTD)" userId="3d26c5c2-5d13-41b2-b4a9-bebd91ca5bef" providerId="ADAL" clId="{AC91C77A-115B-4066-B24C-58E72D5C40B6}" dt="2026-08-03T02:08:32.464" v="1407" actId="22"/>
          <ac:spMkLst>
            <pc:docMk/>
            <pc:sldMk cId="456431462" sldId="272"/>
            <ac:spMk id="34" creationId="{6D2BF467-8D75-DF33-B3B9-654AF6CAAFA4}"/>
          </ac:spMkLst>
        </pc:spChg>
        <pc:spChg chg="add del">
          <ac:chgData name="문 동진(KSTD)" userId="3d26c5c2-5d13-41b2-b4a9-bebd91ca5bef" providerId="ADAL" clId="{AC91C77A-115B-4066-B24C-58E72D5C40B6}" dt="2026-08-03T02:08:32.464" v="1407" actId="22"/>
          <ac:spMkLst>
            <pc:docMk/>
            <pc:sldMk cId="456431462" sldId="272"/>
            <ac:spMk id="42" creationId="{DC3959F2-450A-F2DE-24F4-33AFC974FE13}"/>
          </ac:spMkLst>
        </pc:spChg>
        <pc:spChg chg="add del">
          <ac:chgData name="문 동진(KSTD)" userId="3d26c5c2-5d13-41b2-b4a9-bebd91ca5bef" providerId="ADAL" clId="{AC91C77A-115B-4066-B24C-58E72D5C40B6}" dt="2026-08-03T02:08:32.464" v="1407" actId="22"/>
          <ac:spMkLst>
            <pc:docMk/>
            <pc:sldMk cId="456431462" sldId="272"/>
            <ac:spMk id="44" creationId="{AADBC4B9-C9F7-49A9-D8ED-9809376519D8}"/>
          </ac:spMkLst>
        </pc:spChg>
        <pc:spChg chg="add del">
          <ac:chgData name="문 동진(KSTD)" userId="3d26c5c2-5d13-41b2-b4a9-bebd91ca5bef" providerId="ADAL" clId="{AC91C77A-115B-4066-B24C-58E72D5C40B6}" dt="2026-08-03T02:08:32.464" v="1407" actId="22"/>
          <ac:spMkLst>
            <pc:docMk/>
            <pc:sldMk cId="456431462" sldId="272"/>
            <ac:spMk id="46" creationId="{D9E88026-D360-352F-2B18-59573DA606FA}"/>
          </ac:spMkLst>
        </pc:spChg>
        <pc:spChg chg="add del">
          <ac:chgData name="문 동진(KSTD)" userId="3d26c5c2-5d13-41b2-b4a9-bebd91ca5bef" providerId="ADAL" clId="{AC91C77A-115B-4066-B24C-58E72D5C40B6}" dt="2026-08-03T02:08:32.464" v="1407" actId="22"/>
          <ac:spMkLst>
            <pc:docMk/>
            <pc:sldMk cId="456431462" sldId="272"/>
            <ac:spMk id="52" creationId="{2AC24F78-D753-F709-FD32-7891D84CA678}"/>
          </ac:spMkLst>
        </pc:spChg>
        <pc:spChg chg="add del">
          <ac:chgData name="문 동진(KSTD)" userId="3d26c5c2-5d13-41b2-b4a9-bebd91ca5bef" providerId="ADAL" clId="{AC91C77A-115B-4066-B24C-58E72D5C40B6}" dt="2026-08-03T02:08:32.464" v="1407" actId="22"/>
          <ac:spMkLst>
            <pc:docMk/>
            <pc:sldMk cId="456431462" sldId="272"/>
            <ac:spMk id="58" creationId="{4CA08FB7-C2FF-DB20-8965-8FE72FBC8117}"/>
          </ac:spMkLst>
        </pc:spChg>
        <pc:spChg chg="add del">
          <ac:chgData name="문 동진(KSTD)" userId="3d26c5c2-5d13-41b2-b4a9-bebd91ca5bef" providerId="ADAL" clId="{AC91C77A-115B-4066-B24C-58E72D5C40B6}" dt="2026-08-03T02:08:32.464" v="1407" actId="22"/>
          <ac:spMkLst>
            <pc:docMk/>
            <pc:sldMk cId="456431462" sldId="272"/>
            <ac:spMk id="60" creationId="{33642A2A-B044-4C81-A391-3F83C2A30CB8}"/>
          </ac:spMkLst>
        </pc:spChg>
        <pc:spChg chg="add del">
          <ac:chgData name="문 동진(KSTD)" userId="3d26c5c2-5d13-41b2-b4a9-bebd91ca5bef" providerId="ADAL" clId="{AC91C77A-115B-4066-B24C-58E72D5C40B6}" dt="2026-08-03T02:08:32.464" v="1407" actId="22"/>
          <ac:spMkLst>
            <pc:docMk/>
            <pc:sldMk cId="456431462" sldId="272"/>
            <ac:spMk id="66" creationId="{C6F969BD-67E4-C288-78D0-32DFA22BAD5E}"/>
          </ac:spMkLst>
        </pc:spChg>
        <pc:spChg chg="add del">
          <ac:chgData name="문 동진(KSTD)" userId="3d26c5c2-5d13-41b2-b4a9-bebd91ca5bef" providerId="ADAL" clId="{AC91C77A-115B-4066-B24C-58E72D5C40B6}" dt="2026-08-03T02:08:32.464" v="1407" actId="22"/>
          <ac:spMkLst>
            <pc:docMk/>
            <pc:sldMk cId="456431462" sldId="272"/>
            <ac:spMk id="70" creationId="{0A083E8A-1302-A780-FC43-FDBF5DD07913}"/>
          </ac:spMkLst>
        </pc:spChg>
        <pc:spChg chg="add">
          <ac:chgData name="문 동진(KSTD)" userId="3d26c5c2-5d13-41b2-b4a9-bebd91ca5bef" providerId="ADAL" clId="{AC91C77A-115B-4066-B24C-58E72D5C40B6}" dt="2026-08-03T02:08:34.967" v="1409" actId="22"/>
          <ac:spMkLst>
            <pc:docMk/>
            <pc:sldMk cId="456431462" sldId="272"/>
            <ac:spMk id="80" creationId="{B12E68FC-2999-E76D-AC9A-219BFBD1EA74}"/>
          </ac:spMkLst>
        </pc:spChg>
        <pc:spChg chg="add">
          <ac:chgData name="문 동진(KSTD)" userId="3d26c5c2-5d13-41b2-b4a9-bebd91ca5bef" providerId="ADAL" clId="{AC91C77A-115B-4066-B24C-58E72D5C40B6}" dt="2026-08-03T02:08:34.967" v="1409" actId="22"/>
          <ac:spMkLst>
            <pc:docMk/>
            <pc:sldMk cId="456431462" sldId="272"/>
            <ac:spMk id="84" creationId="{23F9D32C-A04A-E4EC-91E8-277081320EFC}"/>
          </ac:spMkLst>
        </pc:spChg>
        <pc:spChg chg="add">
          <ac:chgData name="문 동진(KSTD)" userId="3d26c5c2-5d13-41b2-b4a9-bebd91ca5bef" providerId="ADAL" clId="{AC91C77A-115B-4066-B24C-58E72D5C40B6}" dt="2026-08-03T02:08:34.967" v="1409" actId="22"/>
          <ac:spMkLst>
            <pc:docMk/>
            <pc:sldMk cId="456431462" sldId="272"/>
            <ac:spMk id="88" creationId="{1F75C1E2-2392-57B0-833E-64DBAA890968}"/>
          </ac:spMkLst>
        </pc:spChg>
        <pc:spChg chg="add">
          <ac:chgData name="문 동진(KSTD)" userId="3d26c5c2-5d13-41b2-b4a9-bebd91ca5bef" providerId="ADAL" clId="{AC91C77A-115B-4066-B24C-58E72D5C40B6}" dt="2026-08-03T02:08:34.967" v="1409" actId="22"/>
          <ac:spMkLst>
            <pc:docMk/>
            <pc:sldMk cId="456431462" sldId="272"/>
            <ac:spMk id="96" creationId="{8D07A262-4803-FCD0-C78F-7C8A3BBE1398}"/>
          </ac:spMkLst>
        </pc:spChg>
        <pc:spChg chg="del">
          <ac:chgData name="문 동진(KSTD)" userId="3d26c5c2-5d13-41b2-b4a9-bebd91ca5bef" providerId="ADAL" clId="{AC91C77A-115B-4066-B24C-58E72D5C40B6}" dt="2026-08-03T02:08:41.505" v="1410" actId="22"/>
          <ac:spMkLst>
            <pc:docMk/>
            <pc:sldMk cId="456431462" sldId="272"/>
            <ac:spMk id="100" creationId="{F66B56FE-01DD-BCE5-63AB-A00385DC0623}"/>
          </ac:spMkLst>
        </pc:spChg>
        <pc:spChg chg="add del">
          <ac:chgData name="문 동진(KSTD)" userId="3d26c5c2-5d13-41b2-b4a9-bebd91ca5bef" providerId="ADAL" clId="{AC91C77A-115B-4066-B24C-58E72D5C40B6}" dt="2026-08-03T02:08:41.505" v="1410" actId="22"/>
          <ac:spMkLst>
            <pc:docMk/>
            <pc:sldMk cId="456431462" sldId="272"/>
            <ac:spMk id="102" creationId="{3916D1CD-2C7D-9FB1-B4C7-16F6D2CBFB64}"/>
          </ac:spMkLst>
        </pc:spChg>
        <pc:spChg chg="add del">
          <ac:chgData name="문 동진(KSTD)" userId="3d26c5c2-5d13-41b2-b4a9-bebd91ca5bef" providerId="ADAL" clId="{AC91C77A-115B-4066-B24C-58E72D5C40B6}" dt="2026-08-03T02:08:41.505" v="1410" actId="22"/>
          <ac:spMkLst>
            <pc:docMk/>
            <pc:sldMk cId="456431462" sldId="272"/>
            <ac:spMk id="106" creationId="{7A226E8F-A1DA-74D4-B57D-6638CB7C6DFA}"/>
          </ac:spMkLst>
        </pc:spChg>
        <pc:spChg chg="add del">
          <ac:chgData name="문 동진(KSTD)" userId="3d26c5c2-5d13-41b2-b4a9-bebd91ca5bef" providerId="ADAL" clId="{AC91C77A-115B-4066-B24C-58E72D5C40B6}" dt="2026-08-03T02:08:41.505" v="1410" actId="22"/>
          <ac:spMkLst>
            <pc:docMk/>
            <pc:sldMk cId="456431462" sldId="272"/>
            <ac:spMk id="114" creationId="{E13FF043-F2BE-6424-B6AE-97D16E2C162E}"/>
          </ac:spMkLst>
        </pc:spChg>
        <pc:spChg chg="del">
          <ac:chgData name="문 동진(KSTD)" userId="3d26c5c2-5d13-41b2-b4a9-bebd91ca5bef" providerId="ADAL" clId="{AC91C77A-115B-4066-B24C-58E72D5C40B6}" dt="2026-08-03T02:08:41.505" v="1410" actId="22"/>
          <ac:spMkLst>
            <pc:docMk/>
            <pc:sldMk cId="456431462" sldId="272"/>
            <ac:spMk id="118" creationId="{37D59F33-C3E3-43CC-61A9-38A8F608BC9A}"/>
          </ac:spMkLst>
        </pc:spChg>
        <pc:spChg chg="add">
          <ac:chgData name="문 동진(KSTD)" userId="3d26c5c2-5d13-41b2-b4a9-bebd91ca5bef" providerId="ADAL" clId="{AC91C77A-115B-4066-B24C-58E72D5C40B6}" dt="2026-08-03T02:08:34.967" v="1409" actId="22"/>
          <ac:spMkLst>
            <pc:docMk/>
            <pc:sldMk cId="456431462" sldId="272"/>
            <ac:spMk id="120" creationId="{AB63DCC9-6F98-4BCF-E889-6142A15EF01C}"/>
          </ac:spMkLst>
        </pc:spChg>
        <pc:spChg chg="del">
          <ac:chgData name="문 동진(KSTD)" userId="3d26c5c2-5d13-41b2-b4a9-bebd91ca5bef" providerId="ADAL" clId="{AC91C77A-115B-4066-B24C-58E72D5C40B6}" dt="2026-08-03T02:08:41.505" v="1410" actId="22"/>
          <ac:spMkLst>
            <pc:docMk/>
            <pc:sldMk cId="456431462" sldId="272"/>
            <ac:spMk id="122" creationId="{5EB68396-ABEE-A226-CECD-6AD657C1B1AE}"/>
          </ac:spMkLst>
        </pc:spChg>
        <pc:spChg chg="del">
          <ac:chgData name="문 동진(KSTD)" userId="3d26c5c2-5d13-41b2-b4a9-bebd91ca5bef" providerId="ADAL" clId="{AC91C77A-115B-4066-B24C-58E72D5C40B6}" dt="2026-08-03T02:08:41.505" v="1410" actId="22"/>
          <ac:spMkLst>
            <pc:docMk/>
            <pc:sldMk cId="456431462" sldId="272"/>
            <ac:spMk id="124" creationId="{A1C1A62C-C257-F206-1B62-F2BA00253B16}"/>
          </ac:spMkLst>
        </pc:spChg>
        <pc:spChg chg="del">
          <ac:chgData name="문 동진(KSTD)" userId="3d26c5c2-5d13-41b2-b4a9-bebd91ca5bef" providerId="ADAL" clId="{AC91C77A-115B-4066-B24C-58E72D5C40B6}" dt="2026-08-03T02:08:41.505" v="1410" actId="22"/>
          <ac:spMkLst>
            <pc:docMk/>
            <pc:sldMk cId="456431462" sldId="272"/>
            <ac:spMk id="128" creationId="{A87FFFE8-149B-8576-9387-7F319E2246E0}"/>
          </ac:spMkLst>
        </pc:spChg>
        <pc:spChg chg="add del">
          <ac:chgData name="문 동진(KSTD)" userId="3d26c5c2-5d13-41b2-b4a9-bebd91ca5bef" providerId="ADAL" clId="{AC91C77A-115B-4066-B24C-58E72D5C40B6}" dt="2026-08-03T02:08:41.505" v="1410" actId="22"/>
          <ac:spMkLst>
            <pc:docMk/>
            <pc:sldMk cId="456431462" sldId="272"/>
            <ac:spMk id="130" creationId="{34684182-F269-7F4F-6FA8-F05F6D5F2C8C}"/>
          </ac:spMkLst>
        </pc:spChg>
        <pc:spChg chg="add del">
          <ac:chgData name="문 동진(KSTD)" userId="3d26c5c2-5d13-41b2-b4a9-bebd91ca5bef" providerId="ADAL" clId="{AC91C77A-115B-4066-B24C-58E72D5C40B6}" dt="2026-08-03T02:08:41.505" v="1410" actId="22"/>
          <ac:spMkLst>
            <pc:docMk/>
            <pc:sldMk cId="456431462" sldId="272"/>
            <ac:spMk id="132" creationId="{AEF49872-FC29-07FA-3436-3C6004916932}"/>
          </ac:spMkLst>
        </pc:spChg>
        <pc:spChg chg="mod">
          <ac:chgData name="문 동진(KSTD)" userId="3d26c5c2-5d13-41b2-b4a9-bebd91ca5bef" providerId="ADAL" clId="{AC91C77A-115B-4066-B24C-58E72D5C40B6}" dt="2026-08-03T02:10:08.824" v="1414" actId="1076"/>
          <ac:spMkLst>
            <pc:docMk/>
            <pc:sldMk cId="456431462" sldId="272"/>
            <ac:spMk id="134" creationId="{F5D61AD3-A2CF-AEAF-0F20-3D384A6B0CCD}"/>
          </ac:spMkLst>
        </pc:spChg>
        <pc:spChg chg="add del mod">
          <ac:chgData name="문 동진(KSTD)" userId="3d26c5c2-5d13-41b2-b4a9-bebd91ca5bef" providerId="ADAL" clId="{AC91C77A-115B-4066-B24C-58E72D5C40B6}" dt="2026-08-03T02:10:11.345" v="1416" actId="22"/>
          <ac:spMkLst>
            <pc:docMk/>
            <pc:sldMk cId="456431462" sldId="272"/>
            <ac:spMk id="136" creationId="{DFB1D1B3-9930-CE08-1970-E32F7008271D}"/>
          </ac:spMkLst>
        </pc:spChg>
        <pc:spChg chg="add del mod">
          <ac:chgData name="문 동진(KSTD)" userId="3d26c5c2-5d13-41b2-b4a9-bebd91ca5bef" providerId="ADAL" clId="{AC91C77A-115B-4066-B24C-58E72D5C40B6}" dt="2026-08-03T02:10:11.345" v="1416" actId="22"/>
          <ac:spMkLst>
            <pc:docMk/>
            <pc:sldMk cId="456431462" sldId="272"/>
            <ac:spMk id="138" creationId="{E3F430CA-2271-C0CC-F08C-0A6831EC297C}"/>
          </ac:spMkLst>
        </pc:spChg>
        <pc:spChg chg="add del mod">
          <ac:chgData name="문 동진(KSTD)" userId="3d26c5c2-5d13-41b2-b4a9-bebd91ca5bef" providerId="ADAL" clId="{AC91C77A-115B-4066-B24C-58E72D5C40B6}" dt="2026-08-03T02:10:11.345" v="1416" actId="22"/>
          <ac:spMkLst>
            <pc:docMk/>
            <pc:sldMk cId="456431462" sldId="272"/>
            <ac:spMk id="152" creationId="{BAEFEAC6-7774-190C-0AA7-83C3F788471A}"/>
          </ac:spMkLst>
        </pc:spChg>
        <pc:spChg chg="add del mod">
          <ac:chgData name="문 동진(KSTD)" userId="3d26c5c2-5d13-41b2-b4a9-bebd91ca5bef" providerId="ADAL" clId="{AC91C77A-115B-4066-B24C-58E72D5C40B6}" dt="2026-08-03T02:10:11.345" v="1416" actId="22"/>
          <ac:spMkLst>
            <pc:docMk/>
            <pc:sldMk cId="456431462" sldId="272"/>
            <ac:spMk id="154" creationId="{E423964D-4EC1-3AA3-A82C-9FFF1DA36900}"/>
          </ac:spMkLst>
        </pc:spChg>
        <pc:spChg chg="add del mod">
          <ac:chgData name="문 동진(KSTD)" userId="3d26c5c2-5d13-41b2-b4a9-bebd91ca5bef" providerId="ADAL" clId="{AC91C77A-115B-4066-B24C-58E72D5C40B6}" dt="2026-08-03T02:10:11.345" v="1416" actId="22"/>
          <ac:spMkLst>
            <pc:docMk/>
            <pc:sldMk cId="456431462" sldId="272"/>
            <ac:spMk id="156" creationId="{30FC9A20-F68F-42DD-2E32-78335E2461BE}"/>
          </ac:spMkLst>
        </pc:spChg>
        <pc:spChg chg="mod">
          <ac:chgData name="문 동진(KSTD)" userId="3d26c5c2-5d13-41b2-b4a9-bebd91ca5bef" providerId="ADAL" clId="{AC91C77A-115B-4066-B24C-58E72D5C40B6}" dt="2026-08-03T02:10:09.235" v="1415" actId="1076"/>
          <ac:spMkLst>
            <pc:docMk/>
            <pc:sldMk cId="456431462" sldId="272"/>
            <ac:spMk id="158" creationId="{7B0A26F3-2320-F80C-7BAB-B16BB0F58420}"/>
          </ac:spMkLst>
        </pc:spChg>
        <pc:spChg chg="add del mod">
          <ac:chgData name="문 동진(KSTD)" userId="3d26c5c2-5d13-41b2-b4a9-bebd91ca5bef" providerId="ADAL" clId="{AC91C77A-115B-4066-B24C-58E72D5C40B6}" dt="2026-08-03T02:10:11.345" v="1416" actId="22"/>
          <ac:spMkLst>
            <pc:docMk/>
            <pc:sldMk cId="456431462" sldId="272"/>
            <ac:spMk id="160" creationId="{99B729BC-F724-1F23-02C9-AF2E38F6ADF1}"/>
          </ac:spMkLst>
        </pc:spChg>
        <pc:spChg chg="add del mod">
          <ac:chgData name="문 동진(KSTD)" userId="3d26c5c2-5d13-41b2-b4a9-bebd91ca5bef" providerId="ADAL" clId="{AC91C77A-115B-4066-B24C-58E72D5C40B6}" dt="2026-08-03T02:10:11.345" v="1416" actId="22"/>
          <ac:spMkLst>
            <pc:docMk/>
            <pc:sldMk cId="456431462" sldId="272"/>
            <ac:spMk id="170" creationId="{803CCA2A-CBF5-5BDB-55CE-3D71B51F800B}"/>
          </ac:spMkLst>
        </pc:spChg>
        <pc:spChg chg="add del mod">
          <ac:chgData name="문 동진(KSTD)" userId="3d26c5c2-5d13-41b2-b4a9-bebd91ca5bef" providerId="ADAL" clId="{AC91C77A-115B-4066-B24C-58E72D5C40B6}" dt="2026-08-03T02:10:11.345" v="1416" actId="22"/>
          <ac:spMkLst>
            <pc:docMk/>
            <pc:sldMk cId="456431462" sldId="272"/>
            <ac:spMk id="176" creationId="{0B15719F-FBF3-72BD-409C-E851DC28BE7A}"/>
          </ac:spMkLst>
        </pc:spChg>
        <pc:spChg chg="add del mod">
          <ac:chgData name="문 동진(KSTD)" userId="3d26c5c2-5d13-41b2-b4a9-bebd91ca5bef" providerId="ADAL" clId="{AC91C77A-115B-4066-B24C-58E72D5C40B6}" dt="2026-08-03T02:10:11.345" v="1416" actId="22"/>
          <ac:spMkLst>
            <pc:docMk/>
            <pc:sldMk cId="456431462" sldId="272"/>
            <ac:spMk id="186" creationId="{542C37F7-E9FC-9366-DB8B-D634D1257CE7}"/>
          </ac:spMkLst>
        </pc:spChg>
        <pc:spChg chg="add del mod">
          <ac:chgData name="문 동진(KSTD)" userId="3d26c5c2-5d13-41b2-b4a9-bebd91ca5bef" providerId="ADAL" clId="{AC91C77A-115B-4066-B24C-58E72D5C40B6}" dt="2026-08-03T02:10:11.345" v="1416" actId="22"/>
          <ac:spMkLst>
            <pc:docMk/>
            <pc:sldMk cId="456431462" sldId="272"/>
            <ac:spMk id="188" creationId="{EA7B2A97-A1B0-BD8D-54ED-62DD506B1E21}"/>
          </ac:spMkLst>
        </pc:spChg>
        <pc:spChg chg="add del mod">
          <ac:chgData name="문 동진(KSTD)" userId="3d26c5c2-5d13-41b2-b4a9-bebd91ca5bef" providerId="ADAL" clId="{AC91C77A-115B-4066-B24C-58E72D5C40B6}" dt="2026-08-03T02:11:44.102" v="1422" actId="478"/>
          <ac:spMkLst>
            <pc:docMk/>
            <pc:sldMk cId="456431462" sldId="272"/>
            <ac:spMk id="196" creationId="{2D89C256-8D21-64F7-59F8-8D140C359E1A}"/>
          </ac:spMkLst>
        </pc:spChg>
        <pc:spChg chg="add del mod">
          <ac:chgData name="문 동진(KSTD)" userId="3d26c5c2-5d13-41b2-b4a9-bebd91ca5bef" providerId="ADAL" clId="{AC91C77A-115B-4066-B24C-58E72D5C40B6}" dt="2026-08-03T02:11:44.102" v="1422" actId="478"/>
          <ac:spMkLst>
            <pc:docMk/>
            <pc:sldMk cId="456431462" sldId="272"/>
            <ac:spMk id="198" creationId="{AB3FB3C2-0322-38F3-7FFA-144571010168}"/>
          </ac:spMkLst>
        </pc:spChg>
        <pc:spChg chg="add del mod">
          <ac:chgData name="문 동진(KSTD)" userId="3d26c5c2-5d13-41b2-b4a9-bebd91ca5bef" providerId="ADAL" clId="{AC91C77A-115B-4066-B24C-58E72D5C40B6}" dt="2026-08-03T02:11:44.102" v="1422" actId="478"/>
          <ac:spMkLst>
            <pc:docMk/>
            <pc:sldMk cId="456431462" sldId="272"/>
            <ac:spMk id="200" creationId="{F3B253F1-5E29-9E99-F73E-9C396D863134}"/>
          </ac:spMkLst>
        </pc:spChg>
        <pc:spChg chg="add del mod">
          <ac:chgData name="문 동진(KSTD)" userId="3d26c5c2-5d13-41b2-b4a9-bebd91ca5bef" providerId="ADAL" clId="{AC91C77A-115B-4066-B24C-58E72D5C40B6}" dt="2026-08-03T02:11:44.102" v="1422" actId="478"/>
          <ac:spMkLst>
            <pc:docMk/>
            <pc:sldMk cId="456431462" sldId="272"/>
            <ac:spMk id="210" creationId="{DD89775B-802C-D833-61B0-EE4B8C147B3A}"/>
          </ac:spMkLst>
        </pc:spChg>
        <pc:spChg chg="add del mod">
          <ac:chgData name="문 동진(KSTD)" userId="3d26c5c2-5d13-41b2-b4a9-bebd91ca5bef" providerId="ADAL" clId="{AC91C77A-115B-4066-B24C-58E72D5C40B6}" dt="2026-08-03T02:11:44.102" v="1422" actId="478"/>
          <ac:spMkLst>
            <pc:docMk/>
            <pc:sldMk cId="456431462" sldId="272"/>
            <ac:spMk id="214" creationId="{DD2DCD34-6F41-94A1-795A-3C259EB902B4}"/>
          </ac:spMkLst>
        </pc:spChg>
        <pc:spChg chg="add del mod">
          <ac:chgData name="문 동진(KSTD)" userId="3d26c5c2-5d13-41b2-b4a9-bebd91ca5bef" providerId="ADAL" clId="{AC91C77A-115B-4066-B24C-58E72D5C40B6}" dt="2026-08-03T02:11:44.102" v="1422" actId="478"/>
          <ac:spMkLst>
            <pc:docMk/>
            <pc:sldMk cId="456431462" sldId="272"/>
            <ac:spMk id="216" creationId="{E434F526-84B1-6F8B-4B3D-CB577A1C5058}"/>
          </ac:spMkLst>
        </pc:spChg>
        <pc:spChg chg="add del mod">
          <ac:chgData name="문 동진(KSTD)" userId="3d26c5c2-5d13-41b2-b4a9-bebd91ca5bef" providerId="ADAL" clId="{AC91C77A-115B-4066-B24C-58E72D5C40B6}" dt="2026-08-03T02:11:44.102" v="1422" actId="478"/>
          <ac:spMkLst>
            <pc:docMk/>
            <pc:sldMk cId="456431462" sldId="272"/>
            <ac:spMk id="222" creationId="{02656AF5-69D1-6AF3-3ACE-8D62C446F9AA}"/>
          </ac:spMkLst>
        </pc:spChg>
        <pc:spChg chg="add del mod">
          <ac:chgData name="문 동진(KSTD)" userId="3d26c5c2-5d13-41b2-b4a9-bebd91ca5bef" providerId="ADAL" clId="{AC91C77A-115B-4066-B24C-58E72D5C40B6}" dt="2026-08-03T02:11:44.102" v="1422" actId="478"/>
          <ac:spMkLst>
            <pc:docMk/>
            <pc:sldMk cId="456431462" sldId="272"/>
            <ac:spMk id="224" creationId="{C734830A-450B-37CC-200F-79251C51FA78}"/>
          </ac:spMkLst>
        </pc:spChg>
        <pc:spChg chg="add del mod">
          <ac:chgData name="문 동진(KSTD)" userId="3d26c5c2-5d13-41b2-b4a9-bebd91ca5bef" providerId="ADAL" clId="{AC91C77A-115B-4066-B24C-58E72D5C40B6}" dt="2026-08-03T02:11:44.102" v="1422" actId="478"/>
          <ac:spMkLst>
            <pc:docMk/>
            <pc:sldMk cId="456431462" sldId="272"/>
            <ac:spMk id="230" creationId="{E3C2DBB1-D849-2BB4-1CEB-8F5181640F0E}"/>
          </ac:spMkLst>
        </pc:spChg>
        <pc:spChg chg="mod">
          <ac:chgData name="문 동진(KSTD)" userId="3d26c5c2-5d13-41b2-b4a9-bebd91ca5bef" providerId="ADAL" clId="{AC91C77A-115B-4066-B24C-58E72D5C40B6}" dt="2026-08-03T02:11:28.369" v="1421" actId="207"/>
          <ac:spMkLst>
            <pc:docMk/>
            <pc:sldMk cId="456431462" sldId="272"/>
            <ac:spMk id="234" creationId="{DE695F37-88C6-A707-936D-958427FFB9B9}"/>
          </ac:spMkLst>
        </pc:spChg>
        <pc:spChg chg="add del mod">
          <ac:chgData name="문 동진(KSTD)" userId="3d26c5c2-5d13-41b2-b4a9-bebd91ca5bef" providerId="ADAL" clId="{AC91C77A-115B-4066-B24C-58E72D5C40B6}" dt="2026-08-03T02:11:44.102" v="1422" actId="478"/>
          <ac:spMkLst>
            <pc:docMk/>
            <pc:sldMk cId="456431462" sldId="272"/>
            <ac:spMk id="238" creationId="{20871232-9AD7-DA82-BA1D-E6CB81E24A99}"/>
          </ac:spMkLst>
        </pc:spChg>
        <pc:spChg chg="mod">
          <ac:chgData name="문 동진(KSTD)" userId="3d26c5c2-5d13-41b2-b4a9-bebd91ca5bef" providerId="ADAL" clId="{AC91C77A-115B-4066-B24C-58E72D5C40B6}" dt="2026-08-03T05:25:49.986" v="2075" actId="164"/>
          <ac:spMkLst>
            <pc:docMk/>
            <pc:sldMk cId="456431462" sldId="272"/>
            <ac:spMk id="244" creationId="{53A28AC8-4C4B-4E09-2B66-8056F82C1396}"/>
          </ac:spMkLst>
        </pc:spChg>
        <pc:spChg chg="mod">
          <ac:chgData name="문 동진(KSTD)" userId="3d26c5c2-5d13-41b2-b4a9-bebd91ca5bef" providerId="ADAL" clId="{AC91C77A-115B-4066-B24C-58E72D5C40B6}" dt="2026-08-03T05:25:57.243" v="2079" actId="164"/>
          <ac:spMkLst>
            <pc:docMk/>
            <pc:sldMk cId="456431462" sldId="272"/>
            <ac:spMk id="246" creationId="{3F7C801D-D3E2-3D12-7992-481C317801A9}"/>
          </ac:spMkLst>
        </pc:spChg>
        <pc:spChg chg="mod">
          <ac:chgData name="문 동진(KSTD)" userId="3d26c5c2-5d13-41b2-b4a9-bebd91ca5bef" providerId="ADAL" clId="{AC91C77A-115B-4066-B24C-58E72D5C40B6}" dt="2026-08-03T05:26:01.566" v="2082" actId="164"/>
          <ac:spMkLst>
            <pc:docMk/>
            <pc:sldMk cId="456431462" sldId="272"/>
            <ac:spMk id="248" creationId="{AC2A4C74-ECE9-BBD1-4356-153F73621F77}"/>
          </ac:spMkLst>
        </pc:spChg>
        <pc:spChg chg="mod">
          <ac:chgData name="문 동진(KSTD)" userId="3d26c5c2-5d13-41b2-b4a9-bebd91ca5bef" providerId="ADAL" clId="{AC91C77A-115B-4066-B24C-58E72D5C40B6}" dt="2026-08-03T05:25:49.986" v="2075" actId="164"/>
          <ac:spMkLst>
            <pc:docMk/>
            <pc:sldMk cId="456431462" sldId="272"/>
            <ac:spMk id="250" creationId="{FDA60F58-BF78-1A4F-CEBB-F7C6FF60ADFF}"/>
          </ac:spMkLst>
        </pc:spChg>
        <pc:spChg chg="add mod">
          <ac:chgData name="문 동진(KSTD)" userId="3d26c5c2-5d13-41b2-b4a9-bebd91ca5bef" providerId="ADAL" clId="{AC91C77A-115B-4066-B24C-58E72D5C40B6}" dt="2026-08-03T05:25:49.986" v="2075" actId="164"/>
          <ac:spMkLst>
            <pc:docMk/>
            <pc:sldMk cId="456431462" sldId="272"/>
            <ac:spMk id="252" creationId="{F5D68663-29B3-14C8-35F6-841B2D092674}"/>
          </ac:spMkLst>
        </pc:spChg>
        <pc:spChg chg="mod">
          <ac:chgData name="문 동진(KSTD)" userId="3d26c5c2-5d13-41b2-b4a9-bebd91ca5bef" providerId="ADAL" clId="{AC91C77A-115B-4066-B24C-58E72D5C40B6}" dt="2026-08-03T05:25:54.326" v="2078" actId="164"/>
          <ac:spMkLst>
            <pc:docMk/>
            <pc:sldMk cId="456431462" sldId="272"/>
            <ac:spMk id="254" creationId="{9B058240-FAE6-7663-59DB-F7B0019229BF}"/>
          </ac:spMkLst>
        </pc:spChg>
        <pc:spChg chg="mod">
          <ac:chgData name="문 동진(KSTD)" userId="3d26c5c2-5d13-41b2-b4a9-bebd91ca5bef" providerId="ADAL" clId="{AC91C77A-115B-4066-B24C-58E72D5C40B6}" dt="2026-08-03T05:25:57.243" v="2079" actId="164"/>
          <ac:spMkLst>
            <pc:docMk/>
            <pc:sldMk cId="456431462" sldId="272"/>
            <ac:spMk id="256" creationId="{DA5B209C-58A2-4BE2-2DA6-DF487B64F0C1}"/>
          </ac:spMkLst>
        </pc:spChg>
        <pc:spChg chg="mod">
          <ac:chgData name="문 동진(KSTD)" userId="3d26c5c2-5d13-41b2-b4a9-bebd91ca5bef" providerId="ADAL" clId="{AC91C77A-115B-4066-B24C-58E72D5C40B6}" dt="2026-08-03T05:25:57.243" v="2079" actId="164"/>
          <ac:spMkLst>
            <pc:docMk/>
            <pc:sldMk cId="456431462" sldId="272"/>
            <ac:spMk id="258" creationId="{619C4249-7572-4271-147C-CC5B4F8FF05A}"/>
          </ac:spMkLst>
        </pc:spChg>
        <pc:spChg chg="add mod">
          <ac:chgData name="문 동진(KSTD)" userId="3d26c5c2-5d13-41b2-b4a9-bebd91ca5bef" providerId="ADAL" clId="{AC91C77A-115B-4066-B24C-58E72D5C40B6}" dt="2026-08-03T05:26:01.566" v="2082" actId="164"/>
          <ac:spMkLst>
            <pc:docMk/>
            <pc:sldMk cId="456431462" sldId="272"/>
            <ac:spMk id="260" creationId="{561852A7-1088-4ECF-E2CB-7AA8CDBB80C0}"/>
          </ac:spMkLst>
        </pc:spChg>
        <pc:spChg chg="mod">
          <ac:chgData name="문 동진(KSTD)" userId="3d26c5c2-5d13-41b2-b4a9-bebd91ca5bef" providerId="ADAL" clId="{AC91C77A-115B-4066-B24C-58E72D5C40B6}" dt="2026-08-03T05:25:49.986" v="2075" actId="164"/>
          <ac:spMkLst>
            <pc:docMk/>
            <pc:sldMk cId="456431462" sldId="272"/>
            <ac:spMk id="262" creationId="{D8FA8C24-CD84-E259-597C-CD6924747754}"/>
          </ac:spMkLst>
        </pc:spChg>
        <pc:spChg chg="mod">
          <ac:chgData name="문 동진(KSTD)" userId="3d26c5c2-5d13-41b2-b4a9-bebd91ca5bef" providerId="ADAL" clId="{AC91C77A-115B-4066-B24C-58E72D5C40B6}" dt="2026-08-03T05:25:49.986" v="2075" actId="164"/>
          <ac:spMkLst>
            <pc:docMk/>
            <pc:sldMk cId="456431462" sldId="272"/>
            <ac:spMk id="264" creationId="{8EC2384F-3725-1A5B-8232-50FAAD6D07F5}"/>
          </ac:spMkLst>
        </pc:spChg>
        <pc:spChg chg="add mod">
          <ac:chgData name="문 동진(KSTD)" userId="3d26c5c2-5d13-41b2-b4a9-bebd91ca5bef" providerId="ADAL" clId="{AC91C77A-115B-4066-B24C-58E72D5C40B6}" dt="2026-08-03T05:25:54.326" v="2078" actId="164"/>
          <ac:spMkLst>
            <pc:docMk/>
            <pc:sldMk cId="456431462" sldId="272"/>
            <ac:spMk id="266" creationId="{D48332A8-64D0-AE56-E466-0298AAC4D4D5}"/>
          </ac:spMkLst>
        </pc:spChg>
        <pc:spChg chg="mod">
          <ac:chgData name="문 동진(KSTD)" userId="3d26c5c2-5d13-41b2-b4a9-bebd91ca5bef" providerId="ADAL" clId="{AC91C77A-115B-4066-B24C-58E72D5C40B6}" dt="2026-08-03T05:25:57.243" v="2079" actId="164"/>
          <ac:spMkLst>
            <pc:docMk/>
            <pc:sldMk cId="456431462" sldId="272"/>
            <ac:spMk id="268" creationId="{6214629E-2BF1-0918-EC2F-739C1363677F}"/>
          </ac:spMkLst>
        </pc:spChg>
        <pc:spChg chg="mod">
          <ac:chgData name="문 동진(KSTD)" userId="3d26c5c2-5d13-41b2-b4a9-bebd91ca5bef" providerId="ADAL" clId="{AC91C77A-115B-4066-B24C-58E72D5C40B6}" dt="2026-08-03T05:25:57.243" v="2079" actId="164"/>
          <ac:spMkLst>
            <pc:docMk/>
            <pc:sldMk cId="456431462" sldId="272"/>
            <ac:spMk id="270" creationId="{43FC1CD5-C0B0-A8B0-AFBF-F703D768089C}"/>
          </ac:spMkLst>
        </pc:spChg>
        <pc:spChg chg="mod">
          <ac:chgData name="문 동진(KSTD)" userId="3d26c5c2-5d13-41b2-b4a9-bebd91ca5bef" providerId="ADAL" clId="{AC91C77A-115B-4066-B24C-58E72D5C40B6}" dt="2026-08-03T05:26:01.566" v="2082" actId="164"/>
          <ac:spMkLst>
            <pc:docMk/>
            <pc:sldMk cId="456431462" sldId="272"/>
            <ac:spMk id="272" creationId="{F7EEC4A6-5537-DB03-9D4E-BD1B836F2CF1}"/>
          </ac:spMkLst>
        </pc:spChg>
        <pc:spChg chg="mod">
          <ac:chgData name="문 동진(KSTD)" userId="3d26c5c2-5d13-41b2-b4a9-bebd91ca5bef" providerId="ADAL" clId="{AC91C77A-115B-4066-B24C-58E72D5C40B6}" dt="2026-08-03T05:25:49.986" v="2075" actId="164"/>
          <ac:spMkLst>
            <pc:docMk/>
            <pc:sldMk cId="456431462" sldId="272"/>
            <ac:spMk id="274" creationId="{4CFA603B-F8B1-7FB2-A34E-DC8B2611E59A}"/>
          </ac:spMkLst>
        </pc:spChg>
        <pc:spChg chg="mod">
          <ac:chgData name="문 동진(KSTD)" userId="3d26c5c2-5d13-41b2-b4a9-bebd91ca5bef" providerId="ADAL" clId="{AC91C77A-115B-4066-B24C-58E72D5C40B6}" dt="2026-08-03T05:25:49.986" v="2075" actId="164"/>
          <ac:spMkLst>
            <pc:docMk/>
            <pc:sldMk cId="456431462" sldId="272"/>
            <ac:spMk id="276" creationId="{4D78E4F6-2B3E-7E09-09CE-C924EB64E0F4}"/>
          </ac:spMkLst>
        </pc:spChg>
        <pc:spChg chg="add mod">
          <ac:chgData name="문 동진(KSTD)" userId="3d26c5c2-5d13-41b2-b4a9-bebd91ca5bef" providerId="ADAL" clId="{AC91C77A-115B-4066-B24C-58E72D5C40B6}" dt="2026-08-03T05:25:54.326" v="2078" actId="164"/>
          <ac:spMkLst>
            <pc:docMk/>
            <pc:sldMk cId="456431462" sldId="272"/>
            <ac:spMk id="278" creationId="{BEBE0D11-2A35-EAFE-D52D-046CA812DF6E}"/>
          </ac:spMkLst>
        </pc:spChg>
        <pc:spChg chg="add mod">
          <ac:chgData name="문 동진(KSTD)" userId="3d26c5c2-5d13-41b2-b4a9-bebd91ca5bef" providerId="ADAL" clId="{AC91C77A-115B-4066-B24C-58E72D5C40B6}" dt="2026-08-03T05:25:57.243" v="2079" actId="164"/>
          <ac:spMkLst>
            <pc:docMk/>
            <pc:sldMk cId="456431462" sldId="272"/>
            <ac:spMk id="280" creationId="{38B17151-49D0-65B4-8377-5567726A4802}"/>
          </ac:spMkLst>
        </pc:spChg>
        <pc:spChg chg="add mod">
          <ac:chgData name="문 동진(KSTD)" userId="3d26c5c2-5d13-41b2-b4a9-bebd91ca5bef" providerId="ADAL" clId="{AC91C77A-115B-4066-B24C-58E72D5C40B6}" dt="2026-08-03T05:25:57.243" v="2079" actId="164"/>
          <ac:spMkLst>
            <pc:docMk/>
            <pc:sldMk cId="456431462" sldId="272"/>
            <ac:spMk id="282" creationId="{826A66B3-A7C0-50DF-7006-F63797928CC3}"/>
          </ac:spMkLst>
        </pc:spChg>
        <pc:spChg chg="add mod">
          <ac:chgData name="문 동진(KSTD)" userId="3d26c5c2-5d13-41b2-b4a9-bebd91ca5bef" providerId="ADAL" clId="{AC91C77A-115B-4066-B24C-58E72D5C40B6}" dt="2026-08-03T05:26:01.566" v="2082" actId="164"/>
          <ac:spMkLst>
            <pc:docMk/>
            <pc:sldMk cId="456431462" sldId="272"/>
            <ac:spMk id="284" creationId="{6694AABE-A381-6ECE-C040-5D8B4663CD07}"/>
          </ac:spMkLst>
        </pc:spChg>
        <pc:spChg chg="add mod">
          <ac:chgData name="문 동진(KSTD)" userId="3d26c5c2-5d13-41b2-b4a9-bebd91ca5bef" providerId="ADAL" clId="{AC91C77A-115B-4066-B24C-58E72D5C40B6}" dt="2026-08-03T05:25:49.986" v="2075" actId="164"/>
          <ac:spMkLst>
            <pc:docMk/>
            <pc:sldMk cId="456431462" sldId="272"/>
            <ac:spMk id="286" creationId="{E4789331-134A-D38B-6ADB-7345A91B9C8B}"/>
          </ac:spMkLst>
        </pc:spChg>
        <pc:spChg chg="mod">
          <ac:chgData name="문 동진(KSTD)" userId="3d26c5c2-5d13-41b2-b4a9-bebd91ca5bef" providerId="ADAL" clId="{AC91C77A-115B-4066-B24C-58E72D5C40B6}" dt="2026-08-03T05:25:49.986" v="2075" actId="164"/>
          <ac:spMkLst>
            <pc:docMk/>
            <pc:sldMk cId="456431462" sldId="272"/>
            <ac:spMk id="288" creationId="{ED867E79-123E-1090-86CE-F2696807B0DA}"/>
          </ac:spMkLst>
        </pc:spChg>
        <pc:spChg chg="mod">
          <ac:chgData name="문 동진(KSTD)" userId="3d26c5c2-5d13-41b2-b4a9-bebd91ca5bef" providerId="ADAL" clId="{AC91C77A-115B-4066-B24C-58E72D5C40B6}" dt="2026-08-03T05:25:54.326" v="2078" actId="164"/>
          <ac:spMkLst>
            <pc:docMk/>
            <pc:sldMk cId="456431462" sldId="272"/>
            <ac:spMk id="290" creationId="{81521940-4EC7-6BB4-2C54-BF7336593AD8}"/>
          </ac:spMkLst>
        </pc:spChg>
        <pc:spChg chg="add mod">
          <ac:chgData name="문 동진(KSTD)" userId="3d26c5c2-5d13-41b2-b4a9-bebd91ca5bef" providerId="ADAL" clId="{AC91C77A-115B-4066-B24C-58E72D5C40B6}" dt="2026-08-03T05:25:57.243" v="2079" actId="164"/>
          <ac:spMkLst>
            <pc:docMk/>
            <pc:sldMk cId="456431462" sldId="272"/>
            <ac:spMk id="292" creationId="{FCDB65BF-93B7-6D90-BC18-524CB4B69084}"/>
          </ac:spMkLst>
        </pc:spChg>
        <pc:spChg chg="add mod">
          <ac:chgData name="문 동진(KSTD)" userId="3d26c5c2-5d13-41b2-b4a9-bebd91ca5bef" providerId="ADAL" clId="{AC91C77A-115B-4066-B24C-58E72D5C40B6}" dt="2026-08-03T05:25:57.243" v="2079" actId="164"/>
          <ac:spMkLst>
            <pc:docMk/>
            <pc:sldMk cId="456431462" sldId="272"/>
            <ac:spMk id="294" creationId="{C393C480-1E0A-4257-3511-DBC1074BA829}"/>
          </ac:spMkLst>
        </pc:spChg>
        <pc:spChg chg="add mod">
          <ac:chgData name="문 동진(KSTD)" userId="3d26c5c2-5d13-41b2-b4a9-bebd91ca5bef" providerId="ADAL" clId="{AC91C77A-115B-4066-B24C-58E72D5C40B6}" dt="2026-08-03T02:14:49.158" v="1451" actId="1076"/>
          <ac:spMkLst>
            <pc:docMk/>
            <pc:sldMk cId="456431462" sldId="272"/>
            <ac:spMk id="296" creationId="{16415AC6-BC68-6796-B0F0-D6C76C08727C}"/>
          </ac:spMkLst>
        </pc:spChg>
        <pc:grpChg chg="add mod">
          <ac:chgData name="문 동진(KSTD)" userId="3d26c5c2-5d13-41b2-b4a9-bebd91ca5bef" providerId="ADAL" clId="{AC91C77A-115B-4066-B24C-58E72D5C40B6}" dt="2026-08-03T05:25:51.772" v="2077" actId="1076"/>
          <ac:grpSpMkLst>
            <pc:docMk/>
            <pc:sldMk cId="456431462" sldId="272"/>
            <ac:grpSpMk id="2" creationId="{0A7928BC-F292-FAFF-8FC4-3679D3F0BA68}"/>
          </ac:grpSpMkLst>
        </pc:grpChg>
        <pc:grpChg chg="add mod">
          <ac:chgData name="문 동진(KSTD)" userId="3d26c5c2-5d13-41b2-b4a9-bebd91ca5bef" providerId="ADAL" clId="{AC91C77A-115B-4066-B24C-58E72D5C40B6}" dt="2026-08-03T05:25:54.326" v="2078" actId="164"/>
          <ac:grpSpMkLst>
            <pc:docMk/>
            <pc:sldMk cId="456431462" sldId="272"/>
            <ac:grpSpMk id="4" creationId="{32960FBA-411E-E6F5-8F61-F3E44954FF54}"/>
          </ac:grpSpMkLst>
        </pc:grpChg>
        <pc:grpChg chg="add mod">
          <ac:chgData name="문 동진(KSTD)" userId="3d26c5c2-5d13-41b2-b4a9-bebd91ca5bef" providerId="ADAL" clId="{AC91C77A-115B-4066-B24C-58E72D5C40B6}" dt="2026-08-03T05:25:59.547" v="2081" actId="1076"/>
          <ac:grpSpMkLst>
            <pc:docMk/>
            <pc:sldMk cId="456431462" sldId="272"/>
            <ac:grpSpMk id="5" creationId="{20D6C111-B716-DDC2-2BCB-4952F4D099B4}"/>
          </ac:grpSpMkLst>
        </pc:grpChg>
        <pc:grpChg chg="add mod">
          <ac:chgData name="문 동진(KSTD)" userId="3d26c5c2-5d13-41b2-b4a9-bebd91ca5bef" providerId="ADAL" clId="{AC91C77A-115B-4066-B24C-58E72D5C40B6}" dt="2026-08-03T05:26:01.566" v="2082" actId="164"/>
          <ac:grpSpMkLst>
            <pc:docMk/>
            <pc:sldMk cId="456431462" sldId="272"/>
            <ac:grpSpMk id="6" creationId="{20E78B81-C402-F2D2-0237-7A6A4A8C8D12}"/>
          </ac:grpSpMkLst>
        </pc:grpChg>
        <pc:graphicFrameChg chg="del">
          <ac:chgData name="문 동진(KSTD)" userId="3d26c5c2-5d13-41b2-b4a9-bebd91ca5bef" providerId="ADAL" clId="{AC91C77A-115B-4066-B24C-58E72D5C40B6}" dt="2026-08-03T02:08:31.541" v="1405" actId="478"/>
          <ac:graphicFrameMkLst>
            <pc:docMk/>
            <pc:sldMk cId="456431462" sldId="272"/>
            <ac:graphicFrameMk id="4" creationId="{376463E2-7FF6-B9CD-06DC-2A3BD25E1068}"/>
          </ac:graphicFrameMkLst>
        </pc:graphicFrameChg>
        <pc:picChg chg="add del">
          <ac:chgData name="문 동진(KSTD)" userId="3d26c5c2-5d13-41b2-b4a9-bebd91ca5bef" providerId="ADAL" clId="{AC91C77A-115B-4066-B24C-58E72D5C40B6}" dt="2026-08-03T02:10:12.965" v="1418" actId="22"/>
          <ac:picMkLst>
            <pc:docMk/>
            <pc:sldMk cId="456431462" sldId="272"/>
            <ac:picMk id="190" creationId="{5B32F199-8A2E-2C8C-936C-FF26B9C6CEBD}"/>
          </ac:picMkLst>
        </pc:picChg>
      </pc:sldChg>
      <pc:sldChg chg="addSp delSp modSp add mod setBg">
        <pc:chgData name="문 동진(KSTD)" userId="3d26c5c2-5d13-41b2-b4a9-bebd91ca5bef" providerId="ADAL" clId="{AC91C77A-115B-4066-B24C-58E72D5C40B6}" dt="2026-08-03T05:24:33.840" v="2062" actId="113"/>
        <pc:sldMkLst>
          <pc:docMk/>
          <pc:sldMk cId="3171303729" sldId="273"/>
        </pc:sldMkLst>
        <pc:spChg chg="mod">
          <ac:chgData name="문 동진(KSTD)" userId="3d26c5c2-5d13-41b2-b4a9-bebd91ca5bef" providerId="ADAL" clId="{AC91C77A-115B-4066-B24C-58E72D5C40B6}" dt="2026-08-03T04:07:24.386" v="1794" actId="2711"/>
          <ac:spMkLst>
            <pc:docMk/>
            <pc:sldMk cId="3171303729" sldId="273"/>
            <ac:spMk id="8" creationId="{6FD267EC-E3D5-2F2C-218E-A1820CC03A64}"/>
          </ac:spMkLst>
        </pc:spChg>
        <pc:spChg chg="add mod">
          <ac:chgData name="문 동진(KSTD)" userId="3d26c5c2-5d13-41b2-b4a9-bebd91ca5bef" providerId="ADAL" clId="{AC91C77A-115B-4066-B24C-58E72D5C40B6}" dt="2026-08-03T04:17:22.592" v="2033" actId="1076"/>
          <ac:spMkLst>
            <pc:docMk/>
            <pc:sldMk cId="3171303729" sldId="273"/>
            <ac:spMk id="16" creationId="{EF4F7BA1-D188-4CB1-F772-6735000DCC2C}"/>
          </ac:spMkLst>
        </pc:spChg>
        <pc:spChg chg="add mod">
          <ac:chgData name="문 동진(KSTD)" userId="3d26c5c2-5d13-41b2-b4a9-bebd91ca5bef" providerId="ADAL" clId="{AC91C77A-115B-4066-B24C-58E72D5C40B6}" dt="2026-08-03T05:24:28.398" v="2061" actId="113"/>
          <ac:spMkLst>
            <pc:docMk/>
            <pc:sldMk cId="3171303729" sldId="273"/>
            <ac:spMk id="17" creationId="{3F1A44BD-551D-5DA1-BBC4-5CC52BB52CB2}"/>
          </ac:spMkLst>
        </pc:spChg>
        <pc:spChg chg="add mod">
          <ac:chgData name="문 동진(KSTD)" userId="3d26c5c2-5d13-41b2-b4a9-bebd91ca5bef" providerId="ADAL" clId="{AC91C77A-115B-4066-B24C-58E72D5C40B6}" dt="2026-08-03T04:17:22.592" v="2033" actId="1076"/>
          <ac:spMkLst>
            <pc:docMk/>
            <pc:sldMk cId="3171303729" sldId="273"/>
            <ac:spMk id="22" creationId="{91AABF88-5382-DA27-8A53-901B6A1B8B45}"/>
          </ac:spMkLst>
        </pc:spChg>
        <pc:spChg chg="add mod">
          <ac:chgData name="문 동진(KSTD)" userId="3d26c5c2-5d13-41b2-b4a9-bebd91ca5bef" providerId="ADAL" clId="{AC91C77A-115B-4066-B24C-58E72D5C40B6}" dt="2026-08-03T04:17:22.592" v="2033" actId="1076"/>
          <ac:spMkLst>
            <pc:docMk/>
            <pc:sldMk cId="3171303729" sldId="273"/>
            <ac:spMk id="23" creationId="{64414161-4E2E-C696-70A1-DF77CD60A229}"/>
          </ac:spMkLst>
        </pc:spChg>
        <pc:spChg chg="add mod">
          <ac:chgData name="문 동진(KSTD)" userId="3d26c5c2-5d13-41b2-b4a9-bebd91ca5bef" providerId="ADAL" clId="{AC91C77A-115B-4066-B24C-58E72D5C40B6}" dt="2026-08-03T04:17:22.592" v="2033" actId="1076"/>
          <ac:spMkLst>
            <pc:docMk/>
            <pc:sldMk cId="3171303729" sldId="273"/>
            <ac:spMk id="24" creationId="{6DC9027E-3EE4-4D6D-35EB-08E0BC42AFCA}"/>
          </ac:spMkLst>
        </pc:spChg>
        <pc:spChg chg="mod">
          <ac:chgData name="문 동진(KSTD)" userId="3d26c5c2-5d13-41b2-b4a9-bebd91ca5bef" providerId="ADAL" clId="{AC91C77A-115B-4066-B24C-58E72D5C40B6}" dt="2026-08-03T04:17:22.592" v="2033" actId="1076"/>
          <ac:spMkLst>
            <pc:docMk/>
            <pc:sldMk cId="3171303729" sldId="273"/>
            <ac:spMk id="84" creationId="{DD74F9ED-C78A-A9AF-13D7-3A83EBEC155E}"/>
          </ac:spMkLst>
        </pc:spChg>
        <pc:spChg chg="del">
          <ac:chgData name="문 동진(KSTD)" userId="3d26c5c2-5d13-41b2-b4a9-bebd91ca5bef" providerId="ADAL" clId="{AC91C77A-115B-4066-B24C-58E72D5C40B6}" dt="2026-08-03T04:02:47.116" v="1721" actId="478"/>
          <ac:spMkLst>
            <pc:docMk/>
            <pc:sldMk cId="3171303729" sldId="273"/>
            <ac:spMk id="88" creationId="{03D1EB74-40C6-0218-6F82-6FA4BB84FF01}"/>
          </ac:spMkLst>
        </pc:spChg>
        <pc:spChg chg="del">
          <ac:chgData name="문 동진(KSTD)" userId="3d26c5c2-5d13-41b2-b4a9-bebd91ca5bef" providerId="ADAL" clId="{AC91C77A-115B-4066-B24C-58E72D5C40B6}" dt="2026-08-03T04:02:47.116" v="1721" actId="478"/>
          <ac:spMkLst>
            <pc:docMk/>
            <pc:sldMk cId="3171303729" sldId="273"/>
            <ac:spMk id="90" creationId="{9BD1656C-DDC7-EE74-6E77-0175B7FD4075}"/>
          </ac:spMkLst>
        </pc:spChg>
        <pc:spChg chg="del">
          <ac:chgData name="문 동진(KSTD)" userId="3d26c5c2-5d13-41b2-b4a9-bebd91ca5bef" providerId="ADAL" clId="{AC91C77A-115B-4066-B24C-58E72D5C40B6}" dt="2026-08-03T04:02:47.116" v="1721" actId="478"/>
          <ac:spMkLst>
            <pc:docMk/>
            <pc:sldMk cId="3171303729" sldId="273"/>
            <ac:spMk id="92" creationId="{1C39356B-DBD0-F7FD-ABED-1B1C5127B1A2}"/>
          </ac:spMkLst>
        </pc:spChg>
        <pc:spChg chg="del">
          <ac:chgData name="문 동진(KSTD)" userId="3d26c5c2-5d13-41b2-b4a9-bebd91ca5bef" providerId="ADAL" clId="{AC91C77A-115B-4066-B24C-58E72D5C40B6}" dt="2026-08-03T04:02:47.116" v="1721" actId="478"/>
          <ac:spMkLst>
            <pc:docMk/>
            <pc:sldMk cId="3171303729" sldId="273"/>
            <ac:spMk id="94" creationId="{8DB240B5-6723-E2C5-A469-3BD6F53B9F23}"/>
          </ac:spMkLst>
        </pc:spChg>
        <pc:spChg chg="del">
          <ac:chgData name="문 동진(KSTD)" userId="3d26c5c2-5d13-41b2-b4a9-bebd91ca5bef" providerId="ADAL" clId="{AC91C77A-115B-4066-B24C-58E72D5C40B6}" dt="2026-08-03T04:02:47.116" v="1721" actId="478"/>
          <ac:spMkLst>
            <pc:docMk/>
            <pc:sldMk cId="3171303729" sldId="273"/>
            <ac:spMk id="98" creationId="{424D0271-6660-4AF7-31E3-4220B2EDEA4A}"/>
          </ac:spMkLst>
        </pc:spChg>
        <pc:spChg chg="del">
          <ac:chgData name="문 동진(KSTD)" userId="3d26c5c2-5d13-41b2-b4a9-bebd91ca5bef" providerId="ADAL" clId="{AC91C77A-115B-4066-B24C-58E72D5C40B6}" dt="2026-08-03T04:02:47.116" v="1721" actId="478"/>
          <ac:spMkLst>
            <pc:docMk/>
            <pc:sldMk cId="3171303729" sldId="273"/>
            <ac:spMk id="104" creationId="{0C2A953A-402F-9871-DAB2-9F90AFCCAF6B}"/>
          </ac:spMkLst>
        </pc:spChg>
        <pc:spChg chg="del">
          <ac:chgData name="문 동진(KSTD)" userId="3d26c5c2-5d13-41b2-b4a9-bebd91ca5bef" providerId="ADAL" clId="{AC91C77A-115B-4066-B24C-58E72D5C40B6}" dt="2026-08-03T04:02:47.116" v="1721" actId="478"/>
          <ac:spMkLst>
            <pc:docMk/>
            <pc:sldMk cId="3171303729" sldId="273"/>
            <ac:spMk id="106" creationId="{DC7C22DB-E56F-7D8D-2940-2D30A2B94619}"/>
          </ac:spMkLst>
        </pc:spChg>
        <pc:spChg chg="del">
          <ac:chgData name="문 동진(KSTD)" userId="3d26c5c2-5d13-41b2-b4a9-bebd91ca5bef" providerId="ADAL" clId="{AC91C77A-115B-4066-B24C-58E72D5C40B6}" dt="2026-08-03T04:02:47.116" v="1721" actId="478"/>
          <ac:spMkLst>
            <pc:docMk/>
            <pc:sldMk cId="3171303729" sldId="273"/>
            <ac:spMk id="108" creationId="{6C5997C6-FE82-EC9B-C76A-8F284E6E821C}"/>
          </ac:spMkLst>
        </pc:spChg>
        <pc:spChg chg="del">
          <ac:chgData name="문 동진(KSTD)" userId="3d26c5c2-5d13-41b2-b4a9-bebd91ca5bef" providerId="ADAL" clId="{AC91C77A-115B-4066-B24C-58E72D5C40B6}" dt="2026-08-03T04:02:47.116" v="1721" actId="478"/>
          <ac:spMkLst>
            <pc:docMk/>
            <pc:sldMk cId="3171303729" sldId="273"/>
            <ac:spMk id="110" creationId="{F64AB868-DFB0-0706-889D-1B2389FB4F1E}"/>
          </ac:spMkLst>
        </pc:spChg>
        <pc:spChg chg="del">
          <ac:chgData name="문 동진(KSTD)" userId="3d26c5c2-5d13-41b2-b4a9-bebd91ca5bef" providerId="ADAL" clId="{AC91C77A-115B-4066-B24C-58E72D5C40B6}" dt="2026-08-03T04:02:47.116" v="1721" actId="478"/>
          <ac:spMkLst>
            <pc:docMk/>
            <pc:sldMk cId="3171303729" sldId="273"/>
            <ac:spMk id="112" creationId="{6F9728C9-692B-08FF-1063-46618384D759}"/>
          </ac:spMkLst>
        </pc:spChg>
        <pc:graphicFrameChg chg="add del mod">
          <ac:chgData name="문 동진(KSTD)" userId="3d26c5c2-5d13-41b2-b4a9-bebd91ca5bef" providerId="ADAL" clId="{AC91C77A-115B-4066-B24C-58E72D5C40B6}" dt="2026-08-03T04:02:44.166" v="1720" actId="22"/>
          <ac:graphicFrameMkLst>
            <pc:docMk/>
            <pc:sldMk cId="3171303729" sldId="273"/>
            <ac:graphicFrameMk id="4" creationId="{B6DBF070-B99C-6BBE-218F-9BE3E395CEEA}"/>
          </ac:graphicFrameMkLst>
        </pc:graphicFrameChg>
        <pc:graphicFrameChg chg="add del mod">
          <ac:chgData name="문 동진(KSTD)" userId="3d26c5c2-5d13-41b2-b4a9-bebd91ca5bef" providerId="ADAL" clId="{AC91C77A-115B-4066-B24C-58E72D5C40B6}" dt="2026-08-03T05:24:33.840" v="2062" actId="113"/>
          <ac:graphicFrameMkLst>
            <pc:docMk/>
            <pc:sldMk cId="3171303729" sldId="273"/>
            <ac:graphicFrameMk id="7" creationId="{F51B3596-34B0-2394-5BBB-CE2392922430}"/>
          </ac:graphicFrameMkLst>
        </pc:graphicFrameChg>
        <pc:graphicFrameChg chg="add del">
          <ac:chgData name="문 동진(KSTD)" userId="3d26c5c2-5d13-41b2-b4a9-bebd91ca5bef" providerId="ADAL" clId="{AC91C77A-115B-4066-B24C-58E72D5C40B6}" dt="2026-08-03T04:11:14.386" v="1893" actId="22"/>
          <ac:graphicFrameMkLst>
            <pc:docMk/>
            <pc:sldMk cId="3171303729" sldId="273"/>
            <ac:graphicFrameMk id="19" creationId="{280B29C4-B08A-FC2B-EE7A-C67FCD6A9C71}"/>
          </ac:graphicFrameMkLst>
        </pc:graphicFrameChg>
        <pc:graphicFrameChg chg="add del mod">
          <ac:chgData name="문 동진(KSTD)" userId="3d26c5c2-5d13-41b2-b4a9-bebd91ca5bef" providerId="ADAL" clId="{AC91C77A-115B-4066-B24C-58E72D5C40B6}" dt="2026-08-03T04:11:30.060" v="1900" actId="478"/>
          <ac:graphicFrameMkLst>
            <pc:docMk/>
            <pc:sldMk cId="3171303729" sldId="273"/>
            <ac:graphicFrameMk id="21" creationId="{EB1E467C-FFC3-0BCE-00C0-EDA5260B530E}"/>
          </ac:graphicFrameMkLst>
        </pc:graphicFrameChg>
        <pc:picChg chg="add del mod">
          <ac:chgData name="문 동진(KSTD)" userId="3d26c5c2-5d13-41b2-b4a9-bebd91ca5bef" providerId="ADAL" clId="{AC91C77A-115B-4066-B24C-58E72D5C40B6}" dt="2026-08-03T04:13:34.012" v="1939" actId="478"/>
          <ac:picMkLst>
            <pc:docMk/>
            <pc:sldMk cId="3171303729" sldId="273"/>
            <ac:picMk id="14" creationId="{C2C80D9F-A706-7E67-BCE6-818195C40FD0}"/>
          </ac:picMkLst>
        </pc:picChg>
        <pc:picChg chg="add del mod">
          <ac:chgData name="문 동진(KSTD)" userId="3d26c5c2-5d13-41b2-b4a9-bebd91ca5bef" providerId="ADAL" clId="{AC91C77A-115B-4066-B24C-58E72D5C40B6}" dt="2026-08-03T04:16:54.167" v="2028" actId="478"/>
          <ac:picMkLst>
            <pc:docMk/>
            <pc:sldMk cId="3171303729" sldId="273"/>
            <ac:picMk id="26" creationId="{E5328547-0C62-4719-4E0F-970660603A63}"/>
          </ac:picMkLst>
        </pc:pic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1.7737855593353669E-2"/>
          <c:y val="4.084967320261438E-2"/>
          <c:w val="0.45345429005534604"/>
          <c:h val="0.9183006535947712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구분</c:v>
                </c:pt>
              </c:strCache>
            </c:strRef>
          </c:tx>
          <c:spPr>
            <a:solidFill>
              <a:srgbClr val="1E3A8A"/>
            </a:solidFill>
          </c:spPr>
          <c:dPt>
            <c:idx val="0"/>
            <c:bubble3D val="0"/>
            <c:spPr>
              <a:solidFill>
                <a:srgbClr val="2563EB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B870-4E9F-A00F-E925A9C78EC1}"/>
              </c:ext>
            </c:extLst>
          </c:dPt>
          <c:dPt>
            <c:idx val="1"/>
            <c:bubble3D val="0"/>
            <c:spPr>
              <a:solidFill>
                <a:schemeClr val="accent6">
                  <a:lumMod val="75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B870-4E9F-A00F-E925A9C78EC1}"/>
              </c:ext>
            </c:extLst>
          </c:dPt>
          <c:dPt>
            <c:idx val="2"/>
            <c:bubble3D val="0"/>
            <c:spPr>
              <a:solidFill>
                <a:schemeClr val="bg1">
                  <a:lumMod val="85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4-3292-44D2-8C99-EEF740DB42B4}"/>
              </c:ext>
            </c:extLst>
          </c:dPt>
          <c:cat>
            <c:strRef>
              <c:f>Sheet1!$A$2:$A$4</c:f>
              <c:strCache>
                <c:ptCount val="3"/>
                <c:pt idx="0">
                  <c:v>회계 관련 오류</c:v>
                </c:pt>
                <c:pt idx="1">
                  <c:v>세무 관련 오류</c:v>
                </c:pt>
                <c:pt idx="2">
                  <c:v>기타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23</c:v>
                </c:pt>
                <c:pt idx="1">
                  <c:v>19</c:v>
                </c:pt>
                <c:pt idx="2">
                  <c:v>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870-4E9F-A00F-E925A9C78EC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legend>
      <c:legendPos val="r"/>
      <c:legendEntry>
        <c:idx val="0"/>
        <c:txPr>
          <a:bodyPr rot="0" spcFirstLastPara="1" vertOverflow="ellipsis" vert="horz" wrap="square" anchor="ctr" anchorCtr="1"/>
          <a:lstStyle/>
          <a:p>
            <a:pPr>
              <a:defRPr sz="1400" b="1" i="0" u="none" strike="noStrike" kern="1200" baseline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defRPr>
            </a:pPr>
            <a:endParaRPr lang="ko-KR"/>
          </a:p>
        </c:txPr>
      </c:legendEntry>
      <c:layout>
        <c:manualLayout>
          <c:xMode val="edge"/>
          <c:yMode val="edge"/>
          <c:x val="0.49494903610626767"/>
          <c:y val="0.27656901343214446"/>
          <c:w val="0.3053535674725612"/>
          <c:h val="0.4713717770572796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baseline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defRPr>
          </a:pPr>
          <a:endParaRPr lang="ko-KR"/>
        </a:p>
      </c:txPr>
    </c:legend>
    <c:plotVisOnly val="1"/>
    <c:dispBlanksAs val="span"/>
    <c:showDLblsOverMax val="1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0.png"/><Relationship Id="rId7" Type="http://schemas.openxmlformats.org/officeDocument/2006/relationships/image" Target="../media/image7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10" Type="http://schemas.openxmlformats.org/officeDocument/2006/relationships/image" Target="../media/image15.png"/><Relationship Id="rId4" Type="http://schemas.openxmlformats.org/officeDocument/2006/relationships/image" Target="../media/image11.png"/><Relationship Id="rId9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9.png"/><Relationship Id="rId7" Type="http://schemas.openxmlformats.org/officeDocument/2006/relationships/image" Target="../media/image8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10.png"/><Relationship Id="rId4" Type="http://schemas.openxmlformats.org/officeDocument/2006/relationships/image" Target="../media/image1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6" Type="http://schemas.openxmlformats.org/officeDocument/2006/relationships/chart" Target="../charts/char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13" Type="http://schemas.openxmlformats.org/officeDocument/2006/relationships/image" Target="../media/image28.png"/><Relationship Id="rId3" Type="http://schemas.openxmlformats.org/officeDocument/2006/relationships/image" Target="../media/image20.png"/><Relationship Id="rId7" Type="http://schemas.openxmlformats.org/officeDocument/2006/relationships/image" Target="../media/image22.png"/><Relationship Id="rId12" Type="http://schemas.openxmlformats.org/officeDocument/2006/relationships/image" Target="../media/image2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11" Type="http://schemas.openxmlformats.org/officeDocument/2006/relationships/image" Target="../media/image26.png"/><Relationship Id="rId5" Type="http://schemas.openxmlformats.org/officeDocument/2006/relationships/image" Target="../media/image8.png"/><Relationship Id="rId10" Type="http://schemas.openxmlformats.org/officeDocument/2006/relationships/image" Target="../media/image25.png"/><Relationship Id="rId4" Type="http://schemas.openxmlformats.org/officeDocument/2006/relationships/image" Target="../media/image7.png"/><Relationship Id="rId9" Type="http://schemas.openxmlformats.org/officeDocument/2006/relationships/image" Target="../media/image24.png"/><Relationship Id="rId14" Type="http://schemas.openxmlformats.org/officeDocument/2006/relationships/image" Target="../media/image2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.png"/><Relationship Id="rId11" Type="http://schemas.openxmlformats.org/officeDocument/2006/relationships/image" Target="../media/image36.png"/><Relationship Id="rId5" Type="http://schemas.openxmlformats.org/officeDocument/2006/relationships/image" Target="../media/image33.png"/><Relationship Id="rId10" Type="http://schemas.openxmlformats.org/officeDocument/2006/relationships/hyperlink" Target="http://127.0.0.1:5500/%EA%B3%BC%EC%A0%9Cpt/2026-07-23_mockup_%ED%9A%8C%EA%B3%84%EC%84%B8%EB%AC%B4Wiki%EC%8B%9C%EC%8A%A4%ED%85%9C_%EC%9B%90%EB%B3%B8.html" TargetMode="External"/><Relationship Id="rId4" Type="http://schemas.openxmlformats.org/officeDocument/2006/relationships/image" Target="../media/image32.png"/><Relationship Id="rId9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7.png"/><Relationship Id="rId7" Type="http://schemas.openxmlformats.org/officeDocument/2006/relationships/image" Target="../media/image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13" Type="http://schemas.openxmlformats.org/officeDocument/2006/relationships/image" Target="../media/image49.png"/><Relationship Id="rId3" Type="http://schemas.openxmlformats.org/officeDocument/2006/relationships/image" Target="../media/image7.png"/><Relationship Id="rId7" Type="http://schemas.openxmlformats.org/officeDocument/2006/relationships/image" Target="../media/image43.png"/><Relationship Id="rId12" Type="http://schemas.openxmlformats.org/officeDocument/2006/relationships/image" Target="../media/image48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2.png"/><Relationship Id="rId11" Type="http://schemas.openxmlformats.org/officeDocument/2006/relationships/image" Target="../media/image47.png"/><Relationship Id="rId5" Type="http://schemas.openxmlformats.org/officeDocument/2006/relationships/image" Target="../media/image41.png"/><Relationship Id="rId10" Type="http://schemas.openxmlformats.org/officeDocument/2006/relationships/image" Target="../media/image46.png"/><Relationship Id="rId4" Type="http://schemas.openxmlformats.org/officeDocument/2006/relationships/image" Target="../media/image8.png"/><Relationship Id="rId9" Type="http://schemas.openxmlformats.org/officeDocument/2006/relationships/image" Target="../media/image45.png"/><Relationship Id="rId14" Type="http://schemas.openxmlformats.org/officeDocument/2006/relationships/image" Target="../media/image50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51.png"/><Relationship Id="rId7" Type="http://schemas.openxmlformats.org/officeDocument/2006/relationships/image" Target="../media/image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6.png"/><Relationship Id="rId4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6.png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6132448"/>
            <a:ext cx="11049000" cy="4381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1500" y="430277"/>
            <a:ext cx="11049000" cy="228600"/>
          </a:xfrm>
          <a:prstGeom prst="rect">
            <a:avLst/>
          </a:prstGeom>
          <a:noFill/>
        </p:spPr>
        <p:txBody>
          <a:bodyPr wrap="square" lIns="147786" tIns="0" rIns="0" bIns="0" anchor="t">
            <a:spAutoFit/>
          </a:bodyPr>
          <a:lstStyle/>
          <a:p>
            <a:pPr algn="l"/>
            <a:r>
              <a:rPr sz="1350" b="1" i="0" u="none" dirty="0">
                <a:solidFill>
                  <a:srgbClr val="3B82F6"/>
                </a:solidFill>
                <a:latin typeface="Noto Sans KR"/>
              </a:rPr>
              <a:t>2026 </a:t>
            </a:r>
            <a:r>
              <a:rPr sz="1350" b="1" i="0" u="none" dirty="0" err="1">
                <a:solidFill>
                  <a:srgbClr val="3B82F6"/>
                </a:solidFill>
                <a:latin typeface="Noto Sans KR"/>
              </a:rPr>
              <a:t>전환형</a:t>
            </a:r>
            <a:r>
              <a:rPr sz="1350" b="1" i="0" u="none" dirty="0">
                <a:solidFill>
                  <a:srgbClr val="3B82F6"/>
                </a:solidFill>
                <a:latin typeface="Noto Sans KR"/>
              </a:rPr>
              <a:t> </a:t>
            </a:r>
            <a:r>
              <a:rPr sz="1350" b="1" i="0" u="none" dirty="0" err="1">
                <a:solidFill>
                  <a:srgbClr val="3B82F6"/>
                </a:solidFill>
                <a:latin typeface="Noto Sans KR"/>
              </a:rPr>
              <a:t>인턴십</a:t>
            </a:r>
            <a:r>
              <a:rPr sz="1350" b="1" i="0" u="none" dirty="0">
                <a:solidFill>
                  <a:srgbClr val="3B82F6"/>
                </a:solidFill>
                <a:latin typeface="Noto Sans KR"/>
              </a:rPr>
              <a:t> </a:t>
            </a:r>
            <a:r>
              <a:rPr sz="1350" b="1" i="0" u="none" dirty="0" err="1">
                <a:solidFill>
                  <a:srgbClr val="3B82F6"/>
                </a:solidFill>
                <a:latin typeface="Noto Sans KR"/>
              </a:rPr>
              <a:t>최종과제</a:t>
            </a:r>
            <a:endParaRPr sz="1350" b="1" i="0" u="none" dirty="0">
              <a:solidFill>
                <a:srgbClr val="3B82F6"/>
              </a:solidFill>
              <a:latin typeface="Noto Sans KR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71500" y="2637532"/>
            <a:ext cx="11601450" cy="639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5040"/>
              </a:lnSpc>
            </a:pPr>
            <a:r>
              <a:rPr sz="4200" b="0" i="0" u="none" dirty="0" err="1">
                <a:solidFill>
                  <a:srgbClr val="FFFFFF"/>
                </a:solidFill>
                <a:latin typeface="Noto Sans KR Black"/>
              </a:rPr>
              <a:t>회계</a:t>
            </a:r>
            <a:r>
              <a:rPr sz="4200" b="0" i="0" u="none" dirty="0">
                <a:solidFill>
                  <a:srgbClr val="FFFFFF"/>
                </a:solidFill>
                <a:latin typeface="Noto Sans KR Black"/>
              </a:rPr>
              <a:t> Wiki </a:t>
            </a:r>
            <a:r>
              <a:rPr sz="4200" b="0" i="0" u="none" dirty="0" err="1">
                <a:solidFill>
                  <a:srgbClr val="FFFFFF"/>
                </a:solidFill>
                <a:latin typeface="Noto Sans KR Black"/>
              </a:rPr>
              <a:t>시스템</a:t>
            </a:r>
            <a:r>
              <a:rPr sz="4200" b="0" i="0" u="none" dirty="0">
                <a:solidFill>
                  <a:srgbClr val="FFFFFF"/>
                </a:solidFill>
                <a:latin typeface="Noto Sans KR Black"/>
              </a:rPr>
              <a:t> </a:t>
            </a:r>
            <a:r>
              <a:rPr sz="4200" b="0" i="0" u="none" dirty="0" err="1">
                <a:solidFill>
                  <a:srgbClr val="FFFFFF"/>
                </a:solidFill>
                <a:latin typeface="Noto Sans KR Black"/>
              </a:rPr>
              <a:t>구축</a:t>
            </a:r>
            <a:endParaRPr sz="4200" b="0" i="0" u="none" dirty="0">
              <a:solidFill>
                <a:srgbClr val="FFFFFF"/>
              </a:solidFill>
              <a:latin typeface="Noto Sans KR Black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71500" y="3467992"/>
            <a:ext cx="8096250" cy="314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1650" b="0" i="0" u="none" dirty="0" err="1">
                <a:solidFill>
                  <a:srgbClr val="94A3B8"/>
                </a:solidFill>
                <a:latin typeface="Noto Sans KR"/>
              </a:rPr>
              <a:t>사업부</a:t>
            </a:r>
            <a:r>
              <a:rPr sz="1650" b="0" i="0" u="none" dirty="0">
                <a:solidFill>
                  <a:srgbClr val="94A3B8"/>
                </a:solidFill>
                <a:latin typeface="Noto Sans KR"/>
              </a:rPr>
              <a:t> </a:t>
            </a:r>
            <a:r>
              <a:rPr sz="1650" b="0" i="0" u="none" dirty="0" err="1">
                <a:solidFill>
                  <a:srgbClr val="94A3B8"/>
                </a:solidFill>
                <a:latin typeface="Noto Sans KR"/>
              </a:rPr>
              <a:t>회계</a:t>
            </a:r>
            <a:r>
              <a:rPr sz="1650" b="0" i="0" u="none" dirty="0">
                <a:solidFill>
                  <a:srgbClr val="94A3B8"/>
                </a:solidFill>
                <a:latin typeface="Noto Sans KR"/>
              </a:rPr>
              <a:t> </a:t>
            </a:r>
            <a:r>
              <a:rPr sz="1650" b="0" i="0" u="none" dirty="0" err="1">
                <a:solidFill>
                  <a:srgbClr val="94A3B8"/>
                </a:solidFill>
                <a:latin typeface="Noto Sans KR"/>
              </a:rPr>
              <a:t>이해도</a:t>
            </a:r>
            <a:r>
              <a:rPr sz="1650" b="0" i="0" u="none" dirty="0">
                <a:solidFill>
                  <a:srgbClr val="94A3B8"/>
                </a:solidFill>
                <a:latin typeface="Noto Sans KR"/>
              </a:rPr>
              <a:t> </a:t>
            </a:r>
            <a:r>
              <a:rPr sz="1650" b="0" i="0" u="none" dirty="0" err="1">
                <a:solidFill>
                  <a:srgbClr val="94A3B8"/>
                </a:solidFill>
                <a:latin typeface="Noto Sans KR"/>
              </a:rPr>
              <a:t>제고</a:t>
            </a:r>
            <a:r>
              <a:rPr sz="1650" b="0" i="0" u="none" dirty="0">
                <a:solidFill>
                  <a:srgbClr val="94A3B8"/>
                </a:solidFill>
                <a:latin typeface="Noto Sans KR"/>
              </a:rPr>
              <a:t> 및 </a:t>
            </a:r>
            <a:r>
              <a:rPr sz="1650" b="0" i="0" u="none" dirty="0" err="1">
                <a:solidFill>
                  <a:srgbClr val="94A3B8"/>
                </a:solidFill>
                <a:latin typeface="Noto Sans KR"/>
              </a:rPr>
              <a:t>업무</a:t>
            </a:r>
            <a:r>
              <a:rPr sz="1650" b="0" i="0" u="none" dirty="0">
                <a:solidFill>
                  <a:srgbClr val="94A3B8"/>
                </a:solidFill>
                <a:latin typeface="Noto Sans KR"/>
              </a:rPr>
              <a:t> </a:t>
            </a:r>
            <a:r>
              <a:rPr sz="1650" b="0" i="0" u="none" dirty="0" err="1">
                <a:solidFill>
                  <a:srgbClr val="94A3B8"/>
                </a:solidFill>
                <a:latin typeface="Noto Sans KR"/>
              </a:rPr>
              <a:t>효율화를</a:t>
            </a:r>
            <a:r>
              <a:rPr sz="1650" b="0" i="0" u="none" dirty="0">
                <a:solidFill>
                  <a:srgbClr val="94A3B8"/>
                </a:solidFill>
                <a:latin typeface="Noto Sans KR"/>
              </a:rPr>
              <a:t> </a:t>
            </a:r>
            <a:r>
              <a:rPr sz="1650" b="0" i="0" u="none" dirty="0" err="1">
                <a:solidFill>
                  <a:srgbClr val="94A3B8"/>
                </a:solidFill>
                <a:latin typeface="Noto Sans KR"/>
              </a:rPr>
              <a:t>위한</a:t>
            </a:r>
            <a:r>
              <a:rPr sz="1650" b="0" i="0" u="none" dirty="0">
                <a:solidFill>
                  <a:srgbClr val="94A3B8"/>
                </a:solidFill>
                <a:latin typeface="Noto Sans KR"/>
              </a:rPr>
              <a:t> </a:t>
            </a:r>
            <a:r>
              <a:rPr sz="1650" b="0" i="0" u="none" dirty="0" err="1">
                <a:solidFill>
                  <a:srgbClr val="94A3B8"/>
                </a:solidFill>
                <a:latin typeface="Noto Sans KR"/>
              </a:rPr>
              <a:t>실무</a:t>
            </a:r>
            <a:r>
              <a:rPr sz="1650" b="0" i="0" u="none" dirty="0">
                <a:solidFill>
                  <a:srgbClr val="94A3B8"/>
                </a:solidFill>
                <a:latin typeface="Noto Sans KR"/>
              </a:rPr>
              <a:t> </a:t>
            </a:r>
            <a:r>
              <a:rPr sz="1650" b="0" i="0" u="none" dirty="0" err="1">
                <a:solidFill>
                  <a:srgbClr val="94A3B8"/>
                </a:solidFill>
                <a:latin typeface="Noto Sans KR"/>
              </a:rPr>
              <a:t>중심</a:t>
            </a:r>
            <a:r>
              <a:rPr sz="1650" b="0" i="0" u="none" dirty="0">
                <a:solidFill>
                  <a:srgbClr val="94A3B8"/>
                </a:solidFill>
                <a:latin typeface="Noto Sans KR"/>
              </a:rPr>
              <a:t> 웹 </a:t>
            </a:r>
            <a:r>
              <a:rPr sz="1650" b="0" i="0" u="none" dirty="0" err="1">
                <a:solidFill>
                  <a:srgbClr val="94A3B8"/>
                </a:solidFill>
                <a:latin typeface="Noto Sans KR"/>
              </a:rPr>
              <a:t>매뉴얼</a:t>
            </a:r>
            <a:r>
              <a:rPr sz="1650" b="0" i="0" u="none" dirty="0">
                <a:solidFill>
                  <a:srgbClr val="94A3B8"/>
                </a:solidFill>
                <a:latin typeface="Noto Sans KR"/>
              </a:rPr>
              <a:t> </a:t>
            </a:r>
            <a:r>
              <a:rPr sz="1650" b="0" i="0" u="none" dirty="0" err="1">
                <a:solidFill>
                  <a:srgbClr val="94A3B8"/>
                </a:solidFill>
                <a:latin typeface="Noto Sans KR"/>
              </a:rPr>
              <a:t>개발</a:t>
            </a:r>
            <a:endParaRPr sz="1650" b="0" i="0" u="none" dirty="0">
              <a:solidFill>
                <a:srgbClr val="94A3B8"/>
              </a:solidFill>
              <a:latin typeface="Noto Sans KR"/>
            </a:endParaRP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458852"/>
            <a:ext cx="147786" cy="1714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6316" y="6251510"/>
            <a:ext cx="457200" cy="2000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 u="none" dirty="0" err="1">
                <a:solidFill>
                  <a:srgbClr val="CBD5E1"/>
                </a:solidFill>
                <a:latin typeface="Noto Sans KR"/>
              </a:rPr>
              <a:t>회계팀</a:t>
            </a:r>
            <a:endParaRPr sz="1200" b="0" i="0" u="none" dirty="0">
              <a:solidFill>
                <a:srgbClr val="CBD5E1"/>
              </a:solidFill>
              <a:latin typeface="Noto Sans KR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414016" y="6265798"/>
            <a:ext cx="39588" cy="1714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 u="none">
                <a:solidFill>
                  <a:srgbClr val="CBD5E1"/>
                </a:solidFill>
                <a:latin typeface="Noto Sans KR"/>
              </a:rPr>
              <a:t>|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38920" y="6251510"/>
            <a:ext cx="804416" cy="2000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 u="none" dirty="0" err="1">
                <a:solidFill>
                  <a:srgbClr val="CBD5E1"/>
                </a:solidFill>
                <a:latin typeface="Noto Sans KR"/>
              </a:rPr>
              <a:t>문동진</a:t>
            </a:r>
            <a:r>
              <a:rPr sz="1200" b="0" i="0" u="none" dirty="0">
                <a:solidFill>
                  <a:srgbClr val="CBD5E1"/>
                </a:solidFill>
                <a:latin typeface="Noto Sans KR"/>
              </a:rPr>
              <a:t> </a:t>
            </a:r>
            <a:r>
              <a:rPr sz="1200" b="0" i="0" u="none" dirty="0" err="1">
                <a:solidFill>
                  <a:srgbClr val="CBD5E1"/>
                </a:solidFill>
                <a:latin typeface="Noto Sans KR"/>
              </a:rPr>
              <a:t>인턴</a:t>
            </a:r>
            <a:endParaRPr sz="1200" b="0" i="0" u="none" dirty="0">
              <a:solidFill>
                <a:srgbClr val="CBD5E1"/>
              </a:solidFill>
              <a:latin typeface="Noto Sans KR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833836" y="6265798"/>
            <a:ext cx="39588" cy="1714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 u="none">
                <a:solidFill>
                  <a:srgbClr val="CBD5E1"/>
                </a:solidFill>
                <a:latin typeface="Noto Sans KR"/>
              </a:rPr>
              <a:t>|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58740" y="6259190"/>
            <a:ext cx="1503760" cy="1846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 u="none" dirty="0">
                <a:solidFill>
                  <a:srgbClr val="CBD5E1"/>
                </a:solidFill>
                <a:latin typeface="Noto Sans KR"/>
              </a:rPr>
              <a:t>2026. 07</a:t>
            </a:r>
            <a:r>
              <a:rPr lang="en-US" sz="1200" b="0" i="0" u="none" dirty="0">
                <a:solidFill>
                  <a:srgbClr val="CBD5E1"/>
                </a:solidFill>
                <a:latin typeface="Noto Sans KR"/>
              </a:rPr>
              <a:t>. 28</a:t>
            </a:r>
            <a:endParaRPr sz="1200" b="0" i="0" u="none" dirty="0">
              <a:solidFill>
                <a:srgbClr val="CBD5E1"/>
              </a:solidFill>
              <a:latin typeface="Noto Sans KR"/>
            </a:endParaRP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6275323"/>
            <a:ext cx="118616" cy="15240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44104" y="6275323"/>
            <a:ext cx="118616" cy="15240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63924" y="6275323"/>
            <a:ext cx="118616" cy="152400"/>
          </a:xfrm>
          <a:prstGeom prst="rect">
            <a:avLst/>
          </a:prstGeom>
        </p:spPr>
      </p:pic>
      <p:grpSp>
        <p:nvGrpSpPr>
          <p:cNvPr id="19" name="그룹 18">
            <a:extLst>
              <a:ext uri="{FF2B5EF4-FFF2-40B4-BE49-F238E27FC236}">
                <a16:creationId xmlns:a16="http://schemas.microsoft.com/office/drawing/2014/main" id="{6B46B2DA-FBBE-4885-26F3-3628ABC0D099}"/>
              </a:ext>
            </a:extLst>
          </p:cNvPr>
          <p:cNvGrpSpPr/>
          <p:nvPr/>
        </p:nvGrpSpPr>
        <p:grpSpPr>
          <a:xfrm>
            <a:off x="9761943" y="6351523"/>
            <a:ext cx="1810538" cy="209363"/>
            <a:chOff x="3396462" y="5633787"/>
            <a:chExt cx="4502939" cy="520700"/>
          </a:xfrm>
        </p:grpSpPr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835E5E1D-1D7B-D295-6629-E638D1E239B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396462" y="5633787"/>
              <a:ext cx="2152891" cy="520699"/>
            </a:xfrm>
            <a:prstGeom prst="rect">
              <a:avLst/>
            </a:prstGeom>
          </p:spPr>
        </p:pic>
        <p:pic>
          <p:nvPicPr>
            <p:cNvPr id="18" name="그림 17" descr="COWORKER">
              <a:extLst>
                <a:ext uri="{FF2B5EF4-FFF2-40B4-BE49-F238E27FC236}">
                  <a16:creationId xmlns:a16="http://schemas.microsoft.com/office/drawing/2014/main" id="{06F373AE-06F5-6812-3B77-61D491189138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5816601" y="5633787"/>
              <a:ext cx="2082800" cy="52070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0201" y="552450"/>
            <a:ext cx="1200298" cy="285750"/>
          </a:xfrm>
          <a:prstGeom prst="rect">
            <a:avLst/>
          </a:prstGeom>
        </p:spPr>
      </p:pic>
      <p:grpSp>
        <p:nvGrpSpPr>
          <p:cNvPr id="2" name="그룹 1">
            <a:extLst>
              <a:ext uri="{FF2B5EF4-FFF2-40B4-BE49-F238E27FC236}">
                <a16:creationId xmlns:a16="http://schemas.microsoft.com/office/drawing/2014/main" id="{60F37CEF-DD0A-E781-1988-9914336601DB}"/>
              </a:ext>
            </a:extLst>
          </p:cNvPr>
          <p:cNvGrpSpPr/>
          <p:nvPr/>
        </p:nvGrpSpPr>
        <p:grpSpPr>
          <a:xfrm>
            <a:off x="571500" y="2008148"/>
            <a:ext cx="5414521" cy="1578483"/>
            <a:chOff x="571500" y="2008148"/>
            <a:chExt cx="5414521" cy="1578483"/>
          </a:xfrm>
        </p:grpSpPr>
        <p:pic>
          <p:nvPicPr>
            <p:cNvPr id="4" name="Picture 3" descr="image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71500" y="2008148"/>
              <a:ext cx="5414521" cy="1578483"/>
            </a:xfrm>
            <a:prstGeom prst="rect">
              <a:avLst/>
            </a:prstGeom>
          </p:spPr>
        </p:pic>
        <p:sp>
          <p:nvSpPr>
            <p:cNvPr id="8" name="TextBox 7"/>
            <p:cNvSpPr txBox="1"/>
            <p:nvPr/>
          </p:nvSpPr>
          <p:spPr>
            <a:xfrm>
              <a:off x="1125140" y="2330882"/>
              <a:ext cx="4749343" cy="23083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/>
              <a:r>
                <a:rPr lang="ko-KR" altLang="en-US" sz="1500" b="1" dirty="0">
                  <a:solidFill>
                    <a:srgbClr val="1E293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문제</a:t>
              </a:r>
              <a:r>
                <a:rPr sz="1500" b="1" i="0" u="none" dirty="0">
                  <a:solidFill>
                    <a:srgbClr val="1E293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 </a:t>
              </a:r>
              <a:r>
                <a:rPr sz="1500" b="1" i="0" u="none" dirty="0">
                  <a:solidFill>
                    <a:srgbClr val="1E293B"/>
                  </a:solidFill>
                  <a:latin typeface="Noto Sans KR"/>
                </a:rPr>
                <a:t>1. </a:t>
              </a:r>
              <a:r>
                <a:rPr sz="1500" b="1" i="0" u="none" dirty="0" err="1">
                  <a:solidFill>
                    <a:srgbClr val="1E293B"/>
                  </a:solidFill>
                  <a:latin typeface="Noto Sans KR"/>
                </a:rPr>
                <a:t>회계구분</a:t>
              </a:r>
              <a:r>
                <a:rPr sz="1500" b="1" i="0" u="none" dirty="0">
                  <a:solidFill>
                    <a:srgbClr val="1E293B"/>
                  </a:solidFill>
                  <a:latin typeface="Noto Sans KR"/>
                </a:rPr>
                <a:t> </a:t>
              </a:r>
              <a:r>
                <a:rPr sz="1500" b="1" i="0" u="none" dirty="0" err="1">
                  <a:solidFill>
                    <a:srgbClr val="1E293B"/>
                  </a:solidFill>
                  <a:latin typeface="Noto Sans KR"/>
                </a:rPr>
                <a:t>결재</a:t>
              </a:r>
              <a:r>
                <a:rPr sz="1500" b="1" i="0" u="none" dirty="0">
                  <a:solidFill>
                    <a:srgbClr val="1E293B"/>
                  </a:solidFill>
                  <a:latin typeface="Noto Sans KR"/>
                </a:rPr>
                <a:t> </a:t>
              </a:r>
              <a:r>
                <a:rPr sz="1500" b="1" i="0" u="none" dirty="0" err="1">
                  <a:solidFill>
                    <a:srgbClr val="1E293B"/>
                  </a:solidFill>
                  <a:latin typeface="Noto Sans KR"/>
                </a:rPr>
                <a:t>반려</a:t>
              </a:r>
              <a:endParaRPr sz="1500" b="1" i="0" u="none" dirty="0">
                <a:solidFill>
                  <a:srgbClr val="1E293B"/>
                </a:solidFill>
                <a:latin typeface="Noto Sans KR"/>
              </a:endParaRP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866775" y="2741574"/>
              <a:ext cx="5007708" cy="46006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ts val="1920"/>
                </a:lnSpc>
              </a:pPr>
              <a:r>
                <a:rPr sz="1100" b="0" i="0" u="none" dirty="0">
                  <a:solidFill>
                    <a:srgbClr val="475569"/>
                  </a:solidFill>
                  <a:latin typeface="Noto Sans KR"/>
                </a:rPr>
                <a:t>• </a:t>
              </a:r>
              <a:r>
                <a:rPr sz="1100" b="0" i="0" u="none" dirty="0" err="1">
                  <a:solidFill>
                    <a:srgbClr val="475569"/>
                  </a:solidFill>
                  <a:latin typeface="Noto Sans KR"/>
                </a:rPr>
                <a:t>최근</a:t>
              </a:r>
              <a:r>
                <a:rPr sz="1100" b="0" i="0" u="none" dirty="0">
                  <a:solidFill>
                    <a:srgbClr val="475569"/>
                  </a:solidFill>
                  <a:latin typeface="Noto Sans KR"/>
                </a:rPr>
                <a:t> 1개월(6/26~7/19) </a:t>
              </a:r>
              <a:r>
                <a:rPr sz="1100" b="0" i="0" u="none" dirty="0" err="1">
                  <a:solidFill>
                    <a:srgbClr val="475569"/>
                  </a:solidFill>
                  <a:latin typeface="Noto Sans KR"/>
                </a:rPr>
                <a:t>결재</a:t>
              </a:r>
              <a:r>
                <a:rPr sz="1100" b="0" i="0" u="none" dirty="0">
                  <a:solidFill>
                    <a:srgbClr val="475569"/>
                  </a:solidFill>
                  <a:latin typeface="Noto Sans KR"/>
                </a:rPr>
                <a:t> </a:t>
              </a:r>
              <a:r>
                <a:rPr sz="1100" b="0" i="0" u="none" dirty="0" err="1">
                  <a:solidFill>
                    <a:srgbClr val="475569"/>
                  </a:solidFill>
                  <a:latin typeface="Noto Sans KR"/>
                </a:rPr>
                <a:t>반려</a:t>
              </a:r>
              <a:r>
                <a:rPr sz="1100" b="0" i="0" u="none" dirty="0">
                  <a:solidFill>
                    <a:srgbClr val="475569"/>
                  </a:solidFill>
                  <a:latin typeface="Noto Sans KR"/>
                </a:rPr>
                <a:t> </a:t>
              </a:r>
              <a:r>
                <a:rPr sz="1100" b="0" i="0" u="none" dirty="0" err="1">
                  <a:solidFill>
                    <a:srgbClr val="475569"/>
                  </a:solidFill>
                  <a:latin typeface="Noto Sans KR"/>
                </a:rPr>
                <a:t>사유</a:t>
              </a:r>
              <a:r>
                <a:rPr sz="1100" b="0" i="0" u="none" dirty="0">
                  <a:solidFill>
                    <a:srgbClr val="475569"/>
                  </a:solidFill>
                  <a:latin typeface="Noto Sans KR"/>
                </a:rPr>
                <a:t> 중 </a:t>
              </a:r>
              <a:r>
                <a:rPr sz="1100" b="1" i="0" u="none" dirty="0" err="1">
                  <a:solidFill>
                    <a:srgbClr val="475569"/>
                  </a:solidFill>
                  <a:latin typeface="Noto Sans KR"/>
                </a:rPr>
                <a:t>회계구분</a:t>
              </a:r>
              <a:r>
                <a:rPr sz="1100" b="1" i="0" u="none" dirty="0">
                  <a:solidFill>
                    <a:srgbClr val="475569"/>
                  </a:solidFill>
                  <a:latin typeface="Noto Sans KR"/>
                </a:rPr>
                <a:t> </a:t>
              </a:r>
              <a:r>
                <a:rPr sz="1100" b="1" i="0" u="none" dirty="0" err="1">
                  <a:solidFill>
                    <a:srgbClr val="475569"/>
                  </a:solidFill>
                  <a:latin typeface="Noto Sans KR"/>
                </a:rPr>
                <a:t>관련</a:t>
              </a:r>
              <a:r>
                <a:rPr sz="1100" b="1" i="0" u="none" dirty="0">
                  <a:solidFill>
                    <a:srgbClr val="475569"/>
                  </a:solidFill>
                  <a:latin typeface="Noto Sans KR"/>
                </a:rPr>
                <a:t> </a:t>
              </a:r>
              <a:r>
                <a:rPr sz="1100" b="1" i="0" u="none" dirty="0" err="1">
                  <a:solidFill>
                    <a:srgbClr val="475569"/>
                  </a:solidFill>
                  <a:latin typeface="Noto Sans KR"/>
                </a:rPr>
                <a:t>원인이</a:t>
              </a:r>
              <a:r>
                <a:rPr sz="1100" b="1" i="0" u="none" dirty="0">
                  <a:solidFill>
                    <a:srgbClr val="475569"/>
                  </a:solidFill>
                  <a:latin typeface="Noto Sans KR"/>
                </a:rPr>
                <a:t> </a:t>
              </a:r>
              <a:r>
                <a:rPr sz="1100" b="1" i="0" u="none" dirty="0" err="1">
                  <a:solidFill>
                    <a:srgbClr val="475569"/>
                  </a:solidFill>
                  <a:latin typeface="Noto Sans KR"/>
                </a:rPr>
                <a:t>전체의</a:t>
              </a:r>
              <a:r>
                <a:rPr sz="1100" b="1" i="0" u="none" dirty="0">
                  <a:solidFill>
                    <a:srgbClr val="475569"/>
                  </a:solidFill>
                  <a:latin typeface="Noto Sans KR"/>
                </a:rPr>
                <a:t> </a:t>
              </a:r>
              <a:r>
                <a:rPr lang="en-US" sz="1400" b="1" dirty="0">
                  <a:solidFill>
                    <a:srgbClr val="475569"/>
                  </a:solidFill>
                  <a:latin typeface="Noto Sans KR"/>
                </a:rPr>
                <a:t>23</a:t>
              </a:r>
              <a:r>
                <a:rPr sz="1400" b="1" i="0" u="none" dirty="0">
                  <a:solidFill>
                    <a:srgbClr val="475569"/>
                  </a:solidFill>
                  <a:latin typeface="Noto Sans KR"/>
                </a:rPr>
                <a:t>%</a:t>
              </a:r>
              <a:r>
                <a:rPr sz="1400" b="0" i="0" u="none" dirty="0">
                  <a:solidFill>
                    <a:srgbClr val="475569"/>
                  </a:solidFill>
                  <a:latin typeface="Noto Sans KR"/>
                </a:rPr>
                <a:t> </a:t>
              </a:r>
              <a:r>
                <a:rPr sz="1100" b="0" i="0" u="none" dirty="0" err="1">
                  <a:solidFill>
                    <a:srgbClr val="475569"/>
                  </a:solidFill>
                  <a:latin typeface="Noto Sans KR"/>
                </a:rPr>
                <a:t>차지</a:t>
              </a:r>
              <a:r>
                <a:rPr sz="1100" dirty="0"/>
                <a:t>
</a:t>
              </a:r>
              <a:r>
                <a:rPr sz="1100" b="0" i="0" u="none" dirty="0">
                  <a:solidFill>
                    <a:srgbClr val="475569"/>
                  </a:solidFill>
                  <a:latin typeface="Noto Sans KR"/>
                </a:rPr>
                <a:t>• </a:t>
              </a:r>
              <a:r>
                <a:rPr sz="1100" b="0" i="0" u="none" dirty="0" err="1">
                  <a:solidFill>
                    <a:srgbClr val="475569"/>
                  </a:solidFill>
                  <a:latin typeface="Noto Sans KR"/>
                </a:rPr>
                <a:t>거래구조</a:t>
              </a:r>
              <a:r>
                <a:rPr sz="1100" b="0" i="0" u="none" dirty="0">
                  <a:solidFill>
                    <a:srgbClr val="475569"/>
                  </a:solidFill>
                  <a:latin typeface="Noto Sans KR"/>
                </a:rPr>
                <a:t> </a:t>
              </a:r>
              <a:r>
                <a:rPr sz="1100" b="0" i="0" u="none" dirty="0" err="1">
                  <a:solidFill>
                    <a:srgbClr val="475569"/>
                  </a:solidFill>
                  <a:latin typeface="Noto Sans KR"/>
                </a:rPr>
                <a:t>복잡성에</a:t>
              </a:r>
              <a:r>
                <a:rPr sz="1100" b="0" i="0" u="none" dirty="0">
                  <a:solidFill>
                    <a:srgbClr val="475569"/>
                  </a:solidFill>
                  <a:latin typeface="Noto Sans KR"/>
                </a:rPr>
                <a:t> </a:t>
              </a:r>
              <a:r>
                <a:rPr sz="1100" b="0" i="0" u="none" dirty="0" err="1">
                  <a:solidFill>
                    <a:srgbClr val="475569"/>
                  </a:solidFill>
                  <a:latin typeface="Noto Sans KR"/>
                </a:rPr>
                <a:t>대한</a:t>
              </a:r>
              <a:r>
                <a:rPr sz="1100" b="0" i="0" u="none" dirty="0">
                  <a:solidFill>
                    <a:srgbClr val="475569"/>
                  </a:solidFill>
                  <a:latin typeface="Noto Sans KR"/>
                </a:rPr>
                <a:t> </a:t>
              </a:r>
              <a:r>
                <a:rPr sz="1100" b="0" i="0" u="none" dirty="0" err="1">
                  <a:solidFill>
                    <a:srgbClr val="475569"/>
                  </a:solidFill>
                  <a:latin typeface="Noto Sans KR"/>
                </a:rPr>
                <a:t>이해</a:t>
              </a:r>
              <a:r>
                <a:rPr sz="1100" b="0" i="0" u="none" dirty="0">
                  <a:solidFill>
                    <a:srgbClr val="475569"/>
                  </a:solidFill>
                  <a:latin typeface="Noto Sans KR"/>
                </a:rPr>
                <a:t> </a:t>
              </a:r>
              <a:r>
                <a:rPr sz="1100" b="0" i="0" u="none" dirty="0" err="1">
                  <a:solidFill>
                    <a:srgbClr val="475569"/>
                  </a:solidFill>
                  <a:latin typeface="Noto Sans KR"/>
                </a:rPr>
                <a:t>부족으로</a:t>
              </a:r>
              <a:r>
                <a:rPr sz="1100" b="0" i="0" u="none" dirty="0">
                  <a:solidFill>
                    <a:srgbClr val="475569"/>
                  </a:solidFill>
                  <a:latin typeface="Noto Sans KR"/>
                </a:rPr>
                <a:t> </a:t>
              </a:r>
              <a:r>
                <a:rPr sz="1100" b="0" i="0" u="none" dirty="0" err="1">
                  <a:solidFill>
                    <a:srgbClr val="475569"/>
                  </a:solidFill>
                  <a:latin typeface="Noto Sans KR"/>
                </a:rPr>
                <a:t>잘못된</a:t>
              </a:r>
              <a:r>
                <a:rPr sz="1100" b="0" i="0" u="none" dirty="0">
                  <a:solidFill>
                    <a:srgbClr val="475569"/>
                  </a:solidFill>
                  <a:latin typeface="Noto Sans KR"/>
                </a:rPr>
                <a:t> </a:t>
              </a:r>
              <a:r>
                <a:rPr sz="1100" b="0" i="0" u="none" dirty="0" err="1">
                  <a:solidFill>
                    <a:srgbClr val="475569"/>
                  </a:solidFill>
                  <a:latin typeface="Noto Sans KR"/>
                </a:rPr>
                <a:t>전표</a:t>
              </a:r>
              <a:r>
                <a:rPr sz="1100" b="0" i="0" u="none" dirty="0">
                  <a:solidFill>
                    <a:srgbClr val="475569"/>
                  </a:solidFill>
                  <a:latin typeface="Noto Sans KR"/>
                </a:rPr>
                <a:t> </a:t>
              </a:r>
              <a:r>
                <a:rPr sz="1100" b="0" i="0" u="none" dirty="0" err="1">
                  <a:solidFill>
                    <a:srgbClr val="475569"/>
                  </a:solidFill>
                  <a:latin typeface="Noto Sans KR"/>
                </a:rPr>
                <a:t>작성</a:t>
              </a:r>
              <a:r>
                <a:rPr sz="1100" b="0" i="0" u="none" dirty="0">
                  <a:solidFill>
                    <a:srgbClr val="475569"/>
                  </a:solidFill>
                  <a:latin typeface="Noto Sans KR"/>
                </a:rPr>
                <a:t> 및 </a:t>
              </a:r>
              <a:r>
                <a:rPr sz="1100" b="0" i="0" u="none" dirty="0" err="1">
                  <a:solidFill>
                    <a:srgbClr val="475569"/>
                  </a:solidFill>
                  <a:latin typeface="Noto Sans KR"/>
                </a:rPr>
                <a:t>수정</a:t>
              </a:r>
              <a:r>
                <a:rPr sz="1100" b="0" i="0" u="none" dirty="0">
                  <a:solidFill>
                    <a:srgbClr val="475569"/>
                  </a:solidFill>
                  <a:latin typeface="Noto Sans KR"/>
                </a:rPr>
                <a:t> </a:t>
              </a:r>
              <a:r>
                <a:rPr sz="1100" b="0" i="0" u="none" dirty="0" err="1">
                  <a:solidFill>
                    <a:srgbClr val="475569"/>
                  </a:solidFill>
                  <a:latin typeface="Noto Sans KR"/>
                </a:rPr>
                <a:t>요청</a:t>
              </a:r>
              <a:r>
                <a:rPr sz="1100" b="0" i="0" u="none" dirty="0">
                  <a:solidFill>
                    <a:srgbClr val="475569"/>
                  </a:solidFill>
                  <a:latin typeface="Noto Sans KR"/>
                </a:rPr>
                <a:t> </a:t>
              </a:r>
              <a:r>
                <a:rPr sz="1100" b="0" i="0" u="none" dirty="0" err="1">
                  <a:solidFill>
                    <a:srgbClr val="475569"/>
                  </a:solidFill>
                  <a:latin typeface="Noto Sans KR"/>
                </a:rPr>
                <a:t>반복</a:t>
              </a:r>
              <a:r>
                <a:rPr sz="1100" b="0" i="0" u="none" dirty="0">
                  <a:solidFill>
                    <a:srgbClr val="475569"/>
                  </a:solidFill>
                  <a:latin typeface="Noto Sans KR"/>
                </a:rPr>
                <a:t> </a:t>
              </a:r>
              <a:r>
                <a:rPr sz="1100" b="0" i="0" u="none" dirty="0" err="1">
                  <a:solidFill>
                    <a:srgbClr val="475569"/>
                  </a:solidFill>
                  <a:latin typeface="Noto Sans KR"/>
                </a:rPr>
                <a:t>발생</a:t>
              </a:r>
              <a:endParaRPr sz="1100" b="0" i="0" u="none" dirty="0">
                <a:solidFill>
                  <a:srgbClr val="475569"/>
                </a:solidFill>
                <a:latin typeface="Noto Sans KR"/>
              </a:endParaRPr>
            </a:p>
          </p:txBody>
        </p:sp>
        <p:pic>
          <p:nvPicPr>
            <p:cNvPr id="13" name="Picture 12" descr="image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57077" y="2365747"/>
              <a:ext cx="172814" cy="185327"/>
            </a:xfrm>
            <a:prstGeom prst="rect">
              <a:avLst/>
            </a:prstGeom>
          </p:spPr>
        </p:pic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8151A891-C40A-5799-54F4-CF1BACD075CF}"/>
              </a:ext>
            </a:extLst>
          </p:cNvPr>
          <p:cNvGrpSpPr/>
          <p:nvPr/>
        </p:nvGrpSpPr>
        <p:grpSpPr>
          <a:xfrm>
            <a:off x="6289423" y="2008149"/>
            <a:ext cx="5414521" cy="1578483"/>
            <a:chOff x="6289423" y="2008149"/>
            <a:chExt cx="5414521" cy="1578483"/>
          </a:xfrm>
        </p:grpSpPr>
        <p:pic>
          <p:nvPicPr>
            <p:cNvPr id="5" name="Picture 4" descr="image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289423" y="2008149"/>
              <a:ext cx="5414521" cy="1578483"/>
            </a:xfrm>
            <a:prstGeom prst="rect">
              <a:avLst/>
            </a:prstGeom>
          </p:spPr>
        </p:pic>
        <p:sp>
          <p:nvSpPr>
            <p:cNvPr id="10" name="TextBox 9"/>
            <p:cNvSpPr txBox="1"/>
            <p:nvPr/>
          </p:nvSpPr>
          <p:spPr>
            <a:xfrm>
              <a:off x="6843063" y="2330882"/>
              <a:ext cx="4749343" cy="23083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/>
              <a:r>
                <a:rPr lang="ko-KR" altLang="en-US" sz="1500" b="1" i="0" u="none" dirty="0">
                  <a:solidFill>
                    <a:srgbClr val="1E293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문제</a:t>
              </a:r>
              <a:r>
                <a:rPr sz="1500" b="1" i="0" u="none" dirty="0">
                  <a:solidFill>
                    <a:srgbClr val="1E293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 </a:t>
              </a:r>
              <a:r>
                <a:rPr sz="1500" b="1" i="0" u="none" dirty="0">
                  <a:solidFill>
                    <a:srgbClr val="1E293B"/>
                  </a:solidFill>
                  <a:latin typeface="Noto Sans KR"/>
                </a:rPr>
                <a:t>2. </a:t>
              </a:r>
              <a:r>
                <a:rPr sz="1500" b="1" i="0" u="none" dirty="0" err="1">
                  <a:solidFill>
                    <a:srgbClr val="1E293B"/>
                  </a:solidFill>
                  <a:latin typeface="Noto Sans KR"/>
                </a:rPr>
                <a:t>비효율적</a:t>
              </a:r>
              <a:r>
                <a:rPr sz="1500" b="1" i="0" u="none" dirty="0">
                  <a:solidFill>
                    <a:srgbClr val="1E293B"/>
                  </a:solidFill>
                  <a:latin typeface="Noto Sans KR"/>
                </a:rPr>
                <a:t> </a:t>
              </a:r>
              <a:r>
                <a:rPr sz="1500" b="1" i="0" u="none" dirty="0" err="1">
                  <a:solidFill>
                    <a:srgbClr val="1E293B"/>
                  </a:solidFill>
                  <a:latin typeface="Noto Sans KR"/>
                </a:rPr>
                <a:t>단순</a:t>
              </a:r>
              <a:r>
                <a:rPr sz="1500" b="1" i="0" u="none" dirty="0">
                  <a:solidFill>
                    <a:srgbClr val="1E293B"/>
                  </a:solidFill>
                  <a:latin typeface="Noto Sans KR"/>
                </a:rPr>
                <a:t> </a:t>
              </a:r>
              <a:r>
                <a:rPr sz="1500" b="1" i="0" u="none" dirty="0" err="1">
                  <a:solidFill>
                    <a:srgbClr val="1E293B"/>
                  </a:solidFill>
                  <a:latin typeface="Noto Sans KR"/>
                </a:rPr>
                <a:t>문의</a:t>
              </a:r>
              <a:r>
                <a:rPr sz="1500" b="1" i="0" u="none" dirty="0">
                  <a:solidFill>
                    <a:srgbClr val="1E293B"/>
                  </a:solidFill>
                  <a:latin typeface="Noto Sans KR"/>
                </a:rPr>
                <a:t> </a:t>
              </a:r>
              <a:r>
                <a:rPr sz="1500" b="1" i="0" u="none" dirty="0" err="1">
                  <a:solidFill>
                    <a:srgbClr val="1E293B"/>
                  </a:solidFill>
                  <a:latin typeface="Noto Sans KR"/>
                </a:rPr>
                <a:t>증대</a:t>
              </a:r>
              <a:endParaRPr sz="1500" b="1" i="0" u="none" dirty="0">
                <a:solidFill>
                  <a:srgbClr val="1E293B"/>
                </a:solidFill>
                <a:latin typeface="Noto Sans KR"/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584698" y="2741574"/>
              <a:ext cx="4869008" cy="46923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ts val="1920"/>
                </a:lnSpc>
              </a:pPr>
              <a:r>
                <a:rPr sz="1100" b="0" i="0" u="none" dirty="0">
                  <a:solidFill>
                    <a:srgbClr val="475569"/>
                  </a:solidFill>
                  <a:latin typeface="Noto Sans KR"/>
                </a:rPr>
                <a:t>• </a:t>
              </a:r>
              <a:r>
                <a:rPr sz="1100" b="0" i="0" u="none" dirty="0" err="1">
                  <a:solidFill>
                    <a:srgbClr val="475569"/>
                  </a:solidFill>
                  <a:latin typeface="Noto Sans KR"/>
                </a:rPr>
                <a:t>표준</a:t>
              </a:r>
              <a:r>
                <a:rPr sz="1100" b="0" i="0" u="none" dirty="0">
                  <a:solidFill>
                    <a:srgbClr val="475569"/>
                  </a:solidFill>
                  <a:latin typeface="Noto Sans KR"/>
                </a:rPr>
                <a:t> </a:t>
              </a:r>
              <a:r>
                <a:rPr sz="1100" b="0" i="0" u="none" dirty="0" err="1">
                  <a:solidFill>
                    <a:srgbClr val="475569"/>
                  </a:solidFill>
                  <a:latin typeface="Noto Sans KR"/>
                </a:rPr>
                <a:t>매뉴얼</a:t>
              </a:r>
              <a:r>
                <a:rPr sz="1100" b="0" i="0" u="none" dirty="0">
                  <a:solidFill>
                    <a:srgbClr val="475569"/>
                  </a:solidFill>
                  <a:latin typeface="Noto Sans KR"/>
                </a:rPr>
                <a:t> </a:t>
              </a:r>
              <a:r>
                <a:rPr sz="1100" b="0" i="0" u="none" dirty="0" err="1">
                  <a:solidFill>
                    <a:srgbClr val="475569"/>
                  </a:solidFill>
                  <a:latin typeface="Noto Sans KR"/>
                </a:rPr>
                <a:t>부재로</a:t>
              </a:r>
              <a:r>
                <a:rPr sz="1100" b="0" i="0" u="none" dirty="0">
                  <a:solidFill>
                    <a:srgbClr val="475569"/>
                  </a:solidFill>
                  <a:latin typeface="Noto Sans KR"/>
                </a:rPr>
                <a:t> </a:t>
              </a:r>
              <a:r>
                <a:rPr sz="1100" b="0" i="0" u="none" dirty="0" err="1">
                  <a:solidFill>
                    <a:srgbClr val="475569"/>
                  </a:solidFill>
                  <a:latin typeface="Noto Sans KR"/>
                </a:rPr>
                <a:t>개인적</a:t>
              </a:r>
              <a:r>
                <a:rPr sz="1100" b="0" i="0" u="none" dirty="0">
                  <a:solidFill>
                    <a:srgbClr val="475569"/>
                  </a:solidFill>
                  <a:latin typeface="Noto Sans KR"/>
                </a:rPr>
                <a:t> </a:t>
              </a:r>
              <a:r>
                <a:rPr sz="1100" b="0" i="0" u="none" dirty="0" err="1">
                  <a:solidFill>
                    <a:srgbClr val="475569"/>
                  </a:solidFill>
                  <a:latin typeface="Noto Sans KR"/>
                </a:rPr>
                <a:t>질의</a:t>
              </a:r>
              <a:r>
                <a:rPr sz="1100" b="0" i="0" u="none" dirty="0">
                  <a:solidFill>
                    <a:srgbClr val="475569"/>
                  </a:solidFill>
                  <a:latin typeface="Noto Sans KR"/>
                </a:rPr>
                <a:t> </a:t>
              </a:r>
              <a:r>
                <a:rPr sz="1100" b="0" i="0" u="none" dirty="0" err="1">
                  <a:solidFill>
                    <a:srgbClr val="475569"/>
                  </a:solidFill>
                  <a:latin typeface="Noto Sans KR"/>
                </a:rPr>
                <a:t>소모시간</a:t>
              </a:r>
              <a:r>
                <a:rPr sz="1100" b="0" i="0" u="none" dirty="0">
                  <a:solidFill>
                    <a:srgbClr val="475569"/>
                  </a:solidFill>
                  <a:latin typeface="Noto Sans KR"/>
                </a:rPr>
                <a:t> </a:t>
              </a:r>
              <a:r>
                <a:rPr sz="1100" b="0" i="0" u="none" dirty="0" err="1">
                  <a:solidFill>
                    <a:srgbClr val="475569"/>
                  </a:solidFill>
                  <a:latin typeface="Noto Sans KR"/>
                </a:rPr>
                <a:t>과다</a:t>
              </a:r>
              <a:r>
                <a:rPr sz="1100" dirty="0"/>
                <a:t>
</a:t>
              </a:r>
              <a:r>
                <a:rPr sz="1100" b="0" i="0" u="none" dirty="0">
                  <a:solidFill>
                    <a:srgbClr val="475569"/>
                  </a:solidFill>
                  <a:latin typeface="Noto Sans KR"/>
                </a:rPr>
                <a:t>• </a:t>
              </a:r>
              <a:r>
                <a:rPr sz="1100" b="0" i="0" u="none" dirty="0" err="1">
                  <a:solidFill>
                    <a:srgbClr val="475569"/>
                  </a:solidFill>
                  <a:latin typeface="Noto Sans KR"/>
                </a:rPr>
                <a:t>반복적인</a:t>
              </a:r>
              <a:r>
                <a:rPr sz="1100" b="0" i="0" u="none" dirty="0">
                  <a:solidFill>
                    <a:srgbClr val="475569"/>
                  </a:solidFill>
                  <a:latin typeface="Noto Sans KR"/>
                </a:rPr>
                <a:t> </a:t>
              </a:r>
              <a:r>
                <a:rPr sz="1100" b="0" i="0" u="none" dirty="0" err="1">
                  <a:solidFill>
                    <a:srgbClr val="475569"/>
                  </a:solidFill>
                  <a:latin typeface="Noto Sans KR"/>
                </a:rPr>
                <a:t>단순</a:t>
              </a:r>
              <a:r>
                <a:rPr sz="1100" b="0" i="0" u="none" dirty="0">
                  <a:solidFill>
                    <a:srgbClr val="475569"/>
                  </a:solidFill>
                  <a:latin typeface="Noto Sans KR"/>
                </a:rPr>
                <a:t> </a:t>
              </a:r>
              <a:r>
                <a:rPr sz="1100" b="0" i="0" u="none" dirty="0" err="1">
                  <a:solidFill>
                    <a:srgbClr val="475569"/>
                  </a:solidFill>
                  <a:latin typeface="Noto Sans KR"/>
                </a:rPr>
                <a:t>질의응답</a:t>
              </a:r>
              <a:r>
                <a:rPr sz="1100" b="0" i="0" u="none" dirty="0">
                  <a:solidFill>
                    <a:srgbClr val="475569"/>
                  </a:solidFill>
                  <a:latin typeface="Noto Sans KR"/>
                </a:rPr>
                <a:t> </a:t>
              </a:r>
              <a:r>
                <a:rPr sz="1100" b="0" i="0" u="none" dirty="0" err="1">
                  <a:solidFill>
                    <a:srgbClr val="475569"/>
                  </a:solidFill>
                  <a:latin typeface="Noto Sans KR"/>
                </a:rPr>
                <a:t>대응으로</a:t>
              </a:r>
              <a:r>
                <a:rPr sz="1100" b="0" i="0" u="none" dirty="0">
                  <a:solidFill>
                    <a:srgbClr val="475569"/>
                  </a:solidFill>
                  <a:latin typeface="Noto Sans KR"/>
                </a:rPr>
                <a:t> </a:t>
              </a:r>
              <a:r>
                <a:rPr sz="1100" b="0" i="0" u="none" dirty="0" err="1">
                  <a:solidFill>
                    <a:srgbClr val="475569"/>
                  </a:solidFill>
                  <a:latin typeface="Noto Sans KR"/>
                </a:rPr>
                <a:t>회계팀의</a:t>
              </a:r>
              <a:r>
                <a:rPr sz="1100" b="0" i="0" u="none" dirty="0">
                  <a:solidFill>
                    <a:srgbClr val="475569"/>
                  </a:solidFill>
                  <a:latin typeface="Noto Sans KR"/>
                </a:rPr>
                <a:t> </a:t>
              </a:r>
              <a:r>
                <a:rPr sz="1100" b="0" i="0" u="none" dirty="0" err="1">
                  <a:solidFill>
                    <a:srgbClr val="475569"/>
                  </a:solidFill>
                  <a:latin typeface="Noto Sans KR"/>
                </a:rPr>
                <a:t>핵심</a:t>
              </a:r>
              <a:r>
                <a:rPr sz="1100" b="0" i="0" u="none" dirty="0">
                  <a:solidFill>
                    <a:srgbClr val="475569"/>
                  </a:solidFill>
                  <a:latin typeface="Noto Sans KR"/>
                </a:rPr>
                <a:t> </a:t>
              </a:r>
              <a:r>
                <a:rPr sz="1100" b="0" i="0" u="none" dirty="0" err="1">
                  <a:solidFill>
                    <a:srgbClr val="475569"/>
                  </a:solidFill>
                  <a:latin typeface="Noto Sans KR"/>
                </a:rPr>
                <a:t>업무</a:t>
              </a:r>
              <a:r>
                <a:rPr sz="1100" b="0" i="0" u="none" dirty="0">
                  <a:solidFill>
                    <a:srgbClr val="475569"/>
                  </a:solidFill>
                  <a:latin typeface="Noto Sans KR"/>
                </a:rPr>
                <a:t> </a:t>
              </a:r>
              <a:r>
                <a:rPr sz="1100" b="0" i="0" u="none" dirty="0" err="1">
                  <a:solidFill>
                    <a:srgbClr val="475569"/>
                  </a:solidFill>
                  <a:latin typeface="Noto Sans KR"/>
                </a:rPr>
                <a:t>집중</a:t>
              </a:r>
              <a:r>
                <a:rPr sz="1100" b="0" i="0" u="none" dirty="0">
                  <a:solidFill>
                    <a:srgbClr val="475569"/>
                  </a:solidFill>
                  <a:latin typeface="Noto Sans KR"/>
                </a:rPr>
                <a:t> </a:t>
              </a:r>
              <a:r>
                <a:rPr sz="1100" b="0" i="0" u="none" dirty="0" err="1">
                  <a:solidFill>
                    <a:srgbClr val="475569"/>
                  </a:solidFill>
                  <a:latin typeface="Noto Sans KR"/>
                </a:rPr>
                <a:t>방해</a:t>
              </a:r>
              <a:endParaRPr sz="1100" b="0" i="0" u="none" dirty="0">
                <a:solidFill>
                  <a:srgbClr val="475569"/>
                </a:solidFill>
                <a:latin typeface="Noto Sans KR"/>
              </a:endParaRPr>
            </a:p>
          </p:txBody>
        </p:sp>
        <p:pic>
          <p:nvPicPr>
            <p:cNvPr id="14" name="Picture 13" descr="image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575000" y="2365747"/>
              <a:ext cx="172814" cy="185327"/>
            </a:xfrm>
            <a:prstGeom prst="rect">
              <a:avLst/>
            </a:prstGeom>
          </p:spPr>
        </p:pic>
      </p:grpSp>
      <p:sp>
        <p:nvSpPr>
          <p:cNvPr id="15" name="TextBox 14"/>
          <p:cNvSpPr txBox="1"/>
          <p:nvPr/>
        </p:nvSpPr>
        <p:spPr>
          <a:xfrm>
            <a:off x="571500" y="476250"/>
            <a:ext cx="1160145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550" b="1" i="0" u="none" dirty="0" err="1">
                <a:solidFill>
                  <a:srgbClr val="0F172A"/>
                </a:solidFill>
                <a:latin typeface="Noto Sans KR"/>
              </a:rPr>
              <a:t>배경</a:t>
            </a:r>
            <a:r>
              <a:rPr sz="2550" b="1" i="0" u="none" dirty="0">
                <a:solidFill>
                  <a:srgbClr val="0F172A"/>
                </a:solidFill>
                <a:latin typeface="Noto Sans KR"/>
              </a:rPr>
              <a:t> 및 </a:t>
            </a:r>
            <a:r>
              <a:rPr sz="2550" b="1" i="0" u="none" dirty="0" err="1">
                <a:solidFill>
                  <a:srgbClr val="0F172A"/>
                </a:solidFill>
                <a:latin typeface="Noto Sans KR"/>
              </a:rPr>
              <a:t>문제</a:t>
            </a:r>
            <a:r>
              <a:rPr sz="2550" b="1" i="0" u="none" dirty="0">
                <a:solidFill>
                  <a:srgbClr val="0F172A"/>
                </a:solidFill>
                <a:latin typeface="Noto Sans KR"/>
              </a:rPr>
              <a:t> </a:t>
            </a:r>
            <a:r>
              <a:rPr sz="2550" b="1" i="0" u="none" dirty="0" err="1">
                <a:solidFill>
                  <a:srgbClr val="0F172A"/>
                </a:solidFill>
                <a:latin typeface="Noto Sans KR"/>
              </a:rPr>
              <a:t>정의</a:t>
            </a:r>
            <a:endParaRPr sz="2550" b="1" i="0" u="none" dirty="0">
              <a:solidFill>
                <a:srgbClr val="0F172A"/>
              </a:solidFill>
              <a:latin typeface="Noto Sans KR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571500" y="1047750"/>
            <a:ext cx="11049000" cy="190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4663B99A-0476-F4EA-D324-06510DA76567}"/>
              </a:ext>
            </a:extLst>
          </p:cNvPr>
          <p:cNvGrpSpPr/>
          <p:nvPr/>
        </p:nvGrpSpPr>
        <p:grpSpPr>
          <a:xfrm>
            <a:off x="5321430" y="6529300"/>
            <a:ext cx="1549140" cy="179136"/>
            <a:chOff x="3396462" y="5633787"/>
            <a:chExt cx="4502939" cy="520700"/>
          </a:xfrm>
        </p:grpSpPr>
        <p:pic>
          <p:nvPicPr>
            <p:cNvPr id="21" name="그림 20">
              <a:extLst>
                <a:ext uri="{FF2B5EF4-FFF2-40B4-BE49-F238E27FC236}">
                  <a16:creationId xmlns:a16="http://schemas.microsoft.com/office/drawing/2014/main" id="{F9C583CF-DD28-9425-D8B0-3C160C85CC3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396462" y="5633787"/>
              <a:ext cx="2152891" cy="520699"/>
            </a:xfrm>
            <a:prstGeom prst="rect">
              <a:avLst/>
            </a:prstGeom>
          </p:spPr>
        </p:pic>
        <p:pic>
          <p:nvPicPr>
            <p:cNvPr id="22" name="그림 21" descr="COWORKER">
              <a:extLst>
                <a:ext uri="{FF2B5EF4-FFF2-40B4-BE49-F238E27FC236}">
                  <a16:creationId xmlns:a16="http://schemas.microsoft.com/office/drawing/2014/main" id="{CABBB9B8-5C8E-E43D-6A79-213F9A10CC8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5816601" y="5633787"/>
              <a:ext cx="2082800" cy="520700"/>
            </a:xfrm>
            <a:prstGeom prst="rect">
              <a:avLst/>
            </a:prstGeom>
          </p:spPr>
        </p:pic>
      </p:grpSp>
      <p:grpSp>
        <p:nvGrpSpPr>
          <p:cNvPr id="7" name="그룹 6">
            <a:extLst>
              <a:ext uri="{FF2B5EF4-FFF2-40B4-BE49-F238E27FC236}">
                <a16:creationId xmlns:a16="http://schemas.microsoft.com/office/drawing/2014/main" id="{92AA9CB0-C22F-1163-88E6-CFE28FC07FE1}"/>
              </a:ext>
            </a:extLst>
          </p:cNvPr>
          <p:cNvGrpSpPr/>
          <p:nvPr/>
        </p:nvGrpSpPr>
        <p:grpSpPr>
          <a:xfrm>
            <a:off x="3124200" y="4275559"/>
            <a:ext cx="6081113" cy="1098347"/>
            <a:chOff x="3124200" y="4275559"/>
            <a:chExt cx="6081113" cy="1098347"/>
          </a:xfrm>
        </p:grpSpPr>
        <p:pic>
          <p:nvPicPr>
            <p:cNvPr id="19" name="Picture 2" descr="image.png">
              <a:extLst>
                <a:ext uri="{FF2B5EF4-FFF2-40B4-BE49-F238E27FC236}">
                  <a16:creationId xmlns:a16="http://schemas.microsoft.com/office/drawing/2014/main" id="{96EAEB87-C5B9-996C-3B86-66911787C4C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3124200" y="4275559"/>
              <a:ext cx="6081113" cy="1098347"/>
            </a:xfrm>
            <a:prstGeom prst="rect">
              <a:avLst/>
            </a:prstGeom>
          </p:spPr>
        </p:pic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4078EB7F-AE83-05A4-4E9C-2C6647B05586}"/>
                </a:ext>
              </a:extLst>
            </p:cNvPr>
            <p:cNvSpPr txBox="1"/>
            <p:nvPr/>
          </p:nvSpPr>
          <p:spPr>
            <a:xfrm>
              <a:off x="3301279" y="4644552"/>
              <a:ext cx="1208785" cy="260584"/>
            </a:xfrm>
            <a:prstGeom prst="rect">
              <a:avLst/>
            </a:prstGeom>
            <a:noFill/>
          </p:spPr>
          <p:txBody>
            <a:bodyPr wrap="square" lIns="209698" tIns="0" rIns="0" bIns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ko-KR" altLang="en-US" sz="1600" b="1" i="0" u="none" dirty="0">
                  <a:solidFill>
                    <a:srgbClr val="1E3A8A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개선 솔루션</a:t>
              </a:r>
              <a:endParaRPr sz="1600" b="1" i="0" u="none" dirty="0">
                <a:solidFill>
                  <a:srgbClr val="1E3A8A"/>
                </a:solidFill>
                <a:latin typeface="Noto Sans KR" panose="020B0200000000000000" pitchFamily="50" charset="-127"/>
                <a:ea typeface="Noto Sans KR" panose="020B0200000000000000" pitchFamily="50" charset="-127"/>
              </a:endParaRPr>
            </a:p>
          </p:txBody>
        </p:sp>
        <p:pic>
          <p:nvPicPr>
            <p:cNvPr id="28" name="Picture 11" descr="image.png">
              <a:extLst>
                <a:ext uri="{FF2B5EF4-FFF2-40B4-BE49-F238E27FC236}">
                  <a16:creationId xmlns:a16="http://schemas.microsoft.com/office/drawing/2014/main" id="{1D1E26E3-74C7-08F8-CDBA-42CAD08967A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3330351" y="4577092"/>
              <a:ext cx="124067" cy="168971"/>
            </a:xfrm>
            <a:prstGeom prst="rect">
              <a:avLst/>
            </a:prstGeom>
          </p:spPr>
        </p:pic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F4A1A8B-C0B9-A5F9-44E0-9A050E789718}"/>
                </a:ext>
              </a:extLst>
            </p:cNvPr>
            <p:cNvSpPr txBox="1"/>
            <p:nvPr/>
          </p:nvSpPr>
          <p:spPr>
            <a:xfrm>
              <a:off x="4861966" y="4432898"/>
              <a:ext cx="3971872" cy="7699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ts val="1800"/>
                </a:lnSpc>
              </a:pPr>
              <a:r>
                <a:rPr lang="en-US" altLang="ko-KR" sz="1400" b="0" i="0" u="none" dirty="0">
                  <a:solidFill>
                    <a:srgbClr val="64748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• </a:t>
              </a:r>
              <a:r>
                <a:rPr lang="en-US" altLang="ko-KR" sz="1400" b="1" i="0" u="none" dirty="0">
                  <a:solidFill>
                    <a:srgbClr val="64748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Google Apps Script </a:t>
              </a:r>
              <a:r>
                <a:rPr lang="ko-KR" altLang="en-US" sz="1400" b="1" i="0" u="none" dirty="0">
                  <a:solidFill>
                    <a:srgbClr val="64748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기반 회계 </a:t>
              </a:r>
              <a:r>
                <a:rPr lang="en-US" altLang="ko-KR" sz="1400" b="1" i="0" u="none" dirty="0">
                  <a:solidFill>
                    <a:srgbClr val="64748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Wiki </a:t>
              </a:r>
              <a:r>
                <a:rPr lang="ko-KR" altLang="en-US" sz="1400" b="1" i="0" u="none" dirty="0" err="1">
                  <a:solidFill>
                    <a:srgbClr val="64748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웹앱</a:t>
              </a:r>
              <a:r>
                <a:rPr lang="ko-KR" altLang="en-US" sz="1400" b="0" i="0" u="none" dirty="0">
                  <a:solidFill>
                    <a:srgbClr val="64748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 구축</a:t>
              </a:r>
              <a:r>
                <a:rPr lang="ko-KR" altLang="en-US" sz="1400" dirty="0">
                  <a:latin typeface="Noto Sans KR" panose="020B0200000000000000" pitchFamily="50" charset="-127"/>
                  <a:ea typeface="Noto Sans KR" panose="020B0200000000000000" pitchFamily="50" charset="-127"/>
                </a:rPr>
                <a:t>
</a:t>
              </a:r>
              <a:r>
                <a:rPr lang="en-US" altLang="ko-KR" sz="1400" b="0" i="0" u="none" dirty="0">
                  <a:solidFill>
                    <a:srgbClr val="64748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• </a:t>
              </a:r>
              <a:r>
                <a:rPr lang="ko-KR" altLang="en-US" sz="1400" b="0" i="0" u="none" dirty="0">
                  <a:solidFill>
                    <a:srgbClr val="64748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매출 유형별</a:t>
              </a:r>
              <a:r>
                <a:rPr lang="en-US" altLang="ko-KR" sz="1400" b="0" i="0" u="none" dirty="0">
                  <a:solidFill>
                    <a:srgbClr val="64748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 </a:t>
              </a:r>
              <a:r>
                <a:rPr lang="ko-KR" altLang="en-US" sz="1400" b="0" i="0" u="none" dirty="0">
                  <a:solidFill>
                    <a:srgbClr val="64748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세분화 가이드</a:t>
              </a:r>
              <a:r>
                <a:rPr lang="ko-KR" altLang="en-US" sz="1400" dirty="0">
                  <a:latin typeface="Noto Sans KR" panose="020B0200000000000000" pitchFamily="50" charset="-127"/>
                  <a:ea typeface="Noto Sans KR" panose="020B0200000000000000" pitchFamily="50" charset="-127"/>
                </a:rPr>
                <a:t>
</a:t>
              </a:r>
              <a:r>
                <a:rPr lang="en-US" altLang="ko-KR" sz="1400" b="0" i="0" u="none" dirty="0">
                  <a:solidFill>
                    <a:srgbClr val="64748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• </a:t>
              </a:r>
              <a:r>
                <a:rPr lang="ko-KR" altLang="en-US" sz="1400" b="0" i="0" u="none" dirty="0">
                  <a:solidFill>
                    <a:srgbClr val="64748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용어 사전 및 실시간 환율 처리 기준 일체화 제공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B52358-297F-EA1C-4607-D52289A9C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B7E2E41E-771E-AAC8-0108-BBFC0DEA48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Picture 5" descr="image.png">
            <a:extLst>
              <a:ext uri="{FF2B5EF4-FFF2-40B4-BE49-F238E27FC236}">
                <a16:creationId xmlns:a16="http://schemas.microsoft.com/office/drawing/2014/main" id="{D8816E33-8006-2237-8193-55D8820359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0201" y="552450"/>
            <a:ext cx="1200298" cy="28575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21CD10C-D346-7BA8-0C9C-3AB468DCABCF}"/>
              </a:ext>
            </a:extLst>
          </p:cNvPr>
          <p:cNvSpPr txBox="1"/>
          <p:nvPr/>
        </p:nvSpPr>
        <p:spPr>
          <a:xfrm>
            <a:off x="571500" y="508642"/>
            <a:ext cx="11601450" cy="3924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ko-KR" altLang="en-US" sz="2550" b="1" dirty="0">
                <a:solidFill>
                  <a:srgbClr val="0F172A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발견한 이슈</a:t>
            </a:r>
            <a:endParaRPr sz="2550" b="1" i="0" u="none" dirty="0">
              <a:solidFill>
                <a:srgbClr val="0F172A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5EB7551-FC3D-DB8B-BAC7-42E370285FB3}"/>
              </a:ext>
            </a:extLst>
          </p:cNvPr>
          <p:cNvSpPr/>
          <p:nvPr/>
        </p:nvSpPr>
        <p:spPr>
          <a:xfrm>
            <a:off x="571500" y="1047750"/>
            <a:ext cx="11049000" cy="190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27FFF21B-B535-A591-81C6-4A13406F88CF}"/>
              </a:ext>
            </a:extLst>
          </p:cNvPr>
          <p:cNvGrpSpPr/>
          <p:nvPr/>
        </p:nvGrpSpPr>
        <p:grpSpPr>
          <a:xfrm>
            <a:off x="489768" y="1213494"/>
            <a:ext cx="11242650" cy="2472490"/>
            <a:chOff x="489768" y="1213494"/>
            <a:chExt cx="11242650" cy="2472490"/>
          </a:xfrm>
        </p:grpSpPr>
        <p:pic>
          <p:nvPicPr>
            <p:cNvPr id="26" name="그림 25">
              <a:extLst>
                <a:ext uri="{FF2B5EF4-FFF2-40B4-BE49-F238E27FC236}">
                  <a16:creationId xmlns:a16="http://schemas.microsoft.com/office/drawing/2014/main" id="{C4876FEA-CB79-FDB5-C47B-457A973C508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48044" b="-1"/>
            <a:stretch>
              <a:fillRect/>
            </a:stretch>
          </p:blipFill>
          <p:spPr>
            <a:xfrm>
              <a:off x="489768" y="1213494"/>
              <a:ext cx="6908775" cy="24724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" name="Picture 3" descr="image.png">
              <a:extLst>
                <a:ext uri="{FF2B5EF4-FFF2-40B4-BE49-F238E27FC236}">
                  <a16:creationId xmlns:a16="http://schemas.microsoft.com/office/drawing/2014/main" id="{FAAE26A8-E82B-4E18-A9CD-9E4D3AF9427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569993" y="1783084"/>
              <a:ext cx="4162425" cy="1483026"/>
            </a:xfrm>
            <a:prstGeom prst="rect">
              <a:avLst/>
            </a:prstGeom>
          </p:spPr>
        </p:pic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9A952BDF-0A58-C8B7-D162-49FFCDF93EED}"/>
                </a:ext>
              </a:extLst>
            </p:cNvPr>
            <p:cNvSpPr txBox="1"/>
            <p:nvPr/>
          </p:nvSpPr>
          <p:spPr>
            <a:xfrm>
              <a:off x="7865268" y="2115342"/>
              <a:ext cx="2241549" cy="23083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/>
              <a:r>
                <a:rPr lang="ko-KR" altLang="en-US" sz="1500" b="1" dirty="0">
                  <a:solidFill>
                    <a:srgbClr val="1E293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사례 </a:t>
              </a:r>
              <a:r>
                <a:rPr lang="en-US" altLang="ko-KR" sz="1500" b="1" dirty="0">
                  <a:solidFill>
                    <a:srgbClr val="1E293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1. </a:t>
              </a:r>
              <a:r>
                <a:rPr lang="ko-KR" altLang="en-US" sz="1500" b="1" dirty="0">
                  <a:solidFill>
                    <a:srgbClr val="1E293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계정과목 분류 오류</a:t>
              </a:r>
              <a:endParaRPr sz="1500" b="1" i="0" u="none" dirty="0">
                <a:solidFill>
                  <a:srgbClr val="1E293B"/>
                </a:solidFill>
                <a:latin typeface="Noto Sans KR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2D36F48D-5BC7-BB06-1F51-9231650CB7B0}"/>
                </a:ext>
              </a:extLst>
            </p:cNvPr>
            <p:cNvSpPr txBox="1"/>
            <p:nvPr/>
          </p:nvSpPr>
          <p:spPr>
            <a:xfrm>
              <a:off x="7865268" y="2516509"/>
              <a:ext cx="3695700" cy="46230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>
                <a:lnSpc>
                  <a:spcPts val="1920"/>
                </a:lnSpc>
              </a:pPr>
              <a:r>
                <a:rPr lang="ko-KR" altLang="en-US" sz="1100" dirty="0">
                  <a:latin typeface="Noto Sans KR" panose="020B0200000000000000" pitchFamily="50" charset="-127"/>
                  <a:ea typeface="Noto Sans KR" panose="020B0200000000000000" pitchFamily="50" charset="-127"/>
                </a:rPr>
                <a:t>정식 연재 원가</a:t>
              </a:r>
              <a:r>
                <a:rPr lang="en-US" altLang="ko-KR" sz="1100" dirty="0">
                  <a:latin typeface="Noto Sans KR" panose="020B0200000000000000" pitchFamily="50" charset="-127"/>
                  <a:ea typeface="Noto Sans KR" panose="020B0200000000000000" pitchFamily="50" charset="-127"/>
                </a:rPr>
                <a:t>(</a:t>
              </a:r>
              <a:r>
                <a:rPr lang="ko-KR" altLang="en-US" sz="1100" dirty="0">
                  <a:latin typeface="Noto Sans KR" panose="020B0200000000000000" pitchFamily="50" charset="-127"/>
                  <a:ea typeface="Noto Sans KR" panose="020B0200000000000000" pitchFamily="50" charset="-127"/>
                </a:rPr>
                <a:t>서비스매출원가</a:t>
              </a:r>
              <a:r>
                <a:rPr lang="en-US" altLang="ko-KR" sz="1100" dirty="0">
                  <a:latin typeface="Noto Sans KR" panose="020B0200000000000000" pitchFamily="50" charset="-127"/>
                  <a:ea typeface="Noto Sans KR" panose="020B0200000000000000" pitchFamily="50" charset="-127"/>
                </a:rPr>
                <a:t>)</a:t>
              </a:r>
              <a:r>
                <a:rPr lang="ko-KR" altLang="en-US" sz="1100" dirty="0">
                  <a:latin typeface="Noto Sans KR" panose="020B0200000000000000" pitchFamily="50" charset="-127"/>
                  <a:ea typeface="Noto Sans KR" panose="020B0200000000000000" pitchFamily="50" charset="-127"/>
                </a:rPr>
                <a:t>와 테스트 비용</a:t>
              </a:r>
              <a:r>
                <a:rPr lang="en-US" altLang="ko-KR" sz="1100" dirty="0">
                  <a:latin typeface="Noto Sans KR" panose="020B0200000000000000" pitchFamily="50" charset="-127"/>
                  <a:ea typeface="Noto Sans KR" panose="020B0200000000000000" pitchFamily="50" charset="-127"/>
                </a:rPr>
                <a:t>(</a:t>
              </a:r>
              <a:r>
                <a:rPr lang="ko-KR" altLang="en-US" sz="1100" dirty="0">
                  <a:latin typeface="Noto Sans KR" panose="020B0200000000000000" pitchFamily="50" charset="-127"/>
                  <a:ea typeface="Noto Sans KR" panose="020B0200000000000000" pitchFamily="50" charset="-127"/>
                </a:rPr>
                <a:t>지급수수료</a:t>
              </a:r>
              <a:r>
                <a:rPr lang="en-US" altLang="ko-KR" sz="1100" dirty="0">
                  <a:latin typeface="Noto Sans KR" panose="020B0200000000000000" pitchFamily="50" charset="-127"/>
                  <a:ea typeface="Noto Sans KR" panose="020B0200000000000000" pitchFamily="50" charset="-127"/>
                </a:rPr>
                <a:t>) </a:t>
              </a:r>
              <a:r>
                <a:rPr lang="ko-KR" altLang="en-US" sz="1100" dirty="0">
                  <a:latin typeface="Noto Sans KR" panose="020B0200000000000000" pitchFamily="50" charset="-127"/>
                  <a:ea typeface="Noto Sans KR" panose="020B0200000000000000" pitchFamily="50" charset="-127"/>
                </a:rPr>
                <a:t>계정과목 혼용 작성 사례</a:t>
              </a:r>
            </a:p>
          </p:txBody>
        </p:sp>
      </p:grpSp>
      <p:grpSp>
        <p:nvGrpSpPr>
          <p:cNvPr id="4" name="그룹 3">
            <a:extLst>
              <a:ext uri="{FF2B5EF4-FFF2-40B4-BE49-F238E27FC236}">
                <a16:creationId xmlns:a16="http://schemas.microsoft.com/office/drawing/2014/main" id="{7F720611-C6DE-5E36-E1E2-B85505E273D5}"/>
              </a:ext>
            </a:extLst>
          </p:cNvPr>
          <p:cNvGrpSpPr/>
          <p:nvPr/>
        </p:nvGrpSpPr>
        <p:grpSpPr>
          <a:xfrm>
            <a:off x="395342" y="3744374"/>
            <a:ext cx="11588195" cy="2964062"/>
            <a:chOff x="395342" y="3744374"/>
            <a:chExt cx="11588195" cy="2964062"/>
          </a:xfrm>
        </p:grpSpPr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ECC68F6C-75CE-1B9D-7FE5-783D038880EC}"/>
                </a:ext>
              </a:extLst>
            </p:cNvPr>
            <p:cNvGrpSpPr/>
            <p:nvPr/>
          </p:nvGrpSpPr>
          <p:grpSpPr>
            <a:xfrm>
              <a:off x="5321430" y="6529300"/>
              <a:ext cx="1549140" cy="179136"/>
              <a:chOff x="3396462" y="5633787"/>
              <a:chExt cx="4502939" cy="520700"/>
            </a:xfrm>
          </p:grpSpPr>
          <p:pic>
            <p:nvPicPr>
              <p:cNvPr id="21" name="그림 20">
                <a:extLst>
                  <a:ext uri="{FF2B5EF4-FFF2-40B4-BE49-F238E27FC236}">
                    <a16:creationId xmlns:a16="http://schemas.microsoft.com/office/drawing/2014/main" id="{287C3E54-CD4C-78E4-ECE7-43F53A29951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396462" y="5633787"/>
                <a:ext cx="2152891" cy="520699"/>
              </a:xfrm>
              <a:prstGeom prst="rect">
                <a:avLst/>
              </a:prstGeom>
            </p:spPr>
          </p:pic>
          <p:pic>
            <p:nvPicPr>
              <p:cNvPr id="22" name="그림 21" descr="COWORKER">
                <a:extLst>
                  <a:ext uri="{FF2B5EF4-FFF2-40B4-BE49-F238E27FC236}">
                    <a16:creationId xmlns:a16="http://schemas.microsoft.com/office/drawing/2014/main" id="{A080D9B8-2AFF-1F7A-E9BF-1E94FD6D437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816601" y="5633787"/>
                <a:ext cx="2082800" cy="520700"/>
              </a:xfrm>
              <a:prstGeom prst="rect">
                <a:avLst/>
              </a:prstGeom>
            </p:spPr>
          </p:pic>
        </p:grpSp>
        <p:pic>
          <p:nvPicPr>
            <p:cNvPr id="24" name="그림 23">
              <a:extLst>
                <a:ext uri="{FF2B5EF4-FFF2-40B4-BE49-F238E27FC236}">
                  <a16:creationId xmlns:a16="http://schemas.microsoft.com/office/drawing/2014/main" id="{B04081E5-1A8A-6A72-4CA0-E704AFA9F3F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l="1402" t="54328" r="7353" b="-1322"/>
            <a:stretch>
              <a:fillRect/>
            </a:stretch>
          </p:blipFill>
          <p:spPr>
            <a:xfrm>
              <a:off x="4681593" y="3744374"/>
              <a:ext cx="7301944" cy="263536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1" name="Picture 3" descr="image.png">
              <a:extLst>
                <a:ext uri="{FF2B5EF4-FFF2-40B4-BE49-F238E27FC236}">
                  <a16:creationId xmlns:a16="http://schemas.microsoft.com/office/drawing/2014/main" id="{9CC5B732-0209-76E0-A8C8-7A259EC8E76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95342" y="4317279"/>
              <a:ext cx="4162425" cy="1483026"/>
            </a:xfrm>
            <a:prstGeom prst="rect">
              <a:avLst/>
            </a:prstGeom>
          </p:spPr>
        </p:pic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EC9F2BA5-C5B6-5F27-E9CE-2599F0DF9CB9}"/>
                </a:ext>
              </a:extLst>
            </p:cNvPr>
            <p:cNvSpPr txBox="1"/>
            <p:nvPr/>
          </p:nvSpPr>
          <p:spPr>
            <a:xfrm>
              <a:off x="690617" y="4649537"/>
              <a:ext cx="3670300" cy="23083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/>
              <a:r>
                <a:rPr lang="ko-KR" altLang="en-US" sz="1500" b="1" dirty="0">
                  <a:solidFill>
                    <a:srgbClr val="1E293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사례 </a:t>
              </a:r>
              <a:r>
                <a:rPr lang="en-US" altLang="ko-KR" sz="1500" b="1" dirty="0">
                  <a:solidFill>
                    <a:srgbClr val="1E293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2. </a:t>
              </a:r>
              <a:r>
                <a:rPr lang="ko-KR" altLang="en-US" sz="1500" b="1" dirty="0">
                  <a:solidFill>
                    <a:srgbClr val="1E293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매출 인식 시기 및 법인 간 귀속 오류</a:t>
              </a:r>
              <a:endParaRPr sz="1500" b="1" i="0" u="none" dirty="0">
                <a:solidFill>
                  <a:srgbClr val="1E293B"/>
                </a:solidFill>
                <a:latin typeface="Noto Sans KR"/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FE095AA-2D2C-9E7A-81A0-48CEE36C52FD}"/>
                </a:ext>
              </a:extLst>
            </p:cNvPr>
            <p:cNvSpPr txBox="1"/>
            <p:nvPr/>
          </p:nvSpPr>
          <p:spPr>
            <a:xfrm>
              <a:off x="690617" y="5050704"/>
              <a:ext cx="3695700" cy="46230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>
                <a:lnSpc>
                  <a:spcPts val="1920"/>
                </a:lnSpc>
              </a:pPr>
              <a:r>
                <a:rPr lang="ko-KR" altLang="en-US" sz="1100" dirty="0">
                  <a:latin typeface="Noto Sans KR" panose="020B0200000000000000" pitchFamily="50" charset="-127"/>
                  <a:ea typeface="Noto Sans KR" panose="020B0200000000000000" pitchFamily="50" charset="-127"/>
                </a:rPr>
                <a:t>연재 상태</a:t>
              </a:r>
              <a:r>
                <a:rPr lang="en-US" altLang="ko-KR" sz="1100" dirty="0">
                  <a:latin typeface="Noto Sans KR" panose="020B0200000000000000" pitchFamily="50" charset="-127"/>
                  <a:ea typeface="Noto Sans KR" panose="020B0200000000000000" pitchFamily="50" charset="-127"/>
                </a:rPr>
                <a:t>(</a:t>
              </a:r>
              <a:r>
                <a:rPr lang="ko-KR" altLang="en-US" sz="1100" dirty="0">
                  <a:latin typeface="Noto Sans KR" panose="020B0200000000000000" pitchFamily="50" charset="-127"/>
                  <a:ea typeface="Noto Sans KR" panose="020B0200000000000000" pitchFamily="50" charset="-127"/>
                </a:rPr>
                <a:t>완결 여부</a:t>
              </a:r>
              <a:r>
                <a:rPr lang="en-US" altLang="ko-KR" sz="1100" dirty="0">
                  <a:latin typeface="Noto Sans KR" panose="020B0200000000000000" pitchFamily="50" charset="-127"/>
                  <a:ea typeface="Noto Sans KR" panose="020B0200000000000000" pitchFamily="50" charset="-127"/>
                </a:rPr>
                <a:t>)</a:t>
              </a:r>
              <a:r>
                <a:rPr lang="ko-KR" altLang="en-US" sz="1100" dirty="0">
                  <a:latin typeface="Noto Sans KR" panose="020B0200000000000000" pitchFamily="50" charset="-127"/>
                  <a:ea typeface="Noto Sans KR" panose="020B0200000000000000" pitchFamily="50" charset="-127"/>
                </a:rPr>
                <a:t>에 따른 매출</a:t>
              </a:r>
              <a:r>
                <a:rPr lang="en-US" altLang="ko-KR" sz="1100" dirty="0">
                  <a:latin typeface="Noto Sans KR" panose="020B0200000000000000" pitchFamily="50" charset="-127"/>
                  <a:ea typeface="Noto Sans KR" panose="020B0200000000000000" pitchFamily="50" charset="-127"/>
                </a:rPr>
                <a:t>/</a:t>
              </a:r>
              <a:r>
                <a:rPr lang="ko-KR" altLang="en-US" sz="1100" dirty="0">
                  <a:latin typeface="Noto Sans KR" panose="020B0200000000000000" pitchFamily="50" charset="-127"/>
                  <a:ea typeface="Noto Sans KR" panose="020B0200000000000000" pitchFamily="50" charset="-127"/>
                </a:rPr>
                <a:t>선수수익 구분 및 </a:t>
              </a:r>
              <a:br>
                <a:rPr lang="en-US" altLang="ko-KR" sz="1100" dirty="0">
                  <a:latin typeface="Noto Sans KR" panose="020B0200000000000000" pitchFamily="50" charset="-127"/>
                  <a:ea typeface="Noto Sans KR" panose="020B0200000000000000" pitchFamily="50" charset="-127"/>
                </a:rPr>
              </a:br>
              <a:r>
                <a:rPr lang="ko-KR" altLang="en-US" sz="1100" dirty="0" err="1">
                  <a:latin typeface="Noto Sans KR" panose="020B0200000000000000" pitchFamily="50" charset="-127"/>
                  <a:ea typeface="Noto Sans KR" panose="020B0200000000000000" pitchFamily="50" charset="-127"/>
                </a:rPr>
                <a:t>법인별</a:t>
              </a:r>
              <a:r>
                <a:rPr lang="ko-KR" altLang="en-US" sz="1100" dirty="0">
                  <a:latin typeface="Noto Sans KR" panose="020B0200000000000000" pitchFamily="50" charset="-127"/>
                  <a:ea typeface="Noto Sans KR" panose="020B0200000000000000" pitchFamily="50" charset="-127"/>
                </a:rPr>
                <a:t> 귀속 주체 판단 오류 사례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26008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9991" y="552450"/>
            <a:ext cx="970508" cy="28575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123950" y="3626600"/>
            <a:ext cx="9944100" cy="381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10733" y="3057525"/>
            <a:ext cx="2552193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 u="none" dirty="0">
                <a:solidFill>
                  <a:srgbClr val="2563EB"/>
                </a:solidFill>
                <a:latin typeface="Noto Sans KR"/>
              </a:rPr>
              <a:t>W1 ~ W4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72530" y="3524250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EDD01080-839D-DC1D-DF4F-ACD1FB81364A}"/>
              </a:ext>
            </a:extLst>
          </p:cNvPr>
          <p:cNvGrpSpPr/>
          <p:nvPr/>
        </p:nvGrpSpPr>
        <p:grpSpPr>
          <a:xfrm>
            <a:off x="510733" y="3943350"/>
            <a:ext cx="2612959" cy="676275"/>
            <a:chOff x="510733" y="3943350"/>
            <a:chExt cx="2612959" cy="676275"/>
          </a:xfrm>
        </p:grpSpPr>
        <p:sp>
          <p:nvSpPr>
            <p:cNvPr id="7" name="TextBox 6"/>
            <p:cNvSpPr txBox="1"/>
            <p:nvPr/>
          </p:nvSpPr>
          <p:spPr>
            <a:xfrm>
              <a:off x="510733" y="3943350"/>
              <a:ext cx="2552193" cy="21544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sz="1400" b="1" i="0" u="none" dirty="0" err="1">
                  <a:solidFill>
                    <a:srgbClr val="0F172A"/>
                  </a:solidFill>
                  <a:latin typeface="Noto Sans KR"/>
                </a:rPr>
                <a:t>문제점</a:t>
              </a:r>
              <a:r>
                <a:rPr sz="1400" b="1" i="0" u="none" dirty="0">
                  <a:solidFill>
                    <a:srgbClr val="0F172A"/>
                  </a:solidFill>
                  <a:latin typeface="Noto Sans KR"/>
                </a:rPr>
                <a:t> </a:t>
              </a:r>
              <a:r>
                <a:rPr sz="1400" b="1" i="0" u="none" dirty="0" err="1">
                  <a:solidFill>
                    <a:srgbClr val="0F172A"/>
                  </a:solidFill>
                  <a:latin typeface="Noto Sans KR"/>
                </a:rPr>
                <a:t>탐색</a:t>
              </a:r>
              <a:endParaRPr sz="1400" b="1" i="0" u="none" dirty="0">
                <a:solidFill>
                  <a:srgbClr val="0F172A"/>
                </a:solidFill>
                <a:latin typeface="Noto Sans KR"/>
              </a:endParaRP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71499" y="4219575"/>
              <a:ext cx="2552193" cy="40005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>
                <a:lnSpc>
                  <a:spcPts val="1575"/>
                </a:lnSpc>
              </a:pPr>
              <a:r>
                <a:rPr sz="1100" b="0" i="0" u="none" dirty="0" err="1">
                  <a:solidFill>
                    <a:srgbClr val="64748B"/>
                  </a:solidFill>
                  <a:latin typeface="Noto Sans KR"/>
                </a:rPr>
                <a:t>반려</a:t>
              </a:r>
              <a:r>
                <a:rPr sz="1100" b="0" i="0" u="none" dirty="0">
                  <a:solidFill>
                    <a:srgbClr val="64748B"/>
                  </a:solidFill>
                  <a:latin typeface="Noto Sans KR"/>
                </a:rPr>
                <a:t> </a:t>
              </a:r>
              <a:r>
                <a:rPr sz="1100" b="0" i="0" u="none" dirty="0" err="1">
                  <a:solidFill>
                    <a:srgbClr val="64748B"/>
                  </a:solidFill>
                  <a:latin typeface="Noto Sans KR"/>
                </a:rPr>
                <a:t>원인</a:t>
              </a:r>
              <a:r>
                <a:rPr sz="1100" b="0" i="0" u="none" dirty="0">
                  <a:solidFill>
                    <a:srgbClr val="64748B"/>
                  </a:solidFill>
                  <a:latin typeface="Noto Sans KR"/>
                </a:rPr>
                <a:t> 및 </a:t>
              </a:r>
              <a:r>
                <a:rPr sz="1100" b="0" i="0" u="none" dirty="0" err="1">
                  <a:solidFill>
                    <a:srgbClr val="64748B"/>
                  </a:solidFill>
                  <a:latin typeface="Noto Sans KR"/>
                </a:rPr>
                <a:t>계정과목</a:t>
              </a:r>
              <a:r>
                <a:rPr sz="1100" b="0" i="0" u="none" dirty="0">
                  <a:solidFill>
                    <a:srgbClr val="64748B"/>
                  </a:solidFill>
                  <a:latin typeface="Noto Sans KR"/>
                </a:rPr>
                <a:t> </a:t>
              </a:r>
              <a:r>
                <a:rPr sz="1100" b="0" i="0" u="none" dirty="0" err="1">
                  <a:solidFill>
                    <a:srgbClr val="64748B"/>
                  </a:solidFill>
                  <a:latin typeface="Noto Sans KR"/>
                </a:rPr>
                <a:t>오류</a:t>
              </a:r>
              <a:r>
                <a:rPr sz="1100" b="0" i="0" u="none" dirty="0">
                  <a:solidFill>
                    <a:srgbClr val="64748B"/>
                  </a:solidFill>
                  <a:latin typeface="Noto Sans KR"/>
                </a:rPr>
                <a:t> </a:t>
              </a:r>
              <a:r>
                <a:rPr sz="1100" b="0" i="0" u="none" dirty="0" err="1">
                  <a:solidFill>
                    <a:srgbClr val="64748B"/>
                  </a:solidFill>
                  <a:latin typeface="Noto Sans KR"/>
                </a:rPr>
                <a:t>사례</a:t>
              </a:r>
              <a:r>
                <a:rPr sz="1100" b="0" i="0" u="none" dirty="0">
                  <a:solidFill>
                    <a:srgbClr val="64748B"/>
                  </a:solidFill>
                  <a:latin typeface="Noto Sans KR"/>
                </a:rPr>
                <a:t> </a:t>
              </a:r>
              <a:br>
                <a:rPr lang="en-US" sz="1100" b="0" i="0" u="none" dirty="0">
                  <a:solidFill>
                    <a:srgbClr val="64748B"/>
                  </a:solidFill>
                  <a:latin typeface="Noto Sans KR"/>
                </a:rPr>
              </a:br>
              <a:r>
                <a:rPr sz="1100" b="0" i="0" u="none" dirty="0" err="1">
                  <a:solidFill>
                    <a:srgbClr val="64748B"/>
                  </a:solidFill>
                  <a:latin typeface="Noto Sans KR"/>
                </a:rPr>
                <a:t>데이터</a:t>
              </a:r>
              <a:r>
                <a:rPr sz="1100" b="0" i="0" u="none" dirty="0">
                  <a:solidFill>
                    <a:srgbClr val="64748B"/>
                  </a:solidFill>
                  <a:latin typeface="Noto Sans KR"/>
                </a:rPr>
                <a:t> </a:t>
              </a:r>
              <a:r>
                <a:rPr sz="1100" b="0" i="0" u="none" dirty="0" err="1">
                  <a:solidFill>
                    <a:srgbClr val="64748B"/>
                  </a:solidFill>
                  <a:latin typeface="Noto Sans KR"/>
                </a:rPr>
                <a:t>수집</a:t>
              </a:r>
              <a:r>
                <a:rPr sz="1100" b="0" i="0" u="none" dirty="0">
                  <a:solidFill>
                    <a:srgbClr val="64748B"/>
                  </a:solidFill>
                  <a:latin typeface="Noto Sans KR"/>
                </a:rPr>
                <a:t>, </a:t>
              </a:r>
              <a:r>
                <a:rPr sz="1100" b="0" i="0" u="none" dirty="0" err="1">
                  <a:solidFill>
                    <a:srgbClr val="64748B"/>
                  </a:solidFill>
                  <a:latin typeface="Noto Sans KR"/>
                </a:rPr>
                <a:t>과제</a:t>
              </a:r>
              <a:r>
                <a:rPr sz="1100" b="0" i="0" u="none" dirty="0">
                  <a:solidFill>
                    <a:srgbClr val="64748B"/>
                  </a:solidFill>
                  <a:latin typeface="Noto Sans KR"/>
                </a:rPr>
                <a:t> </a:t>
              </a:r>
              <a:r>
                <a:rPr sz="1100" b="0" i="0" u="none" dirty="0" err="1">
                  <a:solidFill>
                    <a:srgbClr val="64748B"/>
                  </a:solidFill>
                  <a:latin typeface="Noto Sans KR"/>
                </a:rPr>
                <a:t>방향성</a:t>
              </a:r>
              <a:r>
                <a:rPr sz="1100" b="0" i="0" u="none" dirty="0">
                  <a:solidFill>
                    <a:srgbClr val="64748B"/>
                  </a:solidFill>
                  <a:latin typeface="Noto Sans KR"/>
                </a:rPr>
                <a:t> </a:t>
              </a:r>
              <a:r>
                <a:rPr sz="1100" b="0" i="0" u="none" dirty="0" err="1">
                  <a:solidFill>
                    <a:srgbClr val="64748B"/>
                  </a:solidFill>
                  <a:latin typeface="Noto Sans KR"/>
                </a:rPr>
                <a:t>정립</a:t>
              </a:r>
              <a:endParaRPr sz="1100" b="0" i="0" u="none" dirty="0">
                <a:solidFill>
                  <a:srgbClr val="64748B"/>
                </a:solidFill>
                <a:latin typeface="Noto Sans KR"/>
              </a:endParaRPr>
            </a:p>
          </p:txBody>
        </p:sp>
      </p:grpSp>
      <p:sp>
        <p:nvSpPr>
          <p:cNvPr id="9" name="TextBox 8"/>
          <p:cNvSpPr txBox="1"/>
          <p:nvPr/>
        </p:nvSpPr>
        <p:spPr>
          <a:xfrm>
            <a:off x="3383413" y="3057525"/>
            <a:ext cx="2552193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 u="none">
                <a:solidFill>
                  <a:srgbClr val="2563EB"/>
                </a:solidFill>
                <a:latin typeface="Noto Sans KR"/>
              </a:rPr>
              <a:t>W4 ~ W6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45210" y="3524250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6CC3801B-E8EF-D6F4-F7E5-8BED00F3E6DF}"/>
              </a:ext>
            </a:extLst>
          </p:cNvPr>
          <p:cNvGrpSpPr/>
          <p:nvPr/>
        </p:nvGrpSpPr>
        <p:grpSpPr>
          <a:xfrm>
            <a:off x="3383413" y="3943350"/>
            <a:ext cx="2552193" cy="676275"/>
            <a:chOff x="3383413" y="3943350"/>
            <a:chExt cx="2552193" cy="676275"/>
          </a:xfrm>
        </p:grpSpPr>
        <p:sp>
          <p:nvSpPr>
            <p:cNvPr id="11" name="TextBox 10"/>
            <p:cNvSpPr txBox="1"/>
            <p:nvPr/>
          </p:nvSpPr>
          <p:spPr>
            <a:xfrm>
              <a:off x="3383413" y="3943350"/>
              <a:ext cx="2552193" cy="21544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sz="1400" b="1" i="0" u="none" dirty="0" err="1">
                  <a:solidFill>
                    <a:srgbClr val="0F172A"/>
                  </a:solidFill>
                  <a:latin typeface="Noto Sans KR"/>
                </a:rPr>
                <a:t>매뉴얼</a:t>
              </a:r>
              <a:r>
                <a:rPr sz="1400" b="1" i="0" u="none" dirty="0">
                  <a:solidFill>
                    <a:srgbClr val="0F172A"/>
                  </a:solidFill>
                  <a:latin typeface="Noto Sans KR"/>
                </a:rPr>
                <a:t> </a:t>
              </a:r>
              <a:r>
                <a:rPr sz="1400" b="1" i="0" u="none" dirty="0" err="1">
                  <a:solidFill>
                    <a:srgbClr val="0F172A"/>
                  </a:solidFill>
                  <a:latin typeface="Noto Sans KR"/>
                </a:rPr>
                <a:t>구조화</a:t>
              </a:r>
              <a:endParaRPr sz="1400" b="1" i="0" u="none" dirty="0">
                <a:solidFill>
                  <a:srgbClr val="0F172A"/>
                </a:solidFill>
                <a:latin typeface="Noto Sans KR"/>
              </a:endParaRP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3444180" y="4219575"/>
              <a:ext cx="2430660" cy="40005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>
                <a:lnSpc>
                  <a:spcPts val="1575"/>
                </a:lnSpc>
              </a:pPr>
              <a:r>
                <a:rPr sz="1100" b="0" i="0" u="none" dirty="0" err="1">
                  <a:solidFill>
                    <a:srgbClr val="64748B"/>
                  </a:solidFill>
                  <a:latin typeface="Noto Sans KR"/>
                </a:rPr>
                <a:t>매</a:t>
              </a:r>
              <a:r>
                <a:rPr sz="1100" dirty="0" err="1">
                  <a:solidFill>
                    <a:srgbClr val="64748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출</a:t>
              </a:r>
              <a:r>
                <a:rPr lang="en-US" sz="1100" dirty="0">
                  <a:solidFill>
                    <a:srgbClr val="64748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/</a:t>
              </a:r>
              <a:r>
                <a:rPr lang="ko-KR" altLang="en-US" sz="1100" dirty="0">
                  <a:solidFill>
                    <a:srgbClr val="64748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사업부</a:t>
              </a:r>
              <a:r>
                <a:rPr sz="1100" dirty="0">
                  <a:solidFill>
                    <a:srgbClr val="64748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 </a:t>
              </a:r>
              <a:r>
                <a:rPr sz="1100" b="0" i="0" u="none" dirty="0" err="1">
                  <a:solidFill>
                    <a:srgbClr val="64748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유형별</a:t>
              </a:r>
              <a:r>
                <a:rPr sz="1100" b="0" i="0" u="none" dirty="0">
                  <a:solidFill>
                    <a:srgbClr val="64748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 </a:t>
              </a:r>
              <a:r>
                <a:rPr sz="1100" b="0" i="0" u="none" dirty="0" err="1">
                  <a:solidFill>
                    <a:srgbClr val="64748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구조</a:t>
              </a:r>
              <a:r>
                <a:rPr sz="1100" b="0" i="0" u="none" dirty="0">
                  <a:solidFill>
                    <a:srgbClr val="64748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 </a:t>
              </a:r>
              <a:r>
                <a:rPr sz="1100" b="0" i="0" u="none" dirty="0" err="1">
                  <a:solidFill>
                    <a:srgbClr val="64748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세분화</a:t>
              </a:r>
              <a:r>
                <a:rPr sz="1100" b="0" i="0" u="none" dirty="0">
                  <a:solidFill>
                    <a:srgbClr val="64748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, </a:t>
              </a:r>
              <a:br>
                <a:rPr lang="en-US" sz="1100" b="0" i="0" u="none" dirty="0">
                  <a:solidFill>
                    <a:srgbClr val="64748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</a:br>
              <a:r>
                <a:rPr sz="1100" b="0" i="0" u="none" dirty="0" err="1">
                  <a:solidFill>
                    <a:srgbClr val="64748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용어사전</a:t>
              </a:r>
              <a:r>
                <a:rPr sz="1100" b="0" i="0" u="none" dirty="0">
                  <a:solidFill>
                    <a:srgbClr val="64748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 및 </a:t>
              </a:r>
              <a:r>
                <a:rPr sz="1100" dirty="0" err="1">
                  <a:solidFill>
                    <a:srgbClr val="64748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환율기준</a:t>
              </a:r>
              <a:r>
                <a:rPr lang="en-US" sz="1100" dirty="0">
                  <a:solidFill>
                    <a:srgbClr val="64748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 </a:t>
              </a:r>
              <a:r>
                <a:rPr lang="ko-KR" altLang="en-US" sz="1100" dirty="0">
                  <a:solidFill>
                    <a:srgbClr val="64748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내용 작성</a:t>
              </a:r>
              <a:endParaRPr sz="1100" b="0" i="0" u="none" dirty="0">
                <a:solidFill>
                  <a:srgbClr val="64748B"/>
                </a:solidFill>
                <a:latin typeface="Noto Sans KR" panose="020B0200000000000000" pitchFamily="50" charset="-127"/>
                <a:ea typeface="Noto Sans KR" panose="020B0200000000000000" pitchFamily="50" charset="-127"/>
              </a:endParaRPr>
            </a:p>
          </p:txBody>
        </p:sp>
      </p:grpSp>
      <p:sp>
        <p:nvSpPr>
          <p:cNvPr id="13" name="TextBox 12"/>
          <p:cNvSpPr txBox="1"/>
          <p:nvPr/>
        </p:nvSpPr>
        <p:spPr>
          <a:xfrm>
            <a:off x="6256094" y="3057525"/>
            <a:ext cx="2552193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 u="none">
                <a:solidFill>
                  <a:srgbClr val="2563EB"/>
                </a:solidFill>
                <a:latin typeface="Noto Sans KR"/>
              </a:rPr>
              <a:t>W5 ~ W8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17891" y="3524250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27CF4265-B768-7E6C-5F9F-DC90327D43EF}"/>
              </a:ext>
            </a:extLst>
          </p:cNvPr>
          <p:cNvGrpSpPr/>
          <p:nvPr/>
        </p:nvGrpSpPr>
        <p:grpSpPr>
          <a:xfrm>
            <a:off x="6256094" y="3943350"/>
            <a:ext cx="2612958" cy="667422"/>
            <a:chOff x="6256094" y="3943350"/>
            <a:chExt cx="2612958" cy="667422"/>
          </a:xfrm>
        </p:grpSpPr>
        <p:sp>
          <p:nvSpPr>
            <p:cNvPr id="15" name="TextBox 14"/>
            <p:cNvSpPr txBox="1"/>
            <p:nvPr/>
          </p:nvSpPr>
          <p:spPr>
            <a:xfrm>
              <a:off x="6256094" y="3943350"/>
              <a:ext cx="2552193" cy="21544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sz="1400" b="1" i="0" u="none" dirty="0" err="1">
                  <a:solidFill>
                    <a:srgbClr val="0F172A"/>
                  </a:solidFill>
                  <a:latin typeface="Noto Sans KR"/>
                </a:rPr>
                <a:t>웹앱</a:t>
              </a:r>
              <a:r>
                <a:rPr sz="1400" b="1" i="0" u="none" dirty="0">
                  <a:solidFill>
                    <a:srgbClr val="0F172A"/>
                  </a:solidFill>
                  <a:latin typeface="Noto Sans KR"/>
                </a:rPr>
                <a:t> </a:t>
              </a:r>
              <a:r>
                <a:rPr sz="1400" b="1" i="0" u="none" dirty="0" err="1">
                  <a:solidFill>
                    <a:srgbClr val="0F172A"/>
                  </a:solidFill>
                  <a:latin typeface="Noto Sans KR"/>
                </a:rPr>
                <a:t>시스템</a:t>
              </a:r>
              <a:r>
                <a:rPr sz="1400" b="1" i="0" u="none" dirty="0">
                  <a:solidFill>
                    <a:srgbClr val="0F172A"/>
                  </a:solidFill>
                  <a:latin typeface="Noto Sans KR"/>
                </a:rPr>
                <a:t> </a:t>
              </a:r>
              <a:r>
                <a:rPr sz="1400" b="1" i="0" u="none" dirty="0" err="1">
                  <a:solidFill>
                    <a:srgbClr val="0F172A"/>
                  </a:solidFill>
                  <a:latin typeface="Noto Sans KR"/>
                </a:rPr>
                <a:t>개발</a:t>
              </a:r>
              <a:endParaRPr sz="1400" b="1" i="0" u="none" dirty="0">
                <a:solidFill>
                  <a:srgbClr val="0F172A"/>
                </a:solidFill>
                <a:latin typeface="Noto Sans KR"/>
              </a:endParaRP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6316859" y="4219575"/>
              <a:ext cx="2552193" cy="39119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>
                <a:lnSpc>
                  <a:spcPts val="1575"/>
                </a:lnSpc>
              </a:pPr>
              <a:r>
                <a:rPr sz="1100" b="0" i="0" u="none" dirty="0">
                  <a:solidFill>
                    <a:srgbClr val="64748B"/>
                  </a:solidFill>
                  <a:latin typeface="Noto Sans KR"/>
                </a:rPr>
                <a:t>HTML</a:t>
              </a:r>
              <a:r>
                <a:rPr lang="en-US" sz="1100" b="0" i="0" u="none" dirty="0">
                  <a:solidFill>
                    <a:srgbClr val="64748B"/>
                  </a:solidFill>
                  <a:latin typeface="Noto Sans KR"/>
                </a:rPr>
                <a:t> </a:t>
              </a:r>
              <a:r>
                <a:rPr sz="1100" b="0" i="0" u="none" dirty="0" err="1">
                  <a:solidFill>
                    <a:srgbClr val="64748B"/>
                  </a:solidFill>
                  <a:latin typeface="Noto Sans KR"/>
                </a:rPr>
                <a:t>초안</a:t>
              </a:r>
              <a:r>
                <a:rPr sz="1100" b="0" i="0" u="none" dirty="0">
                  <a:solidFill>
                    <a:srgbClr val="64748B"/>
                  </a:solidFill>
                  <a:latin typeface="Noto Sans KR"/>
                </a:rPr>
                <a:t> </a:t>
              </a:r>
              <a:r>
                <a:rPr sz="1100" b="0" i="0" u="none" dirty="0" err="1">
                  <a:solidFill>
                    <a:srgbClr val="64748B"/>
                  </a:solidFill>
                  <a:latin typeface="Noto Sans KR"/>
                </a:rPr>
                <a:t>구현</a:t>
              </a:r>
              <a:r>
                <a:rPr sz="1100" b="0" i="0" u="none" dirty="0">
                  <a:solidFill>
                    <a:srgbClr val="64748B"/>
                  </a:solidFill>
                  <a:latin typeface="Noto Sans KR"/>
                </a:rPr>
                <a:t> 및 </a:t>
              </a:r>
              <a:br>
                <a:rPr lang="en-US" sz="1100" b="0" i="0" u="none" dirty="0">
                  <a:solidFill>
                    <a:srgbClr val="64748B"/>
                  </a:solidFill>
                  <a:latin typeface="Noto Sans KR"/>
                </a:rPr>
              </a:br>
              <a:r>
                <a:rPr sz="1100" b="0" i="0" u="none" dirty="0">
                  <a:solidFill>
                    <a:srgbClr val="64748B"/>
                  </a:solidFill>
                  <a:latin typeface="Noto Sans KR"/>
                </a:rPr>
                <a:t>Google Apps Script </a:t>
              </a:r>
              <a:r>
                <a:rPr sz="1100" b="0" i="0" u="none" dirty="0" err="1">
                  <a:solidFill>
                    <a:srgbClr val="64748B"/>
                  </a:solidFill>
                  <a:latin typeface="Noto Sans KR"/>
                </a:rPr>
                <a:t>인터페이스</a:t>
              </a:r>
              <a:r>
                <a:rPr sz="1100" b="0" i="0" u="none" dirty="0">
                  <a:solidFill>
                    <a:srgbClr val="64748B"/>
                  </a:solidFill>
                  <a:latin typeface="Noto Sans KR"/>
                </a:rPr>
                <a:t> </a:t>
              </a:r>
              <a:r>
                <a:rPr sz="1100" b="0" i="0" u="none" dirty="0" err="1">
                  <a:solidFill>
                    <a:srgbClr val="64748B"/>
                  </a:solidFill>
                  <a:latin typeface="Noto Sans KR"/>
                </a:rPr>
                <a:t>구축</a:t>
              </a:r>
              <a:endParaRPr sz="1100" b="0" i="0" u="none" dirty="0">
                <a:solidFill>
                  <a:srgbClr val="64748B"/>
                </a:solidFill>
                <a:latin typeface="Noto Sans KR"/>
              </a:endParaRPr>
            </a:p>
          </p:txBody>
        </p:sp>
      </p:grpSp>
      <p:sp>
        <p:nvSpPr>
          <p:cNvPr id="17" name="TextBox 16"/>
          <p:cNvSpPr txBox="1"/>
          <p:nvPr/>
        </p:nvSpPr>
        <p:spPr>
          <a:xfrm>
            <a:off x="9128774" y="3057525"/>
            <a:ext cx="2552193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 u="none">
                <a:solidFill>
                  <a:srgbClr val="2563EB"/>
                </a:solidFill>
                <a:latin typeface="Noto Sans KR"/>
              </a:rPr>
              <a:t>W7 ~ W8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290571" y="3524250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C7725D94-27DD-3C53-1F91-39A08CFAF9E3}"/>
              </a:ext>
            </a:extLst>
          </p:cNvPr>
          <p:cNvGrpSpPr/>
          <p:nvPr/>
        </p:nvGrpSpPr>
        <p:grpSpPr>
          <a:xfrm>
            <a:off x="9068008" y="3943350"/>
            <a:ext cx="2612959" cy="668961"/>
            <a:chOff x="9068008" y="3943350"/>
            <a:chExt cx="2612959" cy="668961"/>
          </a:xfrm>
        </p:grpSpPr>
        <p:sp>
          <p:nvSpPr>
            <p:cNvPr id="19" name="TextBox 18"/>
            <p:cNvSpPr txBox="1"/>
            <p:nvPr/>
          </p:nvSpPr>
          <p:spPr>
            <a:xfrm>
              <a:off x="9128774" y="3943350"/>
              <a:ext cx="2552193" cy="21544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sz="1400" b="1" i="0" u="none" dirty="0" err="1">
                  <a:solidFill>
                    <a:srgbClr val="0F172A"/>
                  </a:solidFill>
                  <a:latin typeface="Noto Sans KR"/>
                </a:rPr>
                <a:t>검증</a:t>
              </a:r>
              <a:r>
                <a:rPr sz="1400" b="1" i="0" u="none" dirty="0">
                  <a:solidFill>
                    <a:srgbClr val="0F172A"/>
                  </a:solidFill>
                  <a:latin typeface="Noto Sans KR"/>
                </a:rPr>
                <a:t> 및 final </a:t>
              </a:r>
              <a:r>
                <a:rPr sz="1400" b="1" i="0" u="none" dirty="0" err="1">
                  <a:solidFill>
                    <a:srgbClr val="0F172A"/>
                  </a:solidFill>
                  <a:latin typeface="Noto Sans KR"/>
                </a:rPr>
                <a:t>배포</a:t>
              </a:r>
              <a:endParaRPr sz="1400" b="1" i="0" u="none" dirty="0">
                <a:solidFill>
                  <a:srgbClr val="0F172A"/>
                </a:solidFill>
                <a:latin typeface="Noto Sans KR"/>
              </a:endParaRP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068008" y="4219575"/>
              <a:ext cx="2552193" cy="39273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>
                <a:lnSpc>
                  <a:spcPts val="1575"/>
                </a:lnSpc>
              </a:pPr>
              <a:r>
                <a:rPr sz="1100" b="0" i="0" u="none" dirty="0" err="1">
                  <a:solidFill>
                    <a:srgbClr val="64748B"/>
                  </a:solidFill>
                  <a:latin typeface="Noto Sans KR"/>
                </a:rPr>
                <a:t>세무</a:t>
              </a:r>
              <a:r>
                <a:rPr sz="1100" b="0" i="0" u="none" dirty="0">
                  <a:solidFill>
                    <a:srgbClr val="64748B"/>
                  </a:solidFill>
                  <a:latin typeface="Noto Sans KR"/>
                </a:rPr>
                <a:t> </a:t>
              </a:r>
              <a:r>
                <a:rPr sz="1100" b="0" i="0" u="none" dirty="0" err="1">
                  <a:solidFill>
                    <a:srgbClr val="64748B"/>
                  </a:solidFill>
                  <a:latin typeface="Noto Sans KR"/>
                </a:rPr>
                <a:t>파트</a:t>
              </a:r>
              <a:r>
                <a:rPr sz="1100" b="0" i="0" u="none" dirty="0">
                  <a:solidFill>
                    <a:srgbClr val="64748B"/>
                  </a:solidFill>
                  <a:latin typeface="Noto Sans KR"/>
                </a:rPr>
                <a:t> </a:t>
              </a:r>
              <a:r>
                <a:rPr sz="1100" b="0" i="0" u="none" dirty="0" err="1">
                  <a:solidFill>
                    <a:srgbClr val="64748B"/>
                  </a:solidFill>
                  <a:latin typeface="Noto Sans KR"/>
                </a:rPr>
                <a:t>연동</a:t>
              </a:r>
              <a:r>
                <a:rPr sz="1100" b="0" i="0" u="none" dirty="0">
                  <a:solidFill>
                    <a:srgbClr val="64748B"/>
                  </a:solidFill>
                  <a:latin typeface="Noto Sans KR"/>
                </a:rPr>
                <a:t>, </a:t>
              </a:r>
              <a:br>
                <a:rPr lang="en-US" sz="1100" b="0" i="0" u="none" dirty="0">
                  <a:solidFill>
                    <a:srgbClr val="64748B"/>
                  </a:solidFill>
                  <a:latin typeface="Noto Sans KR"/>
                </a:rPr>
              </a:br>
              <a:r>
                <a:rPr sz="1100" b="0" i="0" u="none" dirty="0" err="1">
                  <a:solidFill>
                    <a:srgbClr val="64748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최종</a:t>
              </a:r>
              <a:r>
                <a:rPr sz="1100" b="0" i="0" u="none" dirty="0">
                  <a:solidFill>
                    <a:srgbClr val="64748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 </a:t>
              </a:r>
              <a:r>
                <a:rPr sz="1100" b="0" i="0" u="none" dirty="0" err="1">
                  <a:solidFill>
                    <a:srgbClr val="64748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발표</a:t>
              </a:r>
              <a:r>
                <a:rPr lang="en-US" sz="1100" b="0" i="0" u="none" dirty="0">
                  <a:solidFill>
                    <a:srgbClr val="64748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 </a:t>
              </a:r>
              <a:r>
                <a:rPr lang="ko-KR" altLang="en-US" sz="1100" b="0" i="0" u="none" dirty="0">
                  <a:solidFill>
                    <a:srgbClr val="64748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및 </a:t>
              </a:r>
              <a:r>
                <a:rPr sz="1100" b="0" i="0" u="none" dirty="0" err="1">
                  <a:solidFill>
                    <a:srgbClr val="64748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배포</a:t>
              </a:r>
              <a:r>
                <a:rPr sz="1100" b="0" i="0" u="none" dirty="0">
                  <a:solidFill>
                    <a:srgbClr val="64748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 </a:t>
              </a:r>
              <a:r>
                <a:rPr sz="1100" b="0" i="0" u="none" dirty="0" err="1">
                  <a:solidFill>
                    <a:srgbClr val="64748B"/>
                  </a:solidFill>
                  <a:latin typeface="Noto Sans KR"/>
                </a:rPr>
                <a:t>프로세스</a:t>
              </a:r>
              <a:r>
                <a:rPr sz="1100" b="0" i="0" u="none" dirty="0">
                  <a:solidFill>
                    <a:srgbClr val="64748B"/>
                  </a:solidFill>
                  <a:latin typeface="Noto Sans KR"/>
                </a:rPr>
                <a:t> </a:t>
              </a:r>
              <a:r>
                <a:rPr sz="1100" b="0" i="0" u="none" dirty="0" err="1">
                  <a:solidFill>
                    <a:srgbClr val="64748B"/>
                  </a:solidFill>
                  <a:latin typeface="Noto Sans KR"/>
                </a:rPr>
                <a:t>수립</a:t>
              </a:r>
              <a:endParaRPr sz="1100" b="0" i="0" u="none" dirty="0">
                <a:solidFill>
                  <a:srgbClr val="64748B"/>
                </a:solidFill>
                <a:latin typeface="Noto Sans KR"/>
              </a:endParaRPr>
            </a:p>
          </p:txBody>
        </p:sp>
      </p:grpSp>
      <p:sp>
        <p:nvSpPr>
          <p:cNvPr id="21" name="TextBox 20"/>
          <p:cNvSpPr txBox="1"/>
          <p:nvPr/>
        </p:nvSpPr>
        <p:spPr>
          <a:xfrm>
            <a:off x="571500" y="476250"/>
            <a:ext cx="1160145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550" b="1" i="0" u="none">
                <a:solidFill>
                  <a:srgbClr val="0F172A"/>
                </a:solidFill>
                <a:latin typeface="Noto Sans KR"/>
              </a:rPr>
              <a:t>설계 과정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71500" y="1047750"/>
            <a:ext cx="11049000" cy="190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2AFFC51F-0628-F179-BA75-3DAE1CC85FE7}"/>
              </a:ext>
            </a:extLst>
          </p:cNvPr>
          <p:cNvGrpSpPr/>
          <p:nvPr/>
        </p:nvGrpSpPr>
        <p:grpSpPr>
          <a:xfrm>
            <a:off x="5321430" y="6529300"/>
            <a:ext cx="1549140" cy="179136"/>
            <a:chOff x="3396462" y="5633787"/>
            <a:chExt cx="4502939" cy="520700"/>
          </a:xfrm>
        </p:grpSpPr>
        <p:pic>
          <p:nvPicPr>
            <p:cNvPr id="24" name="그림 23">
              <a:extLst>
                <a:ext uri="{FF2B5EF4-FFF2-40B4-BE49-F238E27FC236}">
                  <a16:creationId xmlns:a16="http://schemas.microsoft.com/office/drawing/2014/main" id="{E6C0C572-F7FF-8E52-9FEB-6ED4AA882E3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396462" y="5633787"/>
              <a:ext cx="2152891" cy="520699"/>
            </a:xfrm>
            <a:prstGeom prst="rect">
              <a:avLst/>
            </a:prstGeom>
          </p:spPr>
        </p:pic>
        <p:pic>
          <p:nvPicPr>
            <p:cNvPr id="25" name="그림 24" descr="COWORKER">
              <a:extLst>
                <a:ext uri="{FF2B5EF4-FFF2-40B4-BE49-F238E27FC236}">
                  <a16:creationId xmlns:a16="http://schemas.microsoft.com/office/drawing/2014/main" id="{E9609417-50B7-BC31-20C9-535D5BB7783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816601" y="5633787"/>
              <a:ext cx="2082800" cy="52070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5825" y="552450"/>
            <a:ext cx="1444674" cy="2857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1500" y="508642"/>
            <a:ext cx="9032824" cy="3924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550" b="1" i="0" u="none">
                <a:solidFill>
                  <a:srgbClr val="0F172A"/>
                </a:solidFill>
                <a:latin typeface="Noto Sans KR"/>
              </a:rPr>
              <a:t>반려사유 분석 및 전망</a:t>
            </a:r>
          </a:p>
        </p:txBody>
      </p:sp>
      <p:sp>
        <p:nvSpPr>
          <p:cNvPr id="9" name="Rectangle 8"/>
          <p:cNvSpPr/>
          <p:nvPr/>
        </p:nvSpPr>
        <p:spPr>
          <a:xfrm>
            <a:off x="571500" y="1047750"/>
            <a:ext cx="11049000" cy="190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E4651466-615A-358B-A917-3003CEF9DDC4}"/>
              </a:ext>
            </a:extLst>
          </p:cNvPr>
          <p:cNvGrpSpPr/>
          <p:nvPr/>
        </p:nvGrpSpPr>
        <p:grpSpPr>
          <a:xfrm>
            <a:off x="5321430" y="6529300"/>
            <a:ext cx="1549140" cy="179136"/>
            <a:chOff x="3396462" y="5633787"/>
            <a:chExt cx="4502939" cy="520700"/>
          </a:xfrm>
        </p:grpSpPr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9D09125C-11ED-8B12-2432-0D2B36DA9B4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396462" y="5633787"/>
              <a:ext cx="2152891" cy="520699"/>
            </a:xfrm>
            <a:prstGeom prst="rect">
              <a:avLst/>
            </a:prstGeom>
          </p:spPr>
        </p:pic>
        <p:pic>
          <p:nvPicPr>
            <p:cNvPr id="12" name="그림 11" descr="COWORKER">
              <a:extLst>
                <a:ext uri="{FF2B5EF4-FFF2-40B4-BE49-F238E27FC236}">
                  <a16:creationId xmlns:a16="http://schemas.microsoft.com/office/drawing/2014/main" id="{31DC40D6-FBAA-C209-6A4A-CB929C1FA71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816601" y="5633787"/>
              <a:ext cx="2082800" cy="520700"/>
            </a:xfrm>
            <a:prstGeom prst="rect">
              <a:avLst/>
            </a:prstGeom>
          </p:spPr>
        </p:pic>
      </p:grpSp>
      <p:sp>
        <p:nvSpPr>
          <p:cNvPr id="84" name="Text 1">
            <a:extLst>
              <a:ext uri="{FF2B5EF4-FFF2-40B4-BE49-F238E27FC236}">
                <a16:creationId xmlns:a16="http://schemas.microsoft.com/office/drawing/2014/main" id="{07CD5101-196A-280D-3F92-6EBC139E6DC0}"/>
              </a:ext>
            </a:extLst>
          </p:cNvPr>
          <p:cNvSpPr/>
          <p:nvPr/>
        </p:nvSpPr>
        <p:spPr>
          <a:xfrm>
            <a:off x="640080" y="1124712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Noto Sans KR"/>
              </a:rPr>
              <a:t>결재 반려 사유 회계·세무 구분  ·  2026.6.26~7.19 집계, 150건 </a:t>
            </a:r>
            <a:r>
              <a:rPr lang="en-US" sz="1100" dirty="0" err="1">
                <a:solidFill>
                  <a:srgbClr val="475569"/>
                </a:solidFill>
                <a:latin typeface="Noto Sans KR"/>
              </a:rPr>
              <a:t>기준</a:t>
            </a:r>
            <a:endParaRPr lang="en-US" sz="1100" dirty="0">
              <a:solidFill>
                <a:srgbClr val="475569"/>
              </a:solidFill>
              <a:latin typeface="Noto Sans KR"/>
            </a:endParaRPr>
          </a:p>
        </p:txBody>
      </p:sp>
      <p:sp>
        <p:nvSpPr>
          <p:cNvPr id="88" name="Text 3">
            <a:extLst>
              <a:ext uri="{FF2B5EF4-FFF2-40B4-BE49-F238E27FC236}">
                <a16:creationId xmlns:a16="http://schemas.microsoft.com/office/drawing/2014/main" id="{BAE6E674-917E-CDD7-7180-53716290BB77}"/>
              </a:ext>
            </a:extLst>
          </p:cNvPr>
          <p:cNvSpPr/>
          <p:nvPr/>
        </p:nvSpPr>
        <p:spPr>
          <a:xfrm>
            <a:off x="1435100" y="2359152"/>
            <a:ext cx="29540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6000" b="1" dirty="0">
                <a:solidFill>
                  <a:srgbClr val="2563EB"/>
                </a:solidFill>
                <a:latin typeface="Noto Sans KR"/>
              </a:rPr>
              <a:t>약 </a:t>
            </a:r>
            <a:r>
              <a:rPr lang="en-US" sz="6000" b="1" dirty="0">
                <a:solidFill>
                  <a:srgbClr val="2563EB"/>
                </a:solidFill>
                <a:latin typeface="Noto Sans KR"/>
              </a:rPr>
              <a:t>23%</a:t>
            </a:r>
          </a:p>
        </p:txBody>
      </p:sp>
      <p:sp>
        <p:nvSpPr>
          <p:cNvPr id="90" name="Text 4">
            <a:extLst>
              <a:ext uri="{FF2B5EF4-FFF2-40B4-BE49-F238E27FC236}">
                <a16:creationId xmlns:a16="http://schemas.microsoft.com/office/drawing/2014/main" id="{F33E0B1A-13CB-A2B7-4F27-AB3C02F3F4ED}"/>
              </a:ext>
            </a:extLst>
          </p:cNvPr>
          <p:cNvSpPr/>
          <p:nvPr/>
        </p:nvSpPr>
        <p:spPr>
          <a:xfrm>
            <a:off x="1480820" y="3502152"/>
            <a:ext cx="29540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600" b="1" dirty="0">
                <a:solidFill>
                  <a:srgbClr val="475569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회계 관련 오류</a:t>
            </a:r>
          </a:p>
        </p:txBody>
      </p:sp>
      <p:sp>
        <p:nvSpPr>
          <p:cNvPr id="92" name="Text 5">
            <a:extLst>
              <a:ext uri="{FF2B5EF4-FFF2-40B4-BE49-F238E27FC236}">
                <a16:creationId xmlns:a16="http://schemas.microsoft.com/office/drawing/2014/main" id="{8C1E46EB-2404-96DE-7445-7D1E270C2C73}"/>
              </a:ext>
            </a:extLst>
          </p:cNvPr>
          <p:cNvSpPr/>
          <p:nvPr/>
        </p:nvSpPr>
        <p:spPr>
          <a:xfrm>
            <a:off x="1480820" y="3867912"/>
            <a:ext cx="29540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Noto Sans KR"/>
              </a:rPr>
              <a:t>35건 / 150건 · 확정 반려 </a:t>
            </a:r>
            <a:r>
              <a:rPr lang="en-US" sz="1100" dirty="0" err="1">
                <a:solidFill>
                  <a:srgbClr val="475569"/>
                </a:solidFill>
                <a:latin typeface="Noto Sans KR"/>
              </a:rPr>
              <a:t>데이터</a:t>
            </a:r>
            <a:r>
              <a:rPr lang="en-US" sz="1100" dirty="0">
                <a:solidFill>
                  <a:srgbClr val="475569"/>
                </a:solidFill>
                <a:latin typeface="Noto Sans KR"/>
              </a:rPr>
              <a:t> </a:t>
            </a:r>
            <a:r>
              <a:rPr lang="en-US" sz="1100" dirty="0" err="1">
                <a:solidFill>
                  <a:srgbClr val="475569"/>
                </a:solidFill>
                <a:latin typeface="Noto Sans KR"/>
              </a:rPr>
              <a:t>기준</a:t>
            </a:r>
            <a:endParaRPr lang="en-US" sz="1100" dirty="0">
              <a:solidFill>
                <a:srgbClr val="475569"/>
              </a:solidFill>
              <a:latin typeface="Noto Sans KR"/>
            </a:endParaRPr>
          </a:p>
        </p:txBody>
      </p:sp>
      <p:sp>
        <p:nvSpPr>
          <p:cNvPr id="94" name="Shape 6">
            <a:extLst>
              <a:ext uri="{FF2B5EF4-FFF2-40B4-BE49-F238E27FC236}">
                <a16:creationId xmlns:a16="http://schemas.microsoft.com/office/drawing/2014/main" id="{70465D53-857A-312E-3E55-43890B4A53F0}"/>
              </a:ext>
            </a:extLst>
          </p:cNvPr>
          <p:cNvSpPr/>
          <p:nvPr/>
        </p:nvSpPr>
        <p:spPr>
          <a:xfrm>
            <a:off x="4526280" y="2155565"/>
            <a:ext cx="10973" cy="27432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6" name="Text 7">
            <a:extLst>
              <a:ext uri="{FF2B5EF4-FFF2-40B4-BE49-F238E27FC236}">
                <a16:creationId xmlns:a16="http://schemas.microsoft.com/office/drawing/2014/main" id="{EDE7CB73-903F-2072-24EB-D2BD0D21035B}"/>
              </a:ext>
            </a:extLst>
          </p:cNvPr>
          <p:cNvSpPr/>
          <p:nvPr/>
        </p:nvSpPr>
        <p:spPr>
          <a:xfrm>
            <a:off x="4892040" y="2084832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400" b="1" dirty="0">
                <a:solidFill>
                  <a:srgbClr val="475569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회계 관련 오류</a:t>
            </a:r>
            <a:endParaRPr lang="en-US" sz="1400" b="1" dirty="0">
              <a:solidFill>
                <a:srgbClr val="475569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98" name="Shape 8">
            <a:extLst>
              <a:ext uri="{FF2B5EF4-FFF2-40B4-BE49-F238E27FC236}">
                <a16:creationId xmlns:a16="http://schemas.microsoft.com/office/drawing/2014/main" id="{1AF8D03F-BEC4-E8EE-302E-AE0752AFE303}"/>
              </a:ext>
            </a:extLst>
          </p:cNvPr>
          <p:cNvSpPr/>
          <p:nvPr/>
        </p:nvSpPr>
        <p:spPr>
          <a:xfrm>
            <a:off x="4892040" y="2432304"/>
            <a:ext cx="2450135" cy="384532"/>
          </a:xfrm>
          <a:prstGeom prst="roundRect">
            <a:avLst>
              <a:gd name="adj" fmla="val 14545"/>
            </a:avLst>
          </a:prstGeom>
          <a:solidFill>
            <a:srgbClr val="2563EB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0" name="Text 9">
            <a:extLst>
              <a:ext uri="{FF2B5EF4-FFF2-40B4-BE49-F238E27FC236}">
                <a16:creationId xmlns:a16="http://schemas.microsoft.com/office/drawing/2014/main" id="{3C8757E1-1867-627F-EA07-AD39311F1E49}"/>
              </a:ext>
            </a:extLst>
          </p:cNvPr>
          <p:cNvSpPr/>
          <p:nvPr/>
        </p:nvSpPr>
        <p:spPr>
          <a:xfrm>
            <a:off x="5061814" y="2510401"/>
            <a:ext cx="217581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F5F0E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</a:t>
            </a:r>
            <a:r>
              <a:rPr lang="en-US" sz="1300" b="1" dirty="0">
                <a:solidFill>
                  <a:srgbClr val="F5F0E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23%</a:t>
            </a:r>
            <a:endParaRPr lang="en-US" sz="1300" dirty="0"/>
          </a:p>
        </p:txBody>
      </p:sp>
      <p:sp>
        <p:nvSpPr>
          <p:cNvPr id="102" name="Text 10">
            <a:extLst>
              <a:ext uri="{FF2B5EF4-FFF2-40B4-BE49-F238E27FC236}">
                <a16:creationId xmlns:a16="http://schemas.microsoft.com/office/drawing/2014/main" id="{032CB8F2-85EE-A4EC-EE91-4AEC2B335595}"/>
              </a:ext>
            </a:extLst>
          </p:cNvPr>
          <p:cNvSpPr/>
          <p:nvPr/>
        </p:nvSpPr>
        <p:spPr>
          <a:xfrm>
            <a:off x="4892040" y="3136392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 err="1">
                <a:solidFill>
                  <a:srgbClr val="475569"/>
                </a:solidFill>
                <a:latin typeface="Noto Sans KR"/>
              </a:rPr>
              <a:t>세무</a:t>
            </a:r>
            <a:r>
              <a:rPr lang="en-US" sz="1400" b="1" dirty="0">
                <a:solidFill>
                  <a:srgbClr val="475569"/>
                </a:solidFill>
                <a:latin typeface="Noto Sans KR"/>
              </a:rPr>
              <a:t> </a:t>
            </a:r>
            <a:r>
              <a:rPr lang="en-US" sz="1400" b="1" dirty="0" err="1">
                <a:solidFill>
                  <a:srgbClr val="475569"/>
                </a:solidFill>
                <a:latin typeface="Noto Sans KR"/>
              </a:rPr>
              <a:t>관련</a:t>
            </a:r>
            <a:r>
              <a:rPr lang="en-US" sz="1400" b="1" dirty="0">
                <a:solidFill>
                  <a:srgbClr val="475569"/>
                </a:solidFill>
                <a:latin typeface="Noto Sans KR"/>
              </a:rPr>
              <a:t> </a:t>
            </a:r>
            <a:r>
              <a:rPr lang="en-US" sz="1400" b="1" dirty="0" err="1">
                <a:solidFill>
                  <a:srgbClr val="475569"/>
                </a:solidFill>
                <a:latin typeface="Noto Sans KR"/>
              </a:rPr>
              <a:t>오류</a:t>
            </a:r>
            <a:endParaRPr lang="en-US" sz="1400" b="1" dirty="0">
              <a:solidFill>
                <a:srgbClr val="475569"/>
              </a:solidFill>
              <a:latin typeface="Noto Sans KR"/>
            </a:endParaRPr>
          </a:p>
        </p:txBody>
      </p:sp>
      <p:sp>
        <p:nvSpPr>
          <p:cNvPr id="104" name="Shape 11">
            <a:extLst>
              <a:ext uri="{FF2B5EF4-FFF2-40B4-BE49-F238E27FC236}">
                <a16:creationId xmlns:a16="http://schemas.microsoft.com/office/drawing/2014/main" id="{F4058EDB-1E64-BF3D-30F8-9DEAB214425D}"/>
              </a:ext>
            </a:extLst>
          </p:cNvPr>
          <p:cNvSpPr/>
          <p:nvPr/>
        </p:nvSpPr>
        <p:spPr>
          <a:xfrm>
            <a:off x="4892040" y="3483864"/>
            <a:ext cx="1997964" cy="384532"/>
          </a:xfrm>
          <a:prstGeom prst="roundRect">
            <a:avLst>
              <a:gd name="adj" fmla="val 14545"/>
            </a:avLst>
          </a:prstGeom>
          <a:solidFill>
            <a:srgbClr val="EFF6FF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6" name="Text 12">
            <a:extLst>
              <a:ext uri="{FF2B5EF4-FFF2-40B4-BE49-F238E27FC236}">
                <a16:creationId xmlns:a16="http://schemas.microsoft.com/office/drawing/2014/main" id="{0E133A48-1F6F-8CC8-181D-80393EF6BDCC}"/>
              </a:ext>
            </a:extLst>
          </p:cNvPr>
          <p:cNvSpPr/>
          <p:nvPr/>
        </p:nvSpPr>
        <p:spPr>
          <a:xfrm>
            <a:off x="5061814" y="3561588"/>
            <a:ext cx="17236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2A1D1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</a:t>
            </a:r>
            <a:r>
              <a:rPr lang="en-US" sz="1300" b="1" dirty="0">
                <a:solidFill>
                  <a:srgbClr val="2A1D1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19.0%</a:t>
            </a:r>
            <a:endParaRPr lang="en-US" sz="1300" dirty="0"/>
          </a:p>
        </p:txBody>
      </p:sp>
      <p:sp>
        <p:nvSpPr>
          <p:cNvPr id="108" name="Text 13">
            <a:extLst>
              <a:ext uri="{FF2B5EF4-FFF2-40B4-BE49-F238E27FC236}">
                <a16:creationId xmlns:a16="http://schemas.microsoft.com/office/drawing/2014/main" id="{8AAF4C57-2655-8D51-61A8-D5E0E8DE73E5}"/>
              </a:ext>
            </a:extLst>
          </p:cNvPr>
          <p:cNvSpPr/>
          <p:nvPr/>
        </p:nvSpPr>
        <p:spPr>
          <a:xfrm>
            <a:off x="4892040" y="4187952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 err="1">
                <a:solidFill>
                  <a:srgbClr val="475569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기타</a:t>
            </a:r>
            <a:r>
              <a:rPr lang="en-US" sz="1400" b="1" dirty="0">
                <a:solidFill>
                  <a:srgbClr val="475569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(</a:t>
            </a:r>
            <a:r>
              <a:rPr lang="ko-KR" altLang="en-US" sz="1400" b="1" dirty="0">
                <a:solidFill>
                  <a:srgbClr val="475569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결재 라인</a:t>
            </a:r>
            <a:r>
              <a:rPr lang="en-US" altLang="ko-KR" sz="1400" b="1" dirty="0">
                <a:solidFill>
                  <a:srgbClr val="475569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1400" b="1" dirty="0">
                <a:solidFill>
                  <a:srgbClr val="475569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기타 작성 오류</a:t>
            </a:r>
            <a:r>
              <a:rPr lang="en-US" altLang="ko-KR" sz="1400" b="1" dirty="0">
                <a:solidFill>
                  <a:srgbClr val="475569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  <a:endParaRPr lang="en-US" sz="1400" b="1" dirty="0">
              <a:solidFill>
                <a:srgbClr val="475569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10" name="Shape 14">
            <a:extLst>
              <a:ext uri="{FF2B5EF4-FFF2-40B4-BE49-F238E27FC236}">
                <a16:creationId xmlns:a16="http://schemas.microsoft.com/office/drawing/2014/main" id="{7685531B-3F7C-3919-7F6E-DF10BE4CDEE4}"/>
              </a:ext>
            </a:extLst>
          </p:cNvPr>
          <p:cNvSpPr/>
          <p:nvPr/>
        </p:nvSpPr>
        <p:spPr>
          <a:xfrm>
            <a:off x="4892040" y="4535424"/>
            <a:ext cx="6067501" cy="384532"/>
          </a:xfrm>
          <a:prstGeom prst="roundRect">
            <a:avLst>
              <a:gd name="adj" fmla="val 14545"/>
            </a:avLst>
          </a:prstGeom>
          <a:solidFill>
            <a:schemeClr val="bg1">
              <a:lumMod val="95000"/>
            </a:schemeClr>
          </a:solidFill>
          <a:ln>
            <a:solidFill>
              <a:srgbClr val="F1F5F9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12" name="Text 15">
            <a:extLst>
              <a:ext uri="{FF2B5EF4-FFF2-40B4-BE49-F238E27FC236}">
                <a16:creationId xmlns:a16="http://schemas.microsoft.com/office/drawing/2014/main" id="{BA0E363C-F564-048D-770F-061F22AC9507}"/>
              </a:ext>
            </a:extLst>
          </p:cNvPr>
          <p:cNvSpPr/>
          <p:nvPr/>
        </p:nvSpPr>
        <p:spPr>
          <a:xfrm>
            <a:off x="5061814" y="4615656"/>
            <a:ext cx="5793181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</a:t>
            </a:r>
            <a:r>
              <a:rPr lang="en-US" sz="1300" b="1" dirty="0"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58%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102DD6-DF54-1ACB-A5DF-14F5AF5333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84ABFB66-A399-6DE4-55B6-93DDC8DE81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 descr="image.png">
            <a:extLst>
              <a:ext uri="{FF2B5EF4-FFF2-40B4-BE49-F238E27FC236}">
                <a16:creationId xmlns:a16="http://schemas.microsoft.com/office/drawing/2014/main" id="{BAC7C72F-294E-4E75-6BFE-61BCEACBF4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5825" y="552450"/>
            <a:ext cx="1444674" cy="2857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FD267EC-E3D5-2F2C-218E-A1820CC03A64}"/>
              </a:ext>
            </a:extLst>
          </p:cNvPr>
          <p:cNvSpPr txBox="1"/>
          <p:nvPr/>
        </p:nvSpPr>
        <p:spPr>
          <a:xfrm>
            <a:off x="571500" y="508642"/>
            <a:ext cx="9032824" cy="3924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ko-KR" altLang="en-US" sz="2550" b="1" i="0" u="none" dirty="0">
                <a:solidFill>
                  <a:srgbClr val="0F172A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결재 </a:t>
            </a:r>
            <a:r>
              <a:rPr sz="2550" b="1" i="0" u="none" dirty="0" err="1">
                <a:solidFill>
                  <a:srgbClr val="0F172A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반려사</a:t>
            </a:r>
            <a:r>
              <a:rPr lang="ko-KR" altLang="en-US" sz="2550" b="1" i="0" u="none" dirty="0">
                <a:solidFill>
                  <a:srgbClr val="0F172A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유 분석</a:t>
            </a:r>
            <a:endParaRPr sz="2550" b="1" i="0" u="none" dirty="0">
              <a:solidFill>
                <a:srgbClr val="0F172A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AC405E4-0148-B597-03F5-D8D5669324CC}"/>
              </a:ext>
            </a:extLst>
          </p:cNvPr>
          <p:cNvSpPr/>
          <p:nvPr/>
        </p:nvSpPr>
        <p:spPr>
          <a:xfrm>
            <a:off x="571500" y="1047750"/>
            <a:ext cx="11049000" cy="190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40A9EB33-03EF-8BF6-C255-9E03FA0C1B1A}"/>
              </a:ext>
            </a:extLst>
          </p:cNvPr>
          <p:cNvGrpSpPr/>
          <p:nvPr/>
        </p:nvGrpSpPr>
        <p:grpSpPr>
          <a:xfrm>
            <a:off x="5321430" y="6529300"/>
            <a:ext cx="1549140" cy="179136"/>
            <a:chOff x="3396462" y="5633787"/>
            <a:chExt cx="4502939" cy="520700"/>
          </a:xfrm>
        </p:grpSpPr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9CDA37AA-8D48-DA54-515B-970D473683E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396462" y="5633787"/>
              <a:ext cx="2152891" cy="520699"/>
            </a:xfrm>
            <a:prstGeom prst="rect">
              <a:avLst/>
            </a:prstGeom>
          </p:spPr>
        </p:pic>
        <p:pic>
          <p:nvPicPr>
            <p:cNvPr id="12" name="그림 11" descr="COWORKER">
              <a:extLst>
                <a:ext uri="{FF2B5EF4-FFF2-40B4-BE49-F238E27FC236}">
                  <a16:creationId xmlns:a16="http://schemas.microsoft.com/office/drawing/2014/main" id="{9334CF87-99B0-8A3A-BFF9-5FB1C04E3E2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816601" y="5633787"/>
              <a:ext cx="2082800" cy="520700"/>
            </a:xfrm>
            <a:prstGeom prst="rect">
              <a:avLst/>
            </a:prstGeom>
          </p:spPr>
        </p:pic>
      </p:grpSp>
      <p:sp>
        <p:nvSpPr>
          <p:cNvPr id="84" name="Text 1">
            <a:extLst>
              <a:ext uri="{FF2B5EF4-FFF2-40B4-BE49-F238E27FC236}">
                <a16:creationId xmlns:a16="http://schemas.microsoft.com/office/drawing/2014/main" id="{DD74F9ED-C78A-A9AF-13D7-3A83EBEC155E}"/>
              </a:ext>
            </a:extLst>
          </p:cNvPr>
          <p:cNvSpPr/>
          <p:nvPr/>
        </p:nvSpPr>
        <p:spPr>
          <a:xfrm>
            <a:off x="1524000" y="4935512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bg1">
                    <a:lumMod val="50000"/>
                  </a:schemeClr>
                </a:solidFill>
                <a:latin typeface="Noto Sans KR"/>
              </a:rPr>
              <a:t>결재 반려 사유 회계·세무 구분  ·  2026.6.26~7.19 집계, 150건 </a:t>
            </a:r>
            <a:r>
              <a:rPr lang="en-US" sz="1100" dirty="0" err="1">
                <a:solidFill>
                  <a:schemeClr val="bg1">
                    <a:lumMod val="50000"/>
                  </a:schemeClr>
                </a:solidFill>
                <a:latin typeface="Noto Sans KR"/>
              </a:rPr>
              <a:t>기준</a:t>
            </a:r>
            <a:endParaRPr lang="en-US" sz="1100" dirty="0">
              <a:solidFill>
                <a:schemeClr val="bg1">
                  <a:lumMod val="50000"/>
                </a:schemeClr>
              </a:solidFill>
              <a:latin typeface="Noto Sans KR"/>
            </a:endParaRPr>
          </a:p>
        </p:txBody>
      </p:sp>
      <p:graphicFrame>
        <p:nvGraphicFramePr>
          <p:cNvPr id="7" name="Chart 0">
            <a:extLst>
              <a:ext uri="{FF2B5EF4-FFF2-40B4-BE49-F238E27FC236}">
                <a16:creationId xmlns:a16="http://schemas.microsoft.com/office/drawing/2014/main" id="{F51B3596-34B0-2394-5BBB-CE239292243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40776592"/>
              </p:ext>
            </p:extLst>
          </p:nvPr>
        </p:nvGraphicFramePr>
        <p:xfrm>
          <a:off x="1364343" y="1926965"/>
          <a:ext cx="5752970" cy="2921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EF4F7BA1-D188-4CB1-F772-6735000DCC2C}"/>
              </a:ext>
            </a:extLst>
          </p:cNvPr>
          <p:cNvSpPr txBox="1"/>
          <p:nvPr/>
        </p:nvSpPr>
        <p:spPr>
          <a:xfrm>
            <a:off x="2356435" y="3073666"/>
            <a:ext cx="927785" cy="3924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altLang="ko-KR" sz="2550" b="1" i="0" u="none" dirty="0">
                <a:solidFill>
                  <a:srgbClr val="0F172A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150</a:t>
            </a:r>
            <a:r>
              <a:rPr lang="ko-KR" altLang="en-US" sz="2550" b="1" i="0" u="none" dirty="0">
                <a:solidFill>
                  <a:srgbClr val="0F172A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건</a:t>
            </a:r>
            <a:endParaRPr sz="2550" b="1" i="0" u="none" dirty="0">
              <a:solidFill>
                <a:srgbClr val="0F172A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F1A44BD-551D-5DA1-BBC4-5CC52BB52CB2}"/>
              </a:ext>
            </a:extLst>
          </p:cNvPr>
          <p:cNvSpPr txBox="1"/>
          <p:nvPr/>
        </p:nvSpPr>
        <p:spPr>
          <a:xfrm>
            <a:off x="9695543" y="2821647"/>
            <a:ext cx="796834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ko-KR" altLang="en-US" sz="1400" b="1" dirty="0">
                <a:solidFill>
                  <a:srgbClr val="2563E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약 </a:t>
            </a:r>
            <a:r>
              <a:rPr lang="en-US" altLang="ko-KR" sz="1400" b="1" dirty="0">
                <a:solidFill>
                  <a:srgbClr val="2563E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23%</a:t>
            </a:r>
            <a:endParaRPr sz="1400" b="1" i="0" u="none" dirty="0">
              <a:solidFill>
                <a:srgbClr val="2563EB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1AABF88-5382-DA27-8A53-901B6A1B8B45}"/>
              </a:ext>
            </a:extLst>
          </p:cNvPr>
          <p:cNvSpPr txBox="1"/>
          <p:nvPr/>
        </p:nvSpPr>
        <p:spPr>
          <a:xfrm>
            <a:off x="9695543" y="3266131"/>
            <a:ext cx="796834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ko-KR" altLang="en-US" sz="1400" dirty="0">
                <a:solidFill>
                  <a:schemeClr val="accent6">
                    <a:lumMod val="7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약 </a:t>
            </a:r>
            <a:r>
              <a:rPr lang="en-US" altLang="ko-KR" sz="1400" dirty="0">
                <a:solidFill>
                  <a:schemeClr val="accent6">
                    <a:lumMod val="7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19%</a:t>
            </a:r>
            <a:endParaRPr sz="1400" i="0" u="none" dirty="0">
              <a:solidFill>
                <a:schemeClr val="accent6">
                  <a:lumMod val="7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4414161-4E2E-C696-70A1-DF77CD60A229}"/>
              </a:ext>
            </a:extLst>
          </p:cNvPr>
          <p:cNvSpPr txBox="1"/>
          <p:nvPr/>
        </p:nvSpPr>
        <p:spPr>
          <a:xfrm>
            <a:off x="9695543" y="3712280"/>
            <a:ext cx="796834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약 </a:t>
            </a: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58%</a:t>
            </a:r>
            <a:endParaRPr sz="1400" i="0" u="none" dirty="0">
              <a:solidFill>
                <a:schemeClr val="bg1">
                  <a:lumMod val="50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DC9027E-3EE4-4D6D-35EB-08E0BC42AFCA}"/>
              </a:ext>
            </a:extLst>
          </p:cNvPr>
          <p:cNvSpPr txBox="1"/>
          <p:nvPr/>
        </p:nvSpPr>
        <p:spPr>
          <a:xfrm>
            <a:off x="2248263" y="3496836"/>
            <a:ext cx="1161143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ko-KR" altLang="en-US" sz="140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확정 반려 기준</a:t>
            </a:r>
            <a:endParaRPr sz="1400" i="0" u="none" dirty="0">
              <a:solidFill>
                <a:schemeClr val="bg1">
                  <a:lumMod val="50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713037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FEEAC1-498C-D8CE-447B-56BBC34D9C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67E1D7C6-39B0-A329-D868-07C3384441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 descr="image.png">
            <a:extLst>
              <a:ext uri="{FF2B5EF4-FFF2-40B4-BE49-F238E27FC236}">
                <a16:creationId xmlns:a16="http://schemas.microsoft.com/office/drawing/2014/main" id="{C2E70A22-1934-CA2A-96B4-E4592C14B2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5825" y="552450"/>
            <a:ext cx="1444674" cy="2857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C1DB554-C549-2823-63FC-78BABFB653BB}"/>
              </a:ext>
            </a:extLst>
          </p:cNvPr>
          <p:cNvSpPr txBox="1"/>
          <p:nvPr/>
        </p:nvSpPr>
        <p:spPr>
          <a:xfrm>
            <a:off x="571500" y="508642"/>
            <a:ext cx="9032824" cy="3924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ko-KR" altLang="en-US" sz="2550" b="1" i="0" u="none" dirty="0">
                <a:solidFill>
                  <a:srgbClr val="0F172A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개선 시 </a:t>
            </a:r>
            <a:r>
              <a:rPr sz="2550" b="1" i="0" u="none" dirty="0" err="1">
                <a:solidFill>
                  <a:srgbClr val="0F172A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전망</a:t>
            </a:r>
            <a:endParaRPr sz="2550" b="1" i="0" u="none" dirty="0">
              <a:solidFill>
                <a:srgbClr val="0F172A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17A18A4-F6BD-CA85-065B-BB109F903949}"/>
              </a:ext>
            </a:extLst>
          </p:cNvPr>
          <p:cNvSpPr/>
          <p:nvPr/>
        </p:nvSpPr>
        <p:spPr>
          <a:xfrm>
            <a:off x="571500" y="1047750"/>
            <a:ext cx="11049000" cy="190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E657B046-9691-492A-E63A-D06672A5A9A3}"/>
              </a:ext>
            </a:extLst>
          </p:cNvPr>
          <p:cNvGrpSpPr/>
          <p:nvPr/>
        </p:nvGrpSpPr>
        <p:grpSpPr>
          <a:xfrm>
            <a:off x="5321430" y="6529300"/>
            <a:ext cx="1549140" cy="179136"/>
            <a:chOff x="3396462" y="5633787"/>
            <a:chExt cx="4502939" cy="520700"/>
          </a:xfrm>
        </p:grpSpPr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50C80F59-986B-82C9-7FAE-BF05D96FCCE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396462" y="5633787"/>
              <a:ext cx="2152891" cy="520699"/>
            </a:xfrm>
            <a:prstGeom prst="rect">
              <a:avLst/>
            </a:prstGeom>
          </p:spPr>
        </p:pic>
        <p:pic>
          <p:nvPicPr>
            <p:cNvPr id="12" name="그림 11" descr="COWORKER">
              <a:extLst>
                <a:ext uri="{FF2B5EF4-FFF2-40B4-BE49-F238E27FC236}">
                  <a16:creationId xmlns:a16="http://schemas.microsoft.com/office/drawing/2014/main" id="{ACC8CC8A-D4EF-8F99-A10C-8327C01F3AF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816601" y="5633787"/>
              <a:ext cx="2082800" cy="520700"/>
            </a:xfrm>
            <a:prstGeom prst="rect">
              <a:avLst/>
            </a:prstGeom>
          </p:spPr>
        </p:pic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CDAB554F-393B-4877-6648-07F97B3F8EA0}"/>
              </a:ext>
            </a:extLst>
          </p:cNvPr>
          <p:cNvGrpSpPr/>
          <p:nvPr/>
        </p:nvGrpSpPr>
        <p:grpSpPr>
          <a:xfrm>
            <a:off x="571500" y="2840188"/>
            <a:ext cx="3530649" cy="1912938"/>
            <a:chOff x="571500" y="2840188"/>
            <a:chExt cx="3530649" cy="1912938"/>
          </a:xfrm>
        </p:grpSpPr>
        <p:pic>
          <p:nvPicPr>
            <p:cNvPr id="26" name="Picture 2" descr="image.png">
              <a:extLst>
                <a:ext uri="{FF2B5EF4-FFF2-40B4-BE49-F238E27FC236}">
                  <a16:creationId xmlns:a16="http://schemas.microsoft.com/office/drawing/2014/main" id="{957E7E81-709D-63F1-0FEC-18D91B85C9D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1500" y="2840188"/>
              <a:ext cx="3530649" cy="1912938"/>
            </a:xfrm>
            <a:prstGeom prst="rect">
              <a:avLst/>
            </a:prstGeom>
          </p:spPr>
        </p:pic>
        <p:pic>
          <p:nvPicPr>
            <p:cNvPr id="32" name="Picture 6" descr="image.png">
              <a:extLst>
                <a:ext uri="{FF2B5EF4-FFF2-40B4-BE49-F238E27FC236}">
                  <a16:creationId xmlns:a16="http://schemas.microsoft.com/office/drawing/2014/main" id="{AB750C53-B057-1C76-C391-17FD648A562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47725" y="3144988"/>
              <a:ext cx="514350" cy="514350"/>
            </a:xfrm>
            <a:prstGeom prst="rect">
              <a:avLst/>
            </a:prstGeom>
          </p:spPr>
        </p:pic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D4CE31C1-A3F6-77A2-F8CF-4B7A019759E8}"/>
                </a:ext>
              </a:extLst>
            </p:cNvPr>
            <p:cNvSpPr txBox="1"/>
            <p:nvPr/>
          </p:nvSpPr>
          <p:spPr>
            <a:xfrm>
              <a:off x="1507805" y="3305042"/>
              <a:ext cx="1942290" cy="23083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en-US" altLang="ko-KR" sz="1500" b="1" i="0" u="none" dirty="0">
                  <a:solidFill>
                    <a:srgbClr val="0F172A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1. </a:t>
              </a:r>
              <a:r>
                <a:rPr lang="ko-KR" altLang="en-US" sz="1500" b="1" i="0" u="none" dirty="0">
                  <a:solidFill>
                    <a:srgbClr val="0F172A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반려 재발 방지</a:t>
              </a:r>
              <a:endParaRPr sz="1500" b="1" i="0" u="none" dirty="0">
                <a:solidFill>
                  <a:srgbClr val="0F172A"/>
                </a:solidFill>
                <a:latin typeface="Noto Sans KR" panose="020B0200000000000000" pitchFamily="50" charset="-127"/>
                <a:ea typeface="Noto Sans KR" panose="020B0200000000000000" pitchFamily="50" charset="-127"/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DF8D0567-8277-4BC3-EA81-2151E1F8C27B}"/>
                </a:ext>
              </a:extLst>
            </p:cNvPr>
            <p:cNvSpPr txBox="1"/>
            <p:nvPr/>
          </p:nvSpPr>
          <p:spPr>
            <a:xfrm>
              <a:off x="898988" y="3893675"/>
              <a:ext cx="2978199" cy="43986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>
                <a:lnSpc>
                  <a:spcPts val="1800"/>
                </a:lnSpc>
              </a:pPr>
              <a:r>
                <a:rPr lang="en-US" altLang="ko-KR" sz="1200" dirty="0" err="1">
                  <a:solidFill>
                    <a:srgbClr val="33383F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  <a:cs typeface="Malgun Gothic" pitchFamily="34" charset="-120"/>
                </a:rPr>
                <a:t>매출인식·MG</a:t>
              </a:r>
              <a:r>
                <a:rPr lang="en-US" altLang="ko-KR" sz="1200" dirty="0">
                  <a:solidFill>
                    <a:srgbClr val="33383F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  <a:cs typeface="Malgun Gothic" pitchFamily="34" charset="-120"/>
                </a:rPr>
                <a:t> </a:t>
              </a:r>
              <a:r>
                <a:rPr lang="en-US" altLang="ko-KR" sz="1200" dirty="0" err="1">
                  <a:solidFill>
                    <a:srgbClr val="33383F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  <a:cs typeface="Malgun Gothic" pitchFamily="34" charset="-120"/>
                </a:rPr>
                <a:t>판단</a:t>
              </a:r>
              <a:r>
                <a:rPr lang="en-US" altLang="ko-KR" sz="1200" dirty="0">
                  <a:solidFill>
                    <a:srgbClr val="33383F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  <a:cs typeface="Malgun Gothic" pitchFamily="34" charset="-120"/>
                </a:rPr>
                <a:t> </a:t>
              </a:r>
              <a:r>
                <a:rPr lang="en-US" altLang="ko-KR" sz="1200" dirty="0" err="1">
                  <a:solidFill>
                    <a:srgbClr val="33383F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  <a:cs typeface="Malgun Gothic" pitchFamily="34" charset="-120"/>
                </a:rPr>
                <a:t>기준을</a:t>
              </a:r>
              <a:r>
                <a:rPr lang="en-US" altLang="ko-KR" sz="1200" dirty="0">
                  <a:solidFill>
                    <a:srgbClr val="33383F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  <a:cs typeface="Malgun Gothic" pitchFamily="34" charset="-120"/>
                </a:rPr>
                <a:t> </a:t>
              </a:r>
              <a:r>
                <a:rPr lang="en-US" altLang="ko-KR" sz="1200" dirty="0" err="1">
                  <a:solidFill>
                    <a:srgbClr val="33383F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  <a:cs typeface="Malgun Gothic" pitchFamily="34" charset="-120"/>
                </a:rPr>
                <a:t>매뉴얼로</a:t>
              </a:r>
              <a:r>
                <a:rPr lang="en-US" altLang="ko-KR" sz="1200" dirty="0">
                  <a:solidFill>
                    <a:srgbClr val="33383F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  <a:cs typeface="Malgun Gothic" pitchFamily="34" charset="-120"/>
                </a:rPr>
                <a:t> </a:t>
              </a:r>
              <a:r>
                <a:rPr lang="en-US" altLang="ko-KR" sz="1200" dirty="0" err="1">
                  <a:solidFill>
                    <a:srgbClr val="33383F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  <a:cs typeface="Malgun Gothic" pitchFamily="34" charset="-120"/>
                </a:rPr>
                <a:t>사전</a:t>
              </a:r>
              <a:r>
                <a:rPr lang="en-US" altLang="ko-KR" sz="1200" dirty="0">
                  <a:solidFill>
                    <a:srgbClr val="33383F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  <a:cs typeface="Malgun Gothic" pitchFamily="34" charset="-120"/>
                </a:rPr>
                <a:t> </a:t>
              </a:r>
              <a:r>
                <a:rPr lang="en-US" altLang="ko-KR" sz="1200" dirty="0" err="1">
                  <a:solidFill>
                    <a:srgbClr val="33383F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  <a:cs typeface="Malgun Gothic" pitchFamily="34" charset="-120"/>
                </a:rPr>
                <a:t>안내</a:t>
              </a:r>
              <a:r>
                <a:rPr lang="en-US" altLang="ko-KR" sz="1200" dirty="0">
                  <a:solidFill>
                    <a:srgbClr val="33383F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  <a:cs typeface="Malgun Gothic" pitchFamily="34" charset="-120"/>
                </a:rPr>
                <a:t> → </a:t>
              </a:r>
              <a:r>
                <a:rPr lang="en-US" altLang="ko-KR" sz="1200" dirty="0" err="1">
                  <a:solidFill>
                    <a:srgbClr val="33383F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  <a:cs typeface="Malgun Gothic" pitchFamily="34" charset="-120"/>
                </a:rPr>
                <a:t>신규</a:t>
              </a:r>
              <a:r>
                <a:rPr lang="en-US" altLang="ko-KR" sz="1200" dirty="0">
                  <a:solidFill>
                    <a:srgbClr val="33383F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  <a:cs typeface="Malgun Gothic" pitchFamily="34" charset="-120"/>
                </a:rPr>
                <a:t> </a:t>
              </a:r>
              <a:r>
                <a:rPr lang="en-US" altLang="ko-KR" sz="1200" dirty="0" err="1">
                  <a:solidFill>
                    <a:srgbClr val="33383F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  <a:cs typeface="Malgun Gothic" pitchFamily="34" charset="-120"/>
                </a:rPr>
                <a:t>거래</a:t>
              </a:r>
              <a:r>
                <a:rPr lang="en-US" altLang="ko-KR" sz="1200" dirty="0">
                  <a:solidFill>
                    <a:srgbClr val="33383F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  <a:cs typeface="Malgun Gothic" pitchFamily="34" charset="-120"/>
                </a:rPr>
                <a:t> </a:t>
              </a:r>
              <a:r>
                <a:rPr lang="en-US" altLang="ko-KR" sz="1200" dirty="0" err="1">
                  <a:solidFill>
                    <a:srgbClr val="33383F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  <a:cs typeface="Malgun Gothic" pitchFamily="34" charset="-120"/>
                </a:rPr>
                <a:t>등록</a:t>
              </a:r>
              <a:r>
                <a:rPr lang="en-US" altLang="ko-KR" sz="1200" dirty="0">
                  <a:solidFill>
                    <a:srgbClr val="33383F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  <a:cs typeface="Malgun Gothic" pitchFamily="34" charset="-120"/>
                </a:rPr>
                <a:t> 전 </a:t>
              </a:r>
              <a:r>
                <a:rPr lang="en-US" altLang="ko-KR" sz="1200" dirty="0" err="1">
                  <a:solidFill>
                    <a:srgbClr val="33383F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  <a:cs typeface="Malgun Gothic" pitchFamily="34" charset="-120"/>
                </a:rPr>
                <a:t>자가</a:t>
              </a:r>
              <a:r>
                <a:rPr lang="en-US" altLang="ko-KR" sz="1200" dirty="0">
                  <a:solidFill>
                    <a:srgbClr val="33383F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  <a:cs typeface="Malgun Gothic" pitchFamily="34" charset="-120"/>
                </a:rPr>
                <a:t> </a:t>
              </a:r>
              <a:r>
                <a:rPr lang="en-US" altLang="ko-KR" sz="1200" dirty="0" err="1">
                  <a:solidFill>
                    <a:srgbClr val="33383F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  <a:cs typeface="Malgun Gothic" pitchFamily="34" charset="-120"/>
                </a:rPr>
                <a:t>점검</a:t>
              </a:r>
              <a:r>
                <a:rPr lang="en-US" altLang="ko-KR" sz="1200" dirty="0">
                  <a:solidFill>
                    <a:srgbClr val="33383F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  <a:cs typeface="Malgun Gothic" pitchFamily="34" charset="-120"/>
                </a:rPr>
                <a:t> </a:t>
              </a:r>
              <a:r>
                <a:rPr lang="en-US" altLang="ko-KR" sz="1200" dirty="0" err="1">
                  <a:solidFill>
                    <a:srgbClr val="33383F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  <a:cs typeface="Malgun Gothic" pitchFamily="34" charset="-120"/>
                </a:rPr>
                <a:t>유도</a:t>
              </a:r>
              <a:endParaRPr lang="en-US" altLang="ko-KR" sz="1200" dirty="0">
                <a:latin typeface="Noto Sans KR" panose="020B0200000000000000" pitchFamily="50" charset="-127"/>
                <a:ea typeface="Noto Sans KR" panose="020B0200000000000000" pitchFamily="50" charset="-127"/>
              </a:endParaRPr>
            </a:p>
          </p:txBody>
        </p:sp>
        <p:pic>
          <p:nvPicPr>
            <p:cNvPr id="42" name="Picture 15" descr="image.png">
              <a:extLst>
                <a:ext uri="{FF2B5EF4-FFF2-40B4-BE49-F238E27FC236}">
                  <a16:creationId xmlns:a16="http://schemas.microsoft.com/office/drawing/2014/main" id="{050FA3DC-B275-DECA-1004-B191FC53BB3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995880" y="3261221"/>
              <a:ext cx="226175" cy="211421"/>
            </a:xfrm>
            <a:prstGeom prst="rect">
              <a:avLst/>
            </a:prstGeom>
          </p:spPr>
        </p:pic>
      </p:grpSp>
      <p:grpSp>
        <p:nvGrpSpPr>
          <p:cNvPr id="4" name="그룹 3">
            <a:extLst>
              <a:ext uri="{FF2B5EF4-FFF2-40B4-BE49-F238E27FC236}">
                <a16:creationId xmlns:a16="http://schemas.microsoft.com/office/drawing/2014/main" id="{379CF153-CEC9-B57B-E114-A09BF238FF65}"/>
              </a:ext>
            </a:extLst>
          </p:cNvPr>
          <p:cNvGrpSpPr/>
          <p:nvPr/>
        </p:nvGrpSpPr>
        <p:grpSpPr>
          <a:xfrm>
            <a:off x="4330749" y="2840188"/>
            <a:ext cx="3530649" cy="1912938"/>
            <a:chOff x="4330749" y="2840188"/>
            <a:chExt cx="3530649" cy="1912938"/>
          </a:xfrm>
        </p:grpSpPr>
        <p:pic>
          <p:nvPicPr>
            <p:cNvPr id="28" name="Picture 3" descr="image.png">
              <a:extLst>
                <a:ext uri="{FF2B5EF4-FFF2-40B4-BE49-F238E27FC236}">
                  <a16:creationId xmlns:a16="http://schemas.microsoft.com/office/drawing/2014/main" id="{D5237DBF-08DA-A73C-341B-63616EAB29F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4330749" y="2840188"/>
              <a:ext cx="3530649" cy="1912938"/>
            </a:xfrm>
            <a:prstGeom prst="rect">
              <a:avLst/>
            </a:prstGeom>
          </p:spPr>
        </p:pic>
        <p:pic>
          <p:nvPicPr>
            <p:cNvPr id="34" name="Picture 9" descr="image.png">
              <a:extLst>
                <a:ext uri="{FF2B5EF4-FFF2-40B4-BE49-F238E27FC236}">
                  <a16:creationId xmlns:a16="http://schemas.microsoft.com/office/drawing/2014/main" id="{94A3EFB7-969C-52D3-86DF-9E7162A67CA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4606974" y="3144988"/>
              <a:ext cx="514350" cy="514350"/>
            </a:xfrm>
            <a:prstGeom prst="rect">
              <a:avLst/>
            </a:prstGeom>
          </p:spPr>
        </p:pic>
        <p:pic>
          <p:nvPicPr>
            <p:cNvPr id="44" name="Picture 16" descr="image.png">
              <a:extLst>
                <a:ext uri="{FF2B5EF4-FFF2-40B4-BE49-F238E27FC236}">
                  <a16:creationId xmlns:a16="http://schemas.microsoft.com/office/drawing/2014/main" id="{CC3AD19B-B893-0EAA-F508-EAE7C1379856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4764973" y="3305042"/>
              <a:ext cx="226175" cy="211421"/>
            </a:xfrm>
            <a:prstGeom prst="rect">
              <a:avLst/>
            </a:prstGeom>
          </p:spPr>
        </p:pic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8CC3E8F8-31AB-FA91-51F3-53292708207F}"/>
                </a:ext>
              </a:extLst>
            </p:cNvPr>
            <p:cNvSpPr txBox="1"/>
            <p:nvPr/>
          </p:nvSpPr>
          <p:spPr>
            <a:xfrm>
              <a:off x="5215791" y="3305042"/>
              <a:ext cx="2230038" cy="23083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en-US" altLang="ko-KR" sz="1500" b="1" i="0" u="none" dirty="0">
                  <a:solidFill>
                    <a:srgbClr val="0F172A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2. </a:t>
              </a:r>
              <a:r>
                <a:rPr lang="ko-KR" altLang="en-US" sz="1500" b="1" i="0" u="none" dirty="0">
                  <a:solidFill>
                    <a:srgbClr val="0F172A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판단 오류 유형 축적</a:t>
              </a:r>
              <a:endParaRPr sz="1500" b="1" i="0" u="none" dirty="0">
                <a:solidFill>
                  <a:srgbClr val="0F172A"/>
                </a:solidFill>
                <a:latin typeface="Noto Sans KR" panose="020B0200000000000000" pitchFamily="50" charset="-127"/>
                <a:ea typeface="Noto Sans KR" panose="020B0200000000000000" pitchFamily="50" charset="-127"/>
              </a:endParaRPr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9634CA0C-F05B-1640-6EF9-4A5875F596FC}"/>
              </a:ext>
            </a:extLst>
          </p:cNvPr>
          <p:cNvSpPr txBox="1"/>
          <p:nvPr/>
        </p:nvSpPr>
        <p:spPr>
          <a:xfrm>
            <a:off x="4606974" y="3893675"/>
            <a:ext cx="2978199" cy="439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1800"/>
              </a:lnSpc>
            </a:pPr>
            <a:r>
              <a:rPr lang="ko-KR" altLang="en-US" sz="1200" dirty="0">
                <a:solidFill>
                  <a:srgbClr val="33383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Malgun Gothic" pitchFamily="34" charset="-120"/>
              </a:rPr>
              <a:t>실제 반려 사유를 유형별로 축적하면</a:t>
            </a:r>
            <a:r>
              <a:rPr lang="en-US" altLang="ko-KR" sz="1200" dirty="0">
                <a:solidFill>
                  <a:srgbClr val="33383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Malgun Gothic" pitchFamily="34" charset="-120"/>
              </a:rPr>
              <a:t> </a:t>
            </a:r>
            <a:r>
              <a:rPr lang="ko-KR" altLang="en-US" sz="1200" dirty="0">
                <a:solidFill>
                  <a:srgbClr val="33383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Malgun Gothic" pitchFamily="34" charset="-120"/>
              </a:rPr>
              <a:t>매뉴얼의 </a:t>
            </a:r>
            <a:r>
              <a:rPr lang="en-US" altLang="ko-KR" sz="1200" dirty="0">
                <a:solidFill>
                  <a:srgbClr val="33383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Malgun Gothic" pitchFamily="34" charset="-120"/>
              </a:rPr>
              <a:t>FAQ·</a:t>
            </a:r>
            <a:r>
              <a:rPr lang="ko-KR" altLang="en-US" sz="1200" dirty="0">
                <a:solidFill>
                  <a:srgbClr val="33383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Malgun Gothic" pitchFamily="34" charset="-120"/>
              </a:rPr>
              <a:t>유의사항 항목을 지속 보강 가능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C8EC58AE-D7A4-2EDE-33E6-01ACD5F21ED5}"/>
              </a:ext>
            </a:extLst>
          </p:cNvPr>
          <p:cNvGrpSpPr/>
          <p:nvPr/>
        </p:nvGrpSpPr>
        <p:grpSpPr>
          <a:xfrm>
            <a:off x="8089999" y="2840188"/>
            <a:ext cx="3530649" cy="1912938"/>
            <a:chOff x="8089999" y="2840188"/>
            <a:chExt cx="3530649" cy="1912938"/>
          </a:xfrm>
        </p:grpSpPr>
        <p:pic>
          <p:nvPicPr>
            <p:cNvPr id="30" name="Picture 4" descr="image.png">
              <a:extLst>
                <a:ext uri="{FF2B5EF4-FFF2-40B4-BE49-F238E27FC236}">
                  <a16:creationId xmlns:a16="http://schemas.microsoft.com/office/drawing/2014/main" id="{55A885B2-3F28-4404-6C0C-1A8D25DA4D1C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89999" y="2840188"/>
              <a:ext cx="3530649" cy="1912938"/>
            </a:xfrm>
            <a:prstGeom prst="rect">
              <a:avLst/>
            </a:prstGeom>
          </p:spPr>
        </p:pic>
        <p:pic>
          <p:nvPicPr>
            <p:cNvPr id="36" name="Picture 12" descr="image.png">
              <a:extLst>
                <a:ext uri="{FF2B5EF4-FFF2-40B4-BE49-F238E27FC236}">
                  <a16:creationId xmlns:a16="http://schemas.microsoft.com/office/drawing/2014/main" id="{DA28A964-2F17-B035-28C6-A5057F4DD8A3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8366224" y="3144988"/>
              <a:ext cx="514350" cy="514350"/>
            </a:xfrm>
            <a:prstGeom prst="rect">
              <a:avLst/>
            </a:prstGeom>
          </p:spPr>
        </p:pic>
        <p:pic>
          <p:nvPicPr>
            <p:cNvPr id="46" name="Picture 17" descr="image.png">
              <a:extLst>
                <a:ext uri="{FF2B5EF4-FFF2-40B4-BE49-F238E27FC236}">
                  <a16:creationId xmlns:a16="http://schemas.microsoft.com/office/drawing/2014/main" id="{5F81AAD1-6232-644E-A80E-F094FBE0CB5D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8510311" y="3296452"/>
              <a:ext cx="226175" cy="211421"/>
            </a:xfrm>
            <a:prstGeom prst="rect">
              <a:avLst/>
            </a:prstGeom>
          </p:spPr>
        </p:pic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FE97D929-EDE5-58AF-EDFC-FAF8C7436AF4}"/>
                </a:ext>
              </a:extLst>
            </p:cNvPr>
            <p:cNvSpPr txBox="1"/>
            <p:nvPr/>
          </p:nvSpPr>
          <p:spPr>
            <a:xfrm>
              <a:off x="9006875" y="3305042"/>
              <a:ext cx="1844005" cy="23083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en-US" altLang="ko-KR" sz="1500" b="1" dirty="0">
                  <a:solidFill>
                    <a:srgbClr val="0F172A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3. </a:t>
              </a:r>
              <a:r>
                <a:rPr lang="ko-KR" altLang="en-US" sz="1500" b="1" i="0" u="none" dirty="0">
                  <a:solidFill>
                    <a:srgbClr val="0F172A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정기 </a:t>
              </a:r>
              <a:r>
                <a:rPr lang="ko-KR" altLang="en-US" sz="1500" b="1" i="0" u="none" dirty="0" err="1">
                  <a:solidFill>
                    <a:srgbClr val="0F172A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재측정</a:t>
              </a:r>
              <a:endParaRPr sz="1500" b="1" i="0" u="none" dirty="0">
                <a:solidFill>
                  <a:srgbClr val="0F172A"/>
                </a:solidFill>
                <a:latin typeface="Noto Sans KR" panose="020B0200000000000000" pitchFamily="50" charset="-127"/>
                <a:ea typeface="Noto Sans KR" panose="020B0200000000000000" pitchFamily="50" charset="-127"/>
              </a:endParaRPr>
            </a:p>
          </p:txBody>
        </p:sp>
      </p:grpSp>
      <p:sp>
        <p:nvSpPr>
          <p:cNvPr id="50" name="TextBox 49">
            <a:extLst>
              <a:ext uri="{FF2B5EF4-FFF2-40B4-BE49-F238E27FC236}">
                <a16:creationId xmlns:a16="http://schemas.microsoft.com/office/drawing/2014/main" id="{BDB9789A-1E3B-44CB-6724-BF78A5FCE1E6}"/>
              </a:ext>
            </a:extLst>
          </p:cNvPr>
          <p:cNvSpPr txBox="1"/>
          <p:nvPr/>
        </p:nvSpPr>
        <p:spPr>
          <a:xfrm>
            <a:off x="8398058" y="3893675"/>
            <a:ext cx="2978199" cy="439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1800"/>
              </a:lnSpc>
            </a:pPr>
            <a:r>
              <a:rPr lang="ko-KR" altLang="en-US" sz="1200" dirty="0">
                <a:solidFill>
                  <a:srgbClr val="33383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Malgun Gothic" pitchFamily="34" charset="-120"/>
              </a:rPr>
              <a:t>배포 후에도 반려 비중을 분기별로 </a:t>
            </a:r>
            <a:r>
              <a:rPr lang="ko-KR" altLang="en-US" sz="1200" dirty="0" err="1">
                <a:solidFill>
                  <a:srgbClr val="33383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Malgun Gothic" pitchFamily="34" charset="-120"/>
              </a:rPr>
              <a:t>재집계하여</a:t>
            </a:r>
            <a:r>
              <a:rPr lang="en-US" altLang="ko-KR" sz="1200" dirty="0">
                <a:solidFill>
                  <a:srgbClr val="33383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Malgun Gothic" pitchFamily="34" charset="-120"/>
              </a:rPr>
              <a:t> </a:t>
            </a:r>
            <a:r>
              <a:rPr lang="ko-KR" altLang="en-US" sz="1200" dirty="0">
                <a:solidFill>
                  <a:srgbClr val="33383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Malgun Gothic" pitchFamily="34" charset="-120"/>
              </a:rPr>
              <a:t>목표</a:t>
            </a:r>
            <a:r>
              <a:rPr lang="en-US" altLang="ko-KR" sz="1200" dirty="0">
                <a:solidFill>
                  <a:srgbClr val="33383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Malgun Gothic" pitchFamily="34" charset="-120"/>
              </a:rPr>
              <a:t>(30% </a:t>
            </a:r>
            <a:r>
              <a:rPr lang="ko-KR" altLang="en-US" sz="1200" dirty="0">
                <a:solidFill>
                  <a:srgbClr val="33383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Malgun Gothic" pitchFamily="34" charset="-120"/>
              </a:rPr>
              <a:t>감소</a:t>
            </a:r>
            <a:r>
              <a:rPr lang="en-US" altLang="ko-KR" sz="1200" dirty="0">
                <a:solidFill>
                  <a:srgbClr val="33383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Malgun Gothic" pitchFamily="34" charset="-120"/>
              </a:rPr>
              <a:t>) </a:t>
            </a:r>
            <a:r>
              <a:rPr lang="ko-KR" altLang="en-US" sz="1200" dirty="0">
                <a:solidFill>
                  <a:srgbClr val="33383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Malgun Gothic" pitchFamily="34" charset="-120"/>
              </a:rPr>
              <a:t>달성 여부를 추적</a:t>
            </a:r>
            <a:r>
              <a:rPr lang="en-US" altLang="ko-KR" sz="1200" dirty="0">
                <a:solidFill>
                  <a:srgbClr val="33383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Malgun Gothic" pitchFamily="34" charset="-120"/>
              </a:rPr>
              <a:t>·</a:t>
            </a:r>
            <a:r>
              <a:rPr lang="ko-KR" altLang="en-US" sz="1200" dirty="0">
                <a:solidFill>
                  <a:srgbClr val="33383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Malgun Gothic" pitchFamily="34" charset="-120"/>
              </a:rPr>
              <a:t>검증</a:t>
            </a:r>
          </a:p>
        </p:txBody>
      </p:sp>
    </p:spTree>
    <p:extLst>
      <p:ext uri="{BB962C8B-B14F-4D97-AF65-F5344CB8AC3E}">
        <p14:creationId xmlns:p14="http://schemas.microsoft.com/office/powerpoint/2010/main" val="22197505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2EE57F-D912-FAD1-A6DC-F76FAD9C8F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image.png">
            <a:extLst>
              <a:ext uri="{FF2B5EF4-FFF2-40B4-BE49-F238E27FC236}">
                <a16:creationId xmlns:a16="http://schemas.microsoft.com/office/drawing/2014/main" id="{47DCEE3B-8D11-5B21-D571-8D519564E7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8788" y="552450"/>
            <a:ext cx="1071711" cy="285750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55C00633-C2A1-47CA-0B52-C97E470B9F36}"/>
              </a:ext>
            </a:extLst>
          </p:cNvPr>
          <p:cNvSpPr txBox="1"/>
          <p:nvPr/>
        </p:nvSpPr>
        <p:spPr>
          <a:xfrm>
            <a:off x="571500" y="476250"/>
            <a:ext cx="1160145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550" b="1" i="0" u="none">
                <a:solidFill>
                  <a:srgbClr val="0F172A"/>
                </a:solidFill>
                <a:latin typeface="Noto Sans KR"/>
              </a:rPr>
              <a:t>개선 내용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16F1807-84B8-A94F-B00C-B028ED887465}"/>
              </a:ext>
            </a:extLst>
          </p:cNvPr>
          <p:cNvSpPr/>
          <p:nvPr/>
        </p:nvSpPr>
        <p:spPr>
          <a:xfrm>
            <a:off x="571500" y="1047750"/>
            <a:ext cx="11049000" cy="190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018F7A32-B579-B4DF-356D-0BFC14EE5518}"/>
              </a:ext>
            </a:extLst>
          </p:cNvPr>
          <p:cNvGrpSpPr/>
          <p:nvPr/>
        </p:nvGrpSpPr>
        <p:grpSpPr>
          <a:xfrm>
            <a:off x="5321430" y="6529300"/>
            <a:ext cx="1549140" cy="179136"/>
            <a:chOff x="3396462" y="5633787"/>
            <a:chExt cx="4502939" cy="520700"/>
          </a:xfrm>
        </p:grpSpPr>
        <p:pic>
          <p:nvPicPr>
            <p:cNvPr id="28" name="그림 27">
              <a:extLst>
                <a:ext uri="{FF2B5EF4-FFF2-40B4-BE49-F238E27FC236}">
                  <a16:creationId xmlns:a16="http://schemas.microsoft.com/office/drawing/2014/main" id="{196E29B6-FD73-31B5-49AE-9A91025F7D9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396462" y="5633787"/>
              <a:ext cx="2152891" cy="520699"/>
            </a:xfrm>
            <a:prstGeom prst="rect">
              <a:avLst/>
            </a:prstGeom>
          </p:spPr>
        </p:pic>
        <p:pic>
          <p:nvPicPr>
            <p:cNvPr id="29" name="그림 28" descr="COWORKER">
              <a:extLst>
                <a:ext uri="{FF2B5EF4-FFF2-40B4-BE49-F238E27FC236}">
                  <a16:creationId xmlns:a16="http://schemas.microsoft.com/office/drawing/2014/main" id="{9BEAC13D-BA8E-8CDE-0234-6966BC3E212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816601" y="5633787"/>
              <a:ext cx="2082800" cy="520700"/>
            </a:xfrm>
            <a:prstGeom prst="rect">
              <a:avLst/>
            </a:prstGeom>
          </p:spPr>
        </p:pic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20E78B81-C402-F2D2-0237-7A6A4A8C8D12}"/>
              </a:ext>
            </a:extLst>
          </p:cNvPr>
          <p:cNvGrpSpPr/>
          <p:nvPr/>
        </p:nvGrpSpPr>
        <p:grpSpPr>
          <a:xfrm>
            <a:off x="862330" y="2193725"/>
            <a:ext cx="1377950" cy="3487222"/>
            <a:chOff x="862330" y="2193725"/>
            <a:chExt cx="1377950" cy="3487222"/>
          </a:xfrm>
        </p:grpSpPr>
        <p:sp>
          <p:nvSpPr>
            <p:cNvPr id="248" name="Text 4">
              <a:extLst>
                <a:ext uri="{FF2B5EF4-FFF2-40B4-BE49-F238E27FC236}">
                  <a16:creationId xmlns:a16="http://schemas.microsoft.com/office/drawing/2014/main" id="{AC2A4C74-ECE9-BBD1-4356-153F73621F77}"/>
                </a:ext>
              </a:extLst>
            </p:cNvPr>
            <p:cNvSpPr/>
            <p:nvPr/>
          </p:nvSpPr>
          <p:spPr>
            <a:xfrm>
              <a:off x="862330" y="2193725"/>
              <a:ext cx="1377950" cy="65049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15000"/>
                </a:lnSpc>
                <a:buNone/>
              </a:pPr>
              <a:r>
                <a:rPr lang="en-US" sz="1400" b="1" dirty="0" err="1">
                  <a:solidFill>
                    <a:srgbClr val="2563E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  <a:cs typeface="Noto Sans KR" pitchFamily="34" charset="-120"/>
                </a:rPr>
                <a:t>매뉴얼</a:t>
              </a:r>
              <a:r>
                <a:rPr lang="en-US" sz="1400" dirty="0">
                  <a:solidFill>
                    <a:srgbClr val="2563E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 </a:t>
              </a:r>
              <a:r>
                <a:rPr lang="en-US" sz="1400" b="1" dirty="0" err="1">
                  <a:solidFill>
                    <a:srgbClr val="2563E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  <a:cs typeface="Noto Sans KR" pitchFamily="34" charset="-120"/>
                </a:rPr>
                <a:t>접근성</a:t>
              </a:r>
              <a:endParaRPr lang="en-US" sz="1400" dirty="0">
                <a:solidFill>
                  <a:srgbClr val="2563EB"/>
                </a:solidFill>
                <a:latin typeface="Noto Sans KR" panose="020B0200000000000000" pitchFamily="50" charset="-127"/>
                <a:ea typeface="Noto Sans KR" panose="020B0200000000000000" pitchFamily="50" charset="-127"/>
              </a:endParaRPr>
            </a:p>
          </p:txBody>
        </p:sp>
        <p:sp>
          <p:nvSpPr>
            <p:cNvPr id="260" name="Text 10">
              <a:extLst>
                <a:ext uri="{FF2B5EF4-FFF2-40B4-BE49-F238E27FC236}">
                  <a16:creationId xmlns:a16="http://schemas.microsoft.com/office/drawing/2014/main" id="{561852A7-1088-4ECF-E2CB-7AA8CDBB80C0}"/>
                </a:ext>
              </a:extLst>
            </p:cNvPr>
            <p:cNvSpPr/>
            <p:nvPr/>
          </p:nvSpPr>
          <p:spPr>
            <a:xfrm>
              <a:off x="862330" y="3139301"/>
              <a:ext cx="1377950" cy="65049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15000"/>
                </a:lnSpc>
                <a:buNone/>
              </a:pPr>
              <a:r>
                <a:rPr lang="en-US" sz="1400" b="1" dirty="0" err="1">
                  <a:solidFill>
                    <a:srgbClr val="2563E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  <a:cs typeface="Noto Sans KR" pitchFamily="34" charset="-120"/>
                </a:rPr>
                <a:t>거래구조</a:t>
              </a:r>
              <a:r>
                <a:rPr lang="en-US" sz="1400" dirty="0">
                  <a:solidFill>
                    <a:srgbClr val="2563E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 </a:t>
              </a:r>
              <a:r>
                <a:rPr lang="en-US" sz="1400" b="1" dirty="0" err="1">
                  <a:solidFill>
                    <a:srgbClr val="2563E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  <a:cs typeface="Noto Sans KR" pitchFamily="34" charset="-120"/>
                </a:rPr>
                <a:t>설명</a:t>
              </a:r>
              <a:endParaRPr lang="en-US" sz="1400" dirty="0">
                <a:solidFill>
                  <a:srgbClr val="2563EB"/>
                </a:solidFill>
                <a:latin typeface="Noto Sans KR" panose="020B0200000000000000" pitchFamily="50" charset="-127"/>
                <a:ea typeface="Noto Sans KR" panose="020B0200000000000000" pitchFamily="50" charset="-127"/>
              </a:endParaRPr>
            </a:p>
          </p:txBody>
        </p:sp>
        <p:sp>
          <p:nvSpPr>
            <p:cNvPr id="272" name="Text 16">
              <a:extLst>
                <a:ext uri="{FF2B5EF4-FFF2-40B4-BE49-F238E27FC236}">
                  <a16:creationId xmlns:a16="http://schemas.microsoft.com/office/drawing/2014/main" id="{F7EEC4A6-5537-DB03-9D4E-BD1B836F2CF1}"/>
                </a:ext>
              </a:extLst>
            </p:cNvPr>
            <p:cNvSpPr/>
            <p:nvPr/>
          </p:nvSpPr>
          <p:spPr>
            <a:xfrm>
              <a:off x="862330" y="4084877"/>
              <a:ext cx="1377950" cy="65049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15000"/>
                </a:lnSpc>
                <a:buNone/>
              </a:pPr>
              <a:r>
                <a:rPr lang="en-US" sz="1400" b="1" dirty="0" err="1">
                  <a:solidFill>
                    <a:srgbClr val="2563E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  <a:cs typeface="Noto Sans KR" pitchFamily="34" charset="-120"/>
                </a:rPr>
                <a:t>실무</a:t>
              </a:r>
              <a:r>
                <a:rPr lang="en-US" sz="1400" b="1" dirty="0">
                  <a:solidFill>
                    <a:srgbClr val="2563E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  <a:cs typeface="Noto Sans KR" pitchFamily="34" charset="-120"/>
                </a:rPr>
                <a:t> </a:t>
              </a:r>
              <a:r>
                <a:rPr lang="en-US" sz="1400" b="1" dirty="0" err="1">
                  <a:solidFill>
                    <a:srgbClr val="2563E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  <a:cs typeface="Noto Sans KR" pitchFamily="34" charset="-120"/>
                </a:rPr>
                <a:t>보조</a:t>
              </a:r>
              <a:r>
                <a:rPr lang="en-US" sz="1400" dirty="0">
                  <a:solidFill>
                    <a:srgbClr val="2563E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 </a:t>
              </a:r>
              <a:r>
                <a:rPr lang="en-US" sz="1400" b="1" dirty="0" err="1">
                  <a:solidFill>
                    <a:srgbClr val="2563E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  <a:cs typeface="Noto Sans KR" pitchFamily="34" charset="-120"/>
                </a:rPr>
                <a:t>도구</a:t>
              </a:r>
              <a:endParaRPr lang="en-US" sz="1400" dirty="0">
                <a:solidFill>
                  <a:srgbClr val="2563EB"/>
                </a:solidFill>
                <a:latin typeface="Noto Sans KR" panose="020B0200000000000000" pitchFamily="50" charset="-127"/>
                <a:ea typeface="Noto Sans KR" panose="020B0200000000000000" pitchFamily="50" charset="-127"/>
              </a:endParaRPr>
            </a:p>
          </p:txBody>
        </p:sp>
        <p:sp>
          <p:nvSpPr>
            <p:cNvPr id="284" name="Text 22">
              <a:extLst>
                <a:ext uri="{FF2B5EF4-FFF2-40B4-BE49-F238E27FC236}">
                  <a16:creationId xmlns:a16="http://schemas.microsoft.com/office/drawing/2014/main" id="{6694AABE-A381-6ECE-C040-5D8B4663CD07}"/>
                </a:ext>
              </a:extLst>
            </p:cNvPr>
            <p:cNvSpPr/>
            <p:nvPr/>
          </p:nvSpPr>
          <p:spPr>
            <a:xfrm>
              <a:off x="862330" y="5030453"/>
              <a:ext cx="1377950" cy="65049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15000"/>
                </a:lnSpc>
                <a:buNone/>
              </a:pPr>
              <a:r>
                <a:rPr lang="en-US" sz="1400" b="1" dirty="0" err="1">
                  <a:solidFill>
                    <a:srgbClr val="2563E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  <a:cs typeface="Noto Sans KR" pitchFamily="34" charset="-120"/>
                </a:rPr>
                <a:t>최신성</a:t>
              </a:r>
              <a:r>
                <a:rPr lang="en-US" sz="1400" dirty="0">
                  <a:solidFill>
                    <a:srgbClr val="2563E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 </a:t>
              </a:r>
              <a:r>
                <a:rPr lang="en-US" sz="1400" b="1" dirty="0" err="1">
                  <a:solidFill>
                    <a:srgbClr val="2563E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  <a:cs typeface="Noto Sans KR" pitchFamily="34" charset="-120"/>
                </a:rPr>
                <a:t>유지</a:t>
              </a:r>
              <a:endParaRPr lang="en-US" sz="1400" dirty="0">
                <a:solidFill>
                  <a:srgbClr val="2563EB"/>
                </a:solidFill>
                <a:latin typeface="Noto Sans KR" panose="020B0200000000000000" pitchFamily="50" charset="-127"/>
                <a:ea typeface="Noto Sans KR" panose="020B0200000000000000" pitchFamily="50" charset="-127"/>
              </a:endParaRPr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0A7928BC-F292-FAFF-8FC4-3679D3F0BA68}"/>
              </a:ext>
            </a:extLst>
          </p:cNvPr>
          <p:cNvGrpSpPr/>
          <p:nvPr/>
        </p:nvGrpSpPr>
        <p:grpSpPr>
          <a:xfrm>
            <a:off x="2680970" y="1848649"/>
            <a:ext cx="3453150" cy="3832298"/>
            <a:chOff x="2680970" y="1848649"/>
            <a:chExt cx="3453150" cy="3832298"/>
          </a:xfrm>
        </p:grpSpPr>
        <p:sp>
          <p:nvSpPr>
            <p:cNvPr id="244" name="Text 2">
              <a:extLst>
                <a:ext uri="{FF2B5EF4-FFF2-40B4-BE49-F238E27FC236}">
                  <a16:creationId xmlns:a16="http://schemas.microsoft.com/office/drawing/2014/main" id="{53A28AC8-4C4B-4E09-2B66-8056F82C1396}"/>
                </a:ext>
              </a:extLst>
            </p:cNvPr>
            <p:cNvSpPr/>
            <p:nvPr/>
          </p:nvSpPr>
          <p:spPr>
            <a:xfrm>
              <a:off x="2680970" y="1848649"/>
              <a:ext cx="3453150" cy="1791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기존 방식 (As-Is)</a:t>
              </a:r>
              <a:endParaRPr lang="en-US" sz="1200" dirty="0"/>
            </a:p>
          </p:txBody>
        </p:sp>
        <p:sp>
          <p:nvSpPr>
            <p:cNvPr id="250" name="Shape 5">
              <a:extLst>
                <a:ext uri="{FF2B5EF4-FFF2-40B4-BE49-F238E27FC236}">
                  <a16:creationId xmlns:a16="http://schemas.microsoft.com/office/drawing/2014/main" id="{FDA60F58-BF78-1A4F-CEBB-F7C6FF60ADFF}"/>
                </a:ext>
              </a:extLst>
            </p:cNvPr>
            <p:cNvSpPr/>
            <p:nvPr/>
          </p:nvSpPr>
          <p:spPr>
            <a:xfrm>
              <a:off x="2680970" y="2193725"/>
              <a:ext cx="3354070" cy="650494"/>
            </a:xfrm>
            <a:prstGeom prst="roundRect">
              <a:avLst>
                <a:gd name="adj" fmla="val 7619"/>
              </a:avLst>
            </a:prstGeom>
            <a:solidFill>
              <a:srgbClr val="F3F5F9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2" name="Text 6">
              <a:extLst>
                <a:ext uri="{FF2B5EF4-FFF2-40B4-BE49-F238E27FC236}">
                  <a16:creationId xmlns:a16="http://schemas.microsoft.com/office/drawing/2014/main" id="{F5D68663-29B3-14C8-35F6-841B2D092674}"/>
                </a:ext>
              </a:extLst>
            </p:cNvPr>
            <p:cNvSpPr/>
            <p:nvPr/>
          </p:nvSpPr>
          <p:spPr>
            <a:xfrm>
              <a:off x="2846070" y="2193725"/>
              <a:ext cx="3188970" cy="65049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20000"/>
                </a:lnSpc>
                <a:buNone/>
              </a:pPr>
              <a:r>
                <a:rPr lang="en-US" sz="1250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파편화된 메일/메신저 문의에 의존</a:t>
              </a:r>
              <a:endParaRPr lang="en-US" sz="1250" dirty="0"/>
            </a:p>
          </p:txBody>
        </p:sp>
        <p:sp>
          <p:nvSpPr>
            <p:cNvPr id="262" name="Shape 11">
              <a:extLst>
                <a:ext uri="{FF2B5EF4-FFF2-40B4-BE49-F238E27FC236}">
                  <a16:creationId xmlns:a16="http://schemas.microsoft.com/office/drawing/2014/main" id="{D8FA8C24-CD84-E259-597C-CD6924747754}"/>
                </a:ext>
              </a:extLst>
            </p:cNvPr>
            <p:cNvSpPr/>
            <p:nvPr/>
          </p:nvSpPr>
          <p:spPr>
            <a:xfrm>
              <a:off x="2680970" y="3139301"/>
              <a:ext cx="3354070" cy="650494"/>
            </a:xfrm>
            <a:prstGeom prst="roundRect">
              <a:avLst>
                <a:gd name="adj" fmla="val 7619"/>
              </a:avLst>
            </a:prstGeom>
            <a:solidFill>
              <a:srgbClr val="F3F5F9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4" name="Text 12">
              <a:extLst>
                <a:ext uri="{FF2B5EF4-FFF2-40B4-BE49-F238E27FC236}">
                  <a16:creationId xmlns:a16="http://schemas.microsoft.com/office/drawing/2014/main" id="{8EC2384F-3725-1A5B-8232-50FAAD6D07F5}"/>
                </a:ext>
              </a:extLst>
            </p:cNvPr>
            <p:cNvSpPr/>
            <p:nvPr/>
          </p:nvSpPr>
          <p:spPr>
            <a:xfrm>
              <a:off x="2846070" y="3139301"/>
              <a:ext cx="3188970" cy="65049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20000"/>
                </a:lnSpc>
                <a:buNone/>
              </a:pPr>
              <a:r>
                <a:rPr lang="en-US" sz="1250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단순화되어 세부 사업부별 특수성 미반영</a:t>
              </a:r>
              <a:endParaRPr lang="en-US" sz="1250" dirty="0"/>
            </a:p>
          </p:txBody>
        </p:sp>
        <p:sp>
          <p:nvSpPr>
            <p:cNvPr id="274" name="Shape 17">
              <a:extLst>
                <a:ext uri="{FF2B5EF4-FFF2-40B4-BE49-F238E27FC236}">
                  <a16:creationId xmlns:a16="http://schemas.microsoft.com/office/drawing/2014/main" id="{4CFA603B-F8B1-7FB2-A34E-DC8B2611E59A}"/>
                </a:ext>
              </a:extLst>
            </p:cNvPr>
            <p:cNvSpPr/>
            <p:nvPr/>
          </p:nvSpPr>
          <p:spPr>
            <a:xfrm>
              <a:off x="2680970" y="4084877"/>
              <a:ext cx="3354070" cy="650494"/>
            </a:xfrm>
            <a:prstGeom prst="roundRect">
              <a:avLst>
                <a:gd name="adj" fmla="val 7619"/>
              </a:avLst>
            </a:prstGeom>
            <a:solidFill>
              <a:srgbClr val="F3F5F9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6" name="Text 18">
              <a:extLst>
                <a:ext uri="{FF2B5EF4-FFF2-40B4-BE49-F238E27FC236}">
                  <a16:creationId xmlns:a16="http://schemas.microsoft.com/office/drawing/2014/main" id="{4D78E4F6-2B3E-7E09-09CE-C924EB64E0F4}"/>
                </a:ext>
              </a:extLst>
            </p:cNvPr>
            <p:cNvSpPr/>
            <p:nvPr/>
          </p:nvSpPr>
          <p:spPr>
            <a:xfrm>
              <a:off x="2846070" y="4084877"/>
              <a:ext cx="3188970" cy="65049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20000"/>
                </a:lnSpc>
                <a:buNone/>
              </a:pPr>
              <a:r>
                <a:rPr lang="en-US" sz="1250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담당자별 개인 판단으로 작성 오류 빈번</a:t>
              </a:r>
              <a:endParaRPr lang="en-US" sz="1250" dirty="0"/>
            </a:p>
          </p:txBody>
        </p:sp>
        <p:sp>
          <p:nvSpPr>
            <p:cNvPr id="286" name="Shape 23">
              <a:extLst>
                <a:ext uri="{FF2B5EF4-FFF2-40B4-BE49-F238E27FC236}">
                  <a16:creationId xmlns:a16="http://schemas.microsoft.com/office/drawing/2014/main" id="{E4789331-134A-D38B-6ADB-7345A91B9C8B}"/>
                </a:ext>
              </a:extLst>
            </p:cNvPr>
            <p:cNvSpPr/>
            <p:nvPr/>
          </p:nvSpPr>
          <p:spPr>
            <a:xfrm>
              <a:off x="2680970" y="5030453"/>
              <a:ext cx="3354070" cy="650494"/>
            </a:xfrm>
            <a:prstGeom prst="roundRect">
              <a:avLst>
                <a:gd name="adj" fmla="val 7619"/>
              </a:avLst>
            </a:prstGeom>
            <a:solidFill>
              <a:srgbClr val="F3F5F9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8" name="Text 24">
              <a:extLst>
                <a:ext uri="{FF2B5EF4-FFF2-40B4-BE49-F238E27FC236}">
                  <a16:creationId xmlns:a16="http://schemas.microsoft.com/office/drawing/2014/main" id="{ED867E79-123E-1090-86CE-F2696807B0DA}"/>
                </a:ext>
              </a:extLst>
            </p:cNvPr>
            <p:cNvSpPr/>
            <p:nvPr/>
          </p:nvSpPr>
          <p:spPr>
            <a:xfrm>
              <a:off x="2846070" y="5030453"/>
              <a:ext cx="3188970" cy="65049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20000"/>
                </a:lnSpc>
                <a:buNone/>
              </a:pPr>
              <a:r>
                <a:rPr lang="en-US" sz="1250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지연된 개정 사항 공유 누락, 구버전 사용</a:t>
              </a:r>
              <a:endParaRPr lang="en-US" sz="1250" dirty="0"/>
            </a:p>
          </p:txBody>
        </p:sp>
      </p:grpSp>
      <p:grpSp>
        <p:nvGrpSpPr>
          <p:cNvPr id="4" name="그룹 3">
            <a:extLst>
              <a:ext uri="{FF2B5EF4-FFF2-40B4-BE49-F238E27FC236}">
                <a16:creationId xmlns:a16="http://schemas.microsoft.com/office/drawing/2014/main" id="{32960FBA-411E-E6F5-8F61-F3E44954FF54}"/>
              </a:ext>
            </a:extLst>
          </p:cNvPr>
          <p:cNvGrpSpPr/>
          <p:nvPr/>
        </p:nvGrpSpPr>
        <p:grpSpPr>
          <a:xfrm>
            <a:off x="6496685" y="2193725"/>
            <a:ext cx="393700" cy="3487222"/>
            <a:chOff x="6496685" y="2193725"/>
            <a:chExt cx="393700" cy="3487222"/>
          </a:xfrm>
        </p:grpSpPr>
        <p:sp>
          <p:nvSpPr>
            <p:cNvPr id="254" name="Text 7">
              <a:extLst>
                <a:ext uri="{FF2B5EF4-FFF2-40B4-BE49-F238E27FC236}">
                  <a16:creationId xmlns:a16="http://schemas.microsoft.com/office/drawing/2014/main" id="{9B058240-FAE6-7663-59DB-F7B0019229BF}"/>
                </a:ext>
              </a:extLst>
            </p:cNvPr>
            <p:cNvSpPr/>
            <p:nvPr/>
          </p:nvSpPr>
          <p:spPr>
            <a:xfrm>
              <a:off x="6496685" y="2193725"/>
              <a:ext cx="393700" cy="65049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rgbClr val="2563E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→</a:t>
              </a:r>
              <a:endParaRPr lang="en-US" sz="2000" dirty="0">
                <a:solidFill>
                  <a:srgbClr val="2563EB"/>
                </a:solidFill>
              </a:endParaRPr>
            </a:p>
          </p:txBody>
        </p:sp>
        <p:sp>
          <p:nvSpPr>
            <p:cNvPr id="266" name="Text 13">
              <a:extLst>
                <a:ext uri="{FF2B5EF4-FFF2-40B4-BE49-F238E27FC236}">
                  <a16:creationId xmlns:a16="http://schemas.microsoft.com/office/drawing/2014/main" id="{D48332A8-64D0-AE56-E466-0298AAC4D4D5}"/>
                </a:ext>
              </a:extLst>
            </p:cNvPr>
            <p:cNvSpPr/>
            <p:nvPr/>
          </p:nvSpPr>
          <p:spPr>
            <a:xfrm>
              <a:off x="6496685" y="3139301"/>
              <a:ext cx="393700" cy="65049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rgbClr val="2563E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→</a:t>
              </a:r>
              <a:endParaRPr lang="en-US" sz="2000" dirty="0">
                <a:solidFill>
                  <a:srgbClr val="2563EB"/>
                </a:solidFill>
              </a:endParaRPr>
            </a:p>
          </p:txBody>
        </p:sp>
        <p:sp>
          <p:nvSpPr>
            <p:cNvPr id="278" name="Text 19">
              <a:extLst>
                <a:ext uri="{FF2B5EF4-FFF2-40B4-BE49-F238E27FC236}">
                  <a16:creationId xmlns:a16="http://schemas.microsoft.com/office/drawing/2014/main" id="{BEBE0D11-2A35-EAFE-D52D-046CA812DF6E}"/>
                </a:ext>
              </a:extLst>
            </p:cNvPr>
            <p:cNvSpPr/>
            <p:nvPr/>
          </p:nvSpPr>
          <p:spPr>
            <a:xfrm>
              <a:off x="6496685" y="4084877"/>
              <a:ext cx="393700" cy="65049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rgbClr val="2563E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→</a:t>
              </a:r>
              <a:endParaRPr lang="en-US" sz="2000" dirty="0">
                <a:solidFill>
                  <a:srgbClr val="2563EB"/>
                </a:solidFill>
              </a:endParaRPr>
            </a:p>
          </p:txBody>
        </p:sp>
        <p:sp>
          <p:nvSpPr>
            <p:cNvPr id="290" name="Text 25">
              <a:extLst>
                <a:ext uri="{FF2B5EF4-FFF2-40B4-BE49-F238E27FC236}">
                  <a16:creationId xmlns:a16="http://schemas.microsoft.com/office/drawing/2014/main" id="{81521940-4EC7-6BB4-2C54-BF7336593AD8}"/>
                </a:ext>
              </a:extLst>
            </p:cNvPr>
            <p:cNvSpPr/>
            <p:nvPr/>
          </p:nvSpPr>
          <p:spPr>
            <a:xfrm>
              <a:off x="6496685" y="5030453"/>
              <a:ext cx="393700" cy="65049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rgbClr val="2563E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→</a:t>
              </a:r>
              <a:endParaRPr lang="en-US" sz="2000" dirty="0">
                <a:solidFill>
                  <a:srgbClr val="2563EB"/>
                </a:solidFill>
              </a:endParaRPr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20D6C111-B716-DDC2-2BCB-4952F4D099B4}"/>
              </a:ext>
            </a:extLst>
          </p:cNvPr>
          <p:cNvGrpSpPr/>
          <p:nvPr/>
        </p:nvGrpSpPr>
        <p:grpSpPr>
          <a:xfrm>
            <a:off x="7365364" y="1848648"/>
            <a:ext cx="3999864" cy="3832299"/>
            <a:chOff x="7365364" y="1848648"/>
            <a:chExt cx="3999864" cy="3832299"/>
          </a:xfrm>
        </p:grpSpPr>
        <p:sp>
          <p:nvSpPr>
            <p:cNvPr id="246" name="Text 3">
              <a:extLst>
                <a:ext uri="{FF2B5EF4-FFF2-40B4-BE49-F238E27FC236}">
                  <a16:creationId xmlns:a16="http://schemas.microsoft.com/office/drawing/2014/main" id="{3F7C801D-D3E2-3D12-7992-481C317801A9}"/>
                </a:ext>
              </a:extLst>
            </p:cNvPr>
            <p:cNvSpPr/>
            <p:nvPr/>
          </p:nvSpPr>
          <p:spPr>
            <a:xfrm>
              <a:off x="7479665" y="1848648"/>
              <a:ext cx="3582670" cy="18585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2563E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개선 방식 (To-Be Wiki 시스템)</a:t>
              </a:r>
              <a:endParaRPr lang="en-US" sz="1200" dirty="0">
                <a:solidFill>
                  <a:srgbClr val="2563EB"/>
                </a:solidFill>
              </a:endParaRPr>
            </a:p>
          </p:txBody>
        </p:sp>
        <p:sp>
          <p:nvSpPr>
            <p:cNvPr id="256" name="Shape 8">
              <a:extLst>
                <a:ext uri="{FF2B5EF4-FFF2-40B4-BE49-F238E27FC236}">
                  <a16:creationId xmlns:a16="http://schemas.microsoft.com/office/drawing/2014/main" id="{DA5B209C-58A2-4BE2-2DA6-DF487B64F0C1}"/>
                </a:ext>
              </a:extLst>
            </p:cNvPr>
            <p:cNvSpPr/>
            <p:nvPr/>
          </p:nvSpPr>
          <p:spPr>
            <a:xfrm>
              <a:off x="7365364" y="2193725"/>
              <a:ext cx="3999863" cy="650494"/>
            </a:xfrm>
            <a:prstGeom prst="roundRect">
              <a:avLst>
                <a:gd name="adj" fmla="val 7619"/>
              </a:avLst>
            </a:prstGeom>
            <a:solidFill>
              <a:srgbClr val="EAF0FB"/>
            </a:solidFill>
            <a:ln w="9525">
              <a:noFill/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8" name="Text 9">
              <a:extLst>
                <a:ext uri="{FF2B5EF4-FFF2-40B4-BE49-F238E27FC236}">
                  <a16:creationId xmlns:a16="http://schemas.microsoft.com/office/drawing/2014/main" id="{619C4249-7572-4271-147C-CC5B4F8FF05A}"/>
                </a:ext>
              </a:extLst>
            </p:cNvPr>
            <p:cNvSpPr/>
            <p:nvPr/>
          </p:nvSpPr>
          <p:spPr>
            <a:xfrm>
              <a:off x="7592060" y="2193725"/>
              <a:ext cx="3354070" cy="65049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20000"/>
                </a:lnSpc>
                <a:buNone/>
              </a:pPr>
              <a:r>
                <a:rPr lang="en-US" sz="1250" b="1" dirty="0">
                  <a:solidFill>
                    <a:srgbClr val="2563E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표준화된 단일 웹 매뉴얼, URL 접속으로 즉시 확인</a:t>
              </a:r>
              <a:endParaRPr lang="en-US" sz="1250" dirty="0">
                <a:solidFill>
                  <a:srgbClr val="2563EB"/>
                </a:solidFill>
              </a:endParaRPr>
            </a:p>
          </p:txBody>
        </p:sp>
        <p:sp>
          <p:nvSpPr>
            <p:cNvPr id="268" name="Shape 14">
              <a:extLst>
                <a:ext uri="{FF2B5EF4-FFF2-40B4-BE49-F238E27FC236}">
                  <a16:creationId xmlns:a16="http://schemas.microsoft.com/office/drawing/2014/main" id="{6214629E-2BF1-0918-EC2F-739C1363677F}"/>
                </a:ext>
              </a:extLst>
            </p:cNvPr>
            <p:cNvSpPr/>
            <p:nvPr/>
          </p:nvSpPr>
          <p:spPr>
            <a:xfrm>
              <a:off x="7365364" y="3139301"/>
              <a:ext cx="3999863" cy="650494"/>
            </a:xfrm>
            <a:prstGeom prst="roundRect">
              <a:avLst>
                <a:gd name="adj" fmla="val 7619"/>
              </a:avLst>
            </a:prstGeom>
            <a:solidFill>
              <a:srgbClr val="EAF0FB"/>
            </a:solidFill>
            <a:ln w="9525">
              <a:noFill/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0" name="Text 15">
              <a:extLst>
                <a:ext uri="{FF2B5EF4-FFF2-40B4-BE49-F238E27FC236}">
                  <a16:creationId xmlns:a16="http://schemas.microsoft.com/office/drawing/2014/main" id="{43FC1CD5-C0B0-A8B0-AFBF-F703D768089C}"/>
                </a:ext>
              </a:extLst>
            </p:cNvPr>
            <p:cNvSpPr/>
            <p:nvPr/>
          </p:nvSpPr>
          <p:spPr>
            <a:xfrm>
              <a:off x="7592060" y="3139301"/>
              <a:ext cx="3354070" cy="65049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20000"/>
                </a:lnSpc>
                <a:buNone/>
              </a:pPr>
              <a:r>
                <a:rPr lang="en-US" sz="1250" b="1" dirty="0">
                  <a:solidFill>
                    <a:srgbClr val="2563E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6개 매출유형별 거래구조 표준화</a:t>
              </a:r>
              <a:endParaRPr lang="en-US" sz="1250" dirty="0">
                <a:solidFill>
                  <a:srgbClr val="2563EB"/>
                </a:solidFill>
              </a:endParaRPr>
            </a:p>
          </p:txBody>
        </p:sp>
        <p:sp>
          <p:nvSpPr>
            <p:cNvPr id="280" name="Shape 20">
              <a:extLst>
                <a:ext uri="{FF2B5EF4-FFF2-40B4-BE49-F238E27FC236}">
                  <a16:creationId xmlns:a16="http://schemas.microsoft.com/office/drawing/2014/main" id="{38B17151-49D0-65B4-8377-5567726A4802}"/>
                </a:ext>
              </a:extLst>
            </p:cNvPr>
            <p:cNvSpPr/>
            <p:nvPr/>
          </p:nvSpPr>
          <p:spPr>
            <a:xfrm>
              <a:off x="7365364" y="4084877"/>
              <a:ext cx="3999863" cy="650494"/>
            </a:xfrm>
            <a:prstGeom prst="roundRect">
              <a:avLst>
                <a:gd name="adj" fmla="val 7619"/>
              </a:avLst>
            </a:prstGeom>
            <a:solidFill>
              <a:srgbClr val="EAF0FB"/>
            </a:solidFill>
            <a:ln w="9525">
              <a:noFill/>
              <a:prstDash val="solid"/>
            </a:ln>
          </p:spPr>
          <p:txBody>
            <a:bodyPr/>
            <a:lstStyle/>
            <a:p>
              <a:endParaRPr lang="ko-KR" altLang="en-US">
                <a:solidFill>
                  <a:srgbClr val="2563EB"/>
                </a:solidFill>
              </a:endParaRPr>
            </a:p>
          </p:txBody>
        </p:sp>
        <p:sp>
          <p:nvSpPr>
            <p:cNvPr id="282" name="Text 21">
              <a:extLst>
                <a:ext uri="{FF2B5EF4-FFF2-40B4-BE49-F238E27FC236}">
                  <a16:creationId xmlns:a16="http://schemas.microsoft.com/office/drawing/2014/main" id="{826A66B3-A7C0-50DF-7006-F63797928CC3}"/>
                </a:ext>
              </a:extLst>
            </p:cNvPr>
            <p:cNvSpPr/>
            <p:nvPr/>
          </p:nvSpPr>
          <p:spPr>
            <a:xfrm>
              <a:off x="7592060" y="4084877"/>
              <a:ext cx="3354070" cy="65049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20000"/>
                </a:lnSpc>
                <a:buNone/>
              </a:pPr>
              <a:r>
                <a:rPr lang="en-US" sz="1250" b="1" dirty="0">
                  <a:solidFill>
                    <a:srgbClr val="2563E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계정과목 가이드 및 용어사전 통합</a:t>
              </a:r>
              <a:endParaRPr lang="en-US" sz="1250" dirty="0">
                <a:solidFill>
                  <a:srgbClr val="2563EB"/>
                </a:solidFill>
              </a:endParaRPr>
            </a:p>
          </p:txBody>
        </p:sp>
        <p:sp>
          <p:nvSpPr>
            <p:cNvPr id="292" name="Shape 26">
              <a:extLst>
                <a:ext uri="{FF2B5EF4-FFF2-40B4-BE49-F238E27FC236}">
                  <a16:creationId xmlns:a16="http://schemas.microsoft.com/office/drawing/2014/main" id="{FCDB65BF-93B7-6D90-BC18-524CB4B69084}"/>
                </a:ext>
              </a:extLst>
            </p:cNvPr>
            <p:cNvSpPr/>
            <p:nvPr/>
          </p:nvSpPr>
          <p:spPr>
            <a:xfrm>
              <a:off x="7365364" y="5030453"/>
              <a:ext cx="3999863" cy="650494"/>
            </a:xfrm>
            <a:prstGeom prst="roundRect">
              <a:avLst>
                <a:gd name="adj" fmla="val 7619"/>
              </a:avLst>
            </a:prstGeom>
            <a:solidFill>
              <a:srgbClr val="EAF0FB"/>
            </a:solidFill>
            <a:ln w="9525">
              <a:noFill/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94" name="Text 27">
              <a:extLst>
                <a:ext uri="{FF2B5EF4-FFF2-40B4-BE49-F238E27FC236}">
                  <a16:creationId xmlns:a16="http://schemas.microsoft.com/office/drawing/2014/main" id="{C393C480-1E0A-4257-3511-DBC1074BA829}"/>
                </a:ext>
              </a:extLst>
            </p:cNvPr>
            <p:cNvSpPr/>
            <p:nvPr/>
          </p:nvSpPr>
          <p:spPr>
            <a:xfrm>
              <a:off x="7592059" y="5030453"/>
              <a:ext cx="3773169" cy="65049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20000"/>
                </a:lnSpc>
                <a:buNone/>
              </a:pPr>
              <a:r>
                <a:rPr lang="en-US" sz="1250" b="1" dirty="0">
                  <a:solidFill>
                    <a:srgbClr val="2563E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실시간 웹앱 기반으로 회계기준·세법 변경 시 즉시 반영</a:t>
              </a:r>
              <a:endParaRPr lang="en-US" sz="1250" dirty="0">
                <a:solidFill>
                  <a:srgbClr val="2563EB"/>
                </a:solidFill>
              </a:endParaRPr>
            </a:p>
          </p:txBody>
        </p:sp>
      </p:grpSp>
      <p:sp>
        <p:nvSpPr>
          <p:cNvPr id="296" name="Text 1">
            <a:extLst>
              <a:ext uri="{FF2B5EF4-FFF2-40B4-BE49-F238E27FC236}">
                <a16:creationId xmlns:a16="http://schemas.microsoft.com/office/drawing/2014/main" id="{16415AC6-BC68-6796-B0F0-D6C76C08727C}"/>
              </a:ext>
            </a:extLst>
          </p:cNvPr>
          <p:cNvSpPr/>
          <p:nvPr/>
        </p:nvSpPr>
        <p:spPr>
          <a:xfrm>
            <a:off x="640080" y="1087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방식과 Wiki 시스템 도입 후 개선 방식 비교</a:t>
            </a:r>
            <a:endParaRPr lang="en-US" sz="1250" dirty="0"/>
          </a:p>
        </p:txBody>
      </p:sp>
    </p:spTree>
    <p:extLst>
      <p:ext uri="{BB962C8B-B14F-4D97-AF65-F5344CB8AC3E}">
        <p14:creationId xmlns:p14="http://schemas.microsoft.com/office/powerpoint/2010/main" val="4564314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8399" y="2028824"/>
            <a:ext cx="5612431" cy="37814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32491" y="552450"/>
            <a:ext cx="1688008" cy="285750"/>
          </a:xfrm>
          <a:prstGeom prst="rect">
            <a:avLst/>
          </a:prstGeom>
        </p:spPr>
      </p:pic>
      <p:grpSp>
        <p:nvGrpSpPr>
          <p:cNvPr id="8" name="그룹 7">
            <a:extLst>
              <a:ext uri="{FF2B5EF4-FFF2-40B4-BE49-F238E27FC236}">
                <a16:creationId xmlns:a16="http://schemas.microsoft.com/office/drawing/2014/main" id="{44B15DCE-AE96-318F-0A7F-FFE03C24753E}"/>
              </a:ext>
            </a:extLst>
          </p:cNvPr>
          <p:cNvGrpSpPr/>
          <p:nvPr/>
        </p:nvGrpSpPr>
        <p:grpSpPr>
          <a:xfrm>
            <a:off x="571500" y="2491504"/>
            <a:ext cx="5372100" cy="487826"/>
            <a:chOff x="571500" y="2491504"/>
            <a:chExt cx="5372100" cy="487826"/>
          </a:xfrm>
        </p:grpSpPr>
        <p:sp>
          <p:nvSpPr>
            <p:cNvPr id="5" name="TextBox 4"/>
            <p:cNvSpPr txBox="1"/>
            <p:nvPr/>
          </p:nvSpPr>
          <p:spPr>
            <a:xfrm>
              <a:off x="914400" y="2491504"/>
              <a:ext cx="5029200" cy="48782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ts val="2039"/>
                </a:lnSpc>
              </a:pPr>
              <a:r>
                <a:rPr sz="1275" b="1" i="0" u="none" dirty="0">
                  <a:solidFill>
                    <a:srgbClr val="334155"/>
                  </a:solidFill>
                  <a:latin typeface="Noto Sans KR"/>
                </a:rPr>
                <a:t>웹 </a:t>
              </a:r>
              <a:r>
                <a:rPr sz="1275" b="1" i="0" u="none" dirty="0" err="1">
                  <a:solidFill>
                    <a:srgbClr val="334155"/>
                  </a:solidFill>
                  <a:latin typeface="Noto Sans KR"/>
                </a:rPr>
                <a:t>기반</a:t>
              </a:r>
              <a:r>
                <a:rPr sz="1275" b="1" i="0" u="none" dirty="0">
                  <a:solidFill>
                    <a:srgbClr val="334155"/>
                  </a:solidFill>
                  <a:latin typeface="Noto Sans KR"/>
                </a:rPr>
                <a:t> </a:t>
              </a:r>
              <a:r>
                <a:rPr sz="1275" b="1" i="0" u="none" dirty="0" err="1">
                  <a:solidFill>
                    <a:srgbClr val="334155"/>
                  </a:solidFill>
                  <a:latin typeface="Noto Sans KR"/>
                </a:rPr>
                <a:t>접근성</a:t>
              </a:r>
              <a:br>
                <a:rPr lang="en-US" sz="1275" b="0" i="0" u="none" dirty="0">
                  <a:solidFill>
                    <a:srgbClr val="334155"/>
                  </a:solidFill>
                  <a:latin typeface="Noto Sans KR"/>
                </a:rPr>
              </a:br>
              <a:r>
                <a:rPr sz="1275" b="0" i="0" u="none" dirty="0" err="1">
                  <a:solidFill>
                    <a:srgbClr val="334155"/>
                  </a:solidFill>
                  <a:latin typeface="Noto Sans KR"/>
                </a:rPr>
                <a:t>별도</a:t>
              </a:r>
              <a:r>
                <a:rPr sz="1275" b="0" i="0" u="none" dirty="0">
                  <a:solidFill>
                    <a:srgbClr val="334155"/>
                  </a:solidFill>
                  <a:latin typeface="Noto Sans KR"/>
                </a:rPr>
                <a:t> </a:t>
              </a:r>
              <a:r>
                <a:rPr sz="1275" b="0" i="0" u="none" dirty="0" err="1">
                  <a:solidFill>
                    <a:srgbClr val="334155"/>
                  </a:solidFill>
                  <a:latin typeface="Noto Sans KR"/>
                </a:rPr>
                <a:t>프로그램</a:t>
              </a:r>
              <a:r>
                <a:rPr sz="1275" b="0" i="0" u="none" dirty="0">
                  <a:solidFill>
                    <a:srgbClr val="334155"/>
                  </a:solidFill>
                  <a:latin typeface="Noto Sans KR"/>
                </a:rPr>
                <a:t> </a:t>
              </a:r>
              <a:r>
                <a:rPr sz="1275" b="0" i="0" u="none" dirty="0" err="1">
                  <a:solidFill>
                    <a:srgbClr val="334155"/>
                  </a:solidFill>
                  <a:latin typeface="Noto Sans KR"/>
                </a:rPr>
                <a:t>설치</a:t>
              </a:r>
              <a:r>
                <a:rPr sz="1275" b="0" i="0" u="none" dirty="0">
                  <a:solidFill>
                    <a:srgbClr val="334155"/>
                  </a:solidFill>
                  <a:latin typeface="Noto Sans KR"/>
                </a:rPr>
                <a:t> </a:t>
              </a:r>
              <a:r>
                <a:rPr sz="1275" b="0" i="0" u="none" dirty="0" err="1">
                  <a:solidFill>
                    <a:srgbClr val="334155"/>
                  </a:solidFill>
                  <a:latin typeface="Noto Sans KR"/>
                </a:rPr>
                <a:t>없이</a:t>
              </a:r>
              <a:r>
                <a:rPr sz="1275" b="0" i="0" u="none" dirty="0">
                  <a:solidFill>
                    <a:srgbClr val="334155"/>
                  </a:solidFill>
                  <a:latin typeface="Noto Sans KR"/>
                </a:rPr>
                <a:t> </a:t>
              </a:r>
              <a:r>
                <a:rPr sz="1275" b="0" i="0" u="none" dirty="0" err="1">
                  <a:solidFill>
                    <a:srgbClr val="334155"/>
                  </a:solidFill>
                  <a:latin typeface="Noto Sans KR"/>
                </a:rPr>
                <a:t>브라우저를</a:t>
              </a:r>
              <a:r>
                <a:rPr sz="1275" b="0" i="0" u="none" dirty="0">
                  <a:solidFill>
                    <a:srgbClr val="334155"/>
                  </a:solidFill>
                  <a:latin typeface="Noto Sans KR"/>
                </a:rPr>
                <a:t> </a:t>
              </a:r>
              <a:r>
                <a:rPr sz="1275" b="0" i="0" u="none" dirty="0" err="1">
                  <a:solidFill>
                    <a:srgbClr val="334155"/>
                  </a:solidFill>
                  <a:latin typeface="Noto Sans KR"/>
                </a:rPr>
                <a:t>통해</a:t>
              </a:r>
              <a:r>
                <a:rPr sz="1275" b="0" i="0" u="none" dirty="0">
                  <a:solidFill>
                    <a:srgbClr val="334155"/>
                  </a:solidFill>
                  <a:latin typeface="Noto Sans KR"/>
                </a:rPr>
                <a:t> </a:t>
              </a:r>
              <a:r>
                <a:rPr sz="1275" b="0" i="0" u="none" dirty="0" err="1">
                  <a:solidFill>
                    <a:srgbClr val="334155"/>
                  </a:solidFill>
                  <a:latin typeface="Noto Sans KR"/>
                </a:rPr>
                <a:t>사내</a:t>
              </a:r>
              <a:r>
                <a:rPr sz="1275" b="0" i="0" u="none" dirty="0">
                  <a:solidFill>
                    <a:srgbClr val="334155"/>
                  </a:solidFill>
                  <a:latin typeface="Noto Sans KR"/>
                </a:rPr>
                <a:t> </a:t>
              </a:r>
              <a:r>
                <a:rPr sz="1275" b="0" i="0" u="none" dirty="0" err="1">
                  <a:solidFill>
                    <a:srgbClr val="334155"/>
                  </a:solidFill>
                  <a:latin typeface="Noto Sans KR"/>
                </a:rPr>
                <a:t>직원</a:t>
              </a:r>
              <a:r>
                <a:rPr sz="1275" b="0" i="0" u="none" dirty="0">
                  <a:solidFill>
                    <a:srgbClr val="334155"/>
                  </a:solidFill>
                  <a:latin typeface="Noto Sans KR"/>
                </a:rPr>
                <a:t> </a:t>
              </a:r>
              <a:r>
                <a:rPr sz="1275" b="0" i="0" u="none" dirty="0" err="1">
                  <a:solidFill>
                    <a:srgbClr val="334155"/>
                  </a:solidFill>
                  <a:latin typeface="Noto Sans KR"/>
                </a:rPr>
                <a:t>누구나</a:t>
              </a:r>
              <a:r>
                <a:rPr sz="1275" b="0" i="0" u="none" dirty="0">
                  <a:solidFill>
                    <a:srgbClr val="334155"/>
                  </a:solidFill>
                  <a:latin typeface="Noto Sans KR"/>
                </a:rPr>
                <a:t> </a:t>
              </a:r>
              <a:r>
                <a:rPr sz="1275" b="0" i="0" u="none" dirty="0" err="1">
                  <a:solidFill>
                    <a:srgbClr val="334155"/>
                  </a:solidFill>
                  <a:latin typeface="Noto Sans KR"/>
                </a:rPr>
                <a:t>즉시</a:t>
              </a:r>
              <a:r>
                <a:rPr sz="1275" b="0" i="0" u="none" dirty="0">
                  <a:solidFill>
                    <a:srgbClr val="334155"/>
                  </a:solidFill>
                  <a:latin typeface="Noto Sans KR"/>
                </a:rPr>
                <a:t> </a:t>
              </a:r>
              <a:r>
                <a:rPr sz="1275" b="0" i="0" u="none" dirty="0" err="1">
                  <a:solidFill>
                    <a:srgbClr val="334155"/>
                  </a:solidFill>
                  <a:latin typeface="Noto Sans KR"/>
                </a:rPr>
                <a:t>접근</a:t>
              </a:r>
              <a:r>
                <a:rPr sz="1275" b="0" i="0" u="none" dirty="0">
                  <a:solidFill>
                    <a:srgbClr val="334155"/>
                  </a:solidFill>
                  <a:latin typeface="Noto Sans KR"/>
                </a:rPr>
                <a:t> </a:t>
              </a:r>
              <a:r>
                <a:rPr sz="1275" b="0" i="0" u="none" dirty="0" err="1">
                  <a:solidFill>
                    <a:srgbClr val="334155"/>
                  </a:solidFill>
                  <a:latin typeface="Noto Sans KR"/>
                </a:rPr>
                <a:t>가능</a:t>
              </a:r>
              <a:endParaRPr sz="1275" b="0" i="0" u="none" dirty="0">
                <a:solidFill>
                  <a:srgbClr val="334155"/>
                </a:solidFill>
                <a:latin typeface="Noto Sans KR"/>
              </a:endParaRPr>
            </a:p>
          </p:txBody>
        </p:sp>
        <p:pic>
          <p:nvPicPr>
            <p:cNvPr id="10" name="Picture 9" descr="image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71500" y="2542592"/>
              <a:ext cx="209930" cy="222864"/>
            </a:xfrm>
            <a:prstGeom prst="rect">
              <a:avLst/>
            </a:prstGeom>
          </p:spPr>
        </p:pic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1390F1EC-D669-1EC1-8B8D-BBDDAF8C08B6}"/>
              </a:ext>
            </a:extLst>
          </p:cNvPr>
          <p:cNvGrpSpPr/>
          <p:nvPr/>
        </p:nvGrpSpPr>
        <p:grpSpPr>
          <a:xfrm>
            <a:off x="573732" y="3368206"/>
            <a:ext cx="5369868" cy="487826"/>
            <a:chOff x="573732" y="3368206"/>
            <a:chExt cx="5369868" cy="487826"/>
          </a:xfrm>
        </p:grpSpPr>
        <p:sp>
          <p:nvSpPr>
            <p:cNvPr id="6" name="TextBox 5"/>
            <p:cNvSpPr txBox="1"/>
            <p:nvPr/>
          </p:nvSpPr>
          <p:spPr>
            <a:xfrm>
              <a:off x="914400" y="3368206"/>
              <a:ext cx="5029200" cy="48782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ts val="2039"/>
                </a:lnSpc>
              </a:pPr>
              <a:r>
                <a:rPr sz="1275" b="1" i="0" u="none" dirty="0" err="1">
                  <a:solidFill>
                    <a:srgbClr val="334155"/>
                  </a:solidFill>
                  <a:latin typeface="Noto Sans KR"/>
                </a:rPr>
                <a:t>카테고리</a:t>
              </a:r>
              <a:r>
                <a:rPr sz="1275" b="1" i="0" u="none" dirty="0">
                  <a:solidFill>
                    <a:srgbClr val="334155"/>
                  </a:solidFill>
                  <a:latin typeface="Noto Sans KR"/>
                </a:rPr>
                <a:t> </a:t>
              </a:r>
              <a:r>
                <a:rPr sz="1275" b="1" i="0" u="none" dirty="0" err="1">
                  <a:solidFill>
                    <a:srgbClr val="334155"/>
                  </a:solidFill>
                  <a:latin typeface="Noto Sans KR"/>
                </a:rPr>
                <a:t>네비게이션</a:t>
              </a:r>
              <a:br>
                <a:rPr lang="en-US" sz="1275" b="0" i="0" u="none" dirty="0">
                  <a:solidFill>
                    <a:srgbClr val="334155"/>
                  </a:solidFill>
                  <a:latin typeface="Noto Sans KR"/>
                </a:rPr>
              </a:br>
              <a:r>
                <a:rPr sz="1275" b="0" i="0" u="none" dirty="0" err="1">
                  <a:solidFill>
                    <a:srgbClr val="334155"/>
                  </a:solidFill>
                  <a:latin typeface="Noto Sans KR"/>
                </a:rPr>
                <a:t>매출</a:t>
              </a:r>
              <a:r>
                <a:rPr sz="1275" b="0" i="0" u="none" dirty="0">
                  <a:solidFill>
                    <a:srgbClr val="334155"/>
                  </a:solidFill>
                  <a:latin typeface="Noto Sans KR"/>
                </a:rPr>
                <a:t> </a:t>
              </a:r>
              <a:r>
                <a:rPr sz="1275" b="0" i="0" u="none" dirty="0" err="1">
                  <a:solidFill>
                    <a:srgbClr val="334155"/>
                  </a:solidFill>
                  <a:latin typeface="Noto Sans KR"/>
                </a:rPr>
                <a:t>유</a:t>
              </a:r>
              <a:r>
                <a:rPr sz="1275" b="0" i="0" u="none" dirty="0" err="1">
                  <a:solidFill>
                    <a:srgbClr val="334155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형</a:t>
              </a:r>
              <a:r>
                <a:rPr lang="ko-KR" altLang="en-US" sz="1275" b="0" i="0" u="none" dirty="0">
                  <a:solidFill>
                    <a:srgbClr val="334155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별</a:t>
              </a:r>
              <a:r>
                <a:rPr lang="en-US" sz="1275" b="0" i="0" u="none" dirty="0">
                  <a:solidFill>
                    <a:srgbClr val="334155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, </a:t>
              </a:r>
              <a:r>
                <a:rPr sz="1275" b="0" i="0" u="none" dirty="0" err="1">
                  <a:solidFill>
                    <a:srgbClr val="334155"/>
                  </a:solidFill>
                  <a:latin typeface="Noto Sans KR"/>
                </a:rPr>
                <a:t>사업부별</a:t>
              </a:r>
              <a:r>
                <a:rPr sz="1275" b="0" i="0" u="none" dirty="0">
                  <a:solidFill>
                    <a:srgbClr val="334155"/>
                  </a:solidFill>
                  <a:latin typeface="Noto Sans KR"/>
                </a:rPr>
                <a:t> </a:t>
              </a:r>
              <a:r>
                <a:rPr sz="1275" b="0" i="0" u="none" dirty="0" err="1">
                  <a:solidFill>
                    <a:srgbClr val="334155"/>
                  </a:solidFill>
                  <a:latin typeface="Noto Sans KR"/>
                </a:rPr>
                <a:t>가이드</a:t>
              </a:r>
              <a:r>
                <a:rPr sz="1275" b="0" i="0" u="none" dirty="0">
                  <a:solidFill>
                    <a:srgbClr val="334155"/>
                  </a:solidFill>
                  <a:latin typeface="Noto Sans KR"/>
                </a:rPr>
                <a:t>, </a:t>
              </a:r>
              <a:r>
                <a:rPr sz="1275" b="0" i="0" u="none" dirty="0" err="1">
                  <a:solidFill>
                    <a:srgbClr val="334155"/>
                  </a:solidFill>
                  <a:latin typeface="Noto Sans KR"/>
                </a:rPr>
                <a:t>용어사전</a:t>
              </a:r>
              <a:r>
                <a:rPr sz="1275" b="0" i="0" u="none" dirty="0">
                  <a:solidFill>
                    <a:srgbClr val="334155"/>
                  </a:solidFill>
                  <a:latin typeface="Noto Sans KR"/>
                </a:rPr>
                <a:t> 탭 </a:t>
              </a:r>
              <a:r>
                <a:rPr sz="1275" b="0" i="0" u="none" dirty="0" err="1">
                  <a:solidFill>
                    <a:srgbClr val="334155"/>
                  </a:solidFill>
                  <a:latin typeface="Noto Sans KR"/>
                </a:rPr>
                <a:t>분류</a:t>
              </a:r>
              <a:endParaRPr sz="1275" b="0" i="0" u="none" dirty="0">
                <a:solidFill>
                  <a:srgbClr val="334155"/>
                </a:solidFill>
                <a:latin typeface="Noto Sans KR"/>
              </a:endParaRPr>
            </a:p>
          </p:txBody>
        </p:sp>
        <p:pic>
          <p:nvPicPr>
            <p:cNvPr id="11" name="Picture 10" descr="image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3732" y="3419295"/>
              <a:ext cx="207698" cy="222864"/>
            </a:xfrm>
            <a:prstGeom prst="rect">
              <a:avLst/>
            </a:prstGeom>
          </p:spPr>
        </p:pic>
      </p:grp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77B331DF-8F17-D6B2-429C-057006BC37AA}"/>
              </a:ext>
            </a:extLst>
          </p:cNvPr>
          <p:cNvGrpSpPr/>
          <p:nvPr/>
        </p:nvGrpSpPr>
        <p:grpSpPr>
          <a:xfrm>
            <a:off x="573732" y="4250062"/>
            <a:ext cx="5369868" cy="487826"/>
            <a:chOff x="573732" y="4250062"/>
            <a:chExt cx="5369868" cy="487826"/>
          </a:xfrm>
        </p:grpSpPr>
        <p:sp>
          <p:nvSpPr>
            <p:cNvPr id="7" name="TextBox 6"/>
            <p:cNvSpPr txBox="1"/>
            <p:nvPr/>
          </p:nvSpPr>
          <p:spPr>
            <a:xfrm>
              <a:off x="914400" y="4250062"/>
              <a:ext cx="5029200" cy="48782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ts val="2039"/>
                </a:lnSpc>
              </a:pPr>
              <a:r>
                <a:rPr sz="1275" b="1" i="0" u="none" dirty="0" err="1">
                  <a:solidFill>
                    <a:srgbClr val="334155"/>
                  </a:solidFill>
                  <a:latin typeface="Noto Sans KR"/>
                </a:rPr>
                <a:t>직관적인</a:t>
              </a:r>
              <a:r>
                <a:rPr sz="1275" b="1" i="0" u="none" dirty="0">
                  <a:solidFill>
                    <a:srgbClr val="334155"/>
                  </a:solidFill>
                  <a:latin typeface="Noto Sans KR"/>
                </a:rPr>
                <a:t> UI/UX</a:t>
              </a:r>
              <a:br>
                <a:rPr lang="en-US" sz="1275" b="0" i="0" u="none" dirty="0">
                  <a:solidFill>
                    <a:srgbClr val="334155"/>
                  </a:solidFill>
                  <a:latin typeface="Noto Sans KR"/>
                </a:rPr>
              </a:br>
              <a:r>
                <a:rPr sz="1275" b="0" i="0" u="none" dirty="0" err="1">
                  <a:solidFill>
                    <a:srgbClr val="334155"/>
                  </a:solidFill>
                  <a:latin typeface="Noto Sans KR"/>
                </a:rPr>
                <a:t>검색</a:t>
              </a:r>
              <a:r>
                <a:rPr sz="1275" b="0" i="0" u="none" dirty="0">
                  <a:solidFill>
                    <a:srgbClr val="334155"/>
                  </a:solidFill>
                  <a:latin typeface="Noto Sans KR"/>
                </a:rPr>
                <a:t> 및 </a:t>
              </a:r>
              <a:r>
                <a:rPr sz="1275" b="0" i="0" u="none" dirty="0" err="1">
                  <a:solidFill>
                    <a:srgbClr val="334155"/>
                  </a:solidFill>
                  <a:latin typeface="Noto Sans KR"/>
                </a:rPr>
                <a:t>필터</a:t>
              </a:r>
              <a:r>
                <a:rPr sz="1275" b="0" i="0" u="none" dirty="0">
                  <a:solidFill>
                    <a:srgbClr val="334155"/>
                  </a:solidFill>
                  <a:latin typeface="Noto Sans KR"/>
                </a:rPr>
                <a:t> </a:t>
              </a:r>
              <a:r>
                <a:rPr sz="1275" b="0" i="0" u="none" dirty="0" err="1">
                  <a:solidFill>
                    <a:srgbClr val="334155"/>
                  </a:solidFill>
                  <a:latin typeface="Noto Sans KR"/>
                </a:rPr>
                <a:t>기능을</a:t>
              </a:r>
              <a:r>
                <a:rPr sz="1275" b="0" i="0" u="none" dirty="0">
                  <a:solidFill>
                    <a:srgbClr val="334155"/>
                  </a:solidFill>
                  <a:latin typeface="Noto Sans KR"/>
                </a:rPr>
                <a:t> </a:t>
              </a:r>
              <a:r>
                <a:rPr sz="1275" b="0" i="0" u="none" dirty="0" err="1">
                  <a:solidFill>
                    <a:srgbClr val="334155"/>
                  </a:solidFill>
                  <a:latin typeface="Noto Sans KR"/>
                </a:rPr>
                <a:t>통해</a:t>
              </a:r>
              <a:r>
                <a:rPr sz="1275" b="0" i="0" u="none" dirty="0">
                  <a:solidFill>
                    <a:srgbClr val="334155"/>
                  </a:solidFill>
                  <a:latin typeface="Noto Sans KR"/>
                </a:rPr>
                <a:t> </a:t>
              </a:r>
              <a:r>
                <a:rPr sz="1275" b="0" i="0" u="none" dirty="0" err="1">
                  <a:solidFill>
                    <a:srgbClr val="334155"/>
                  </a:solidFill>
                  <a:latin typeface="Noto Sans KR"/>
                </a:rPr>
                <a:t>모르는</a:t>
              </a:r>
              <a:r>
                <a:rPr sz="1275" b="0" i="0" u="none" dirty="0">
                  <a:solidFill>
                    <a:srgbClr val="334155"/>
                  </a:solidFill>
                  <a:latin typeface="Noto Sans KR"/>
                </a:rPr>
                <a:t> </a:t>
              </a:r>
              <a:r>
                <a:rPr sz="1275" b="0" i="0" u="none" dirty="0" err="1">
                  <a:solidFill>
                    <a:srgbClr val="334155"/>
                  </a:solidFill>
                  <a:latin typeface="Noto Sans KR"/>
                </a:rPr>
                <a:t>회계</a:t>
              </a:r>
              <a:r>
                <a:rPr sz="1275" b="0" i="0" u="none" dirty="0">
                  <a:solidFill>
                    <a:srgbClr val="334155"/>
                  </a:solidFill>
                  <a:latin typeface="Noto Sans KR"/>
                </a:rPr>
                <a:t> </a:t>
              </a:r>
              <a:r>
                <a:rPr sz="1275" b="0" i="0" u="none" dirty="0" err="1">
                  <a:solidFill>
                    <a:srgbClr val="334155"/>
                  </a:solidFill>
                  <a:latin typeface="Noto Sans KR"/>
                </a:rPr>
                <a:t>기준을</a:t>
              </a:r>
              <a:r>
                <a:rPr sz="1275" b="0" i="0" u="none" dirty="0">
                  <a:solidFill>
                    <a:srgbClr val="334155"/>
                  </a:solidFill>
                  <a:latin typeface="Noto Sans KR"/>
                </a:rPr>
                <a:t> 10초 내 </a:t>
              </a:r>
              <a:r>
                <a:rPr sz="1275" b="0" i="0" u="none" dirty="0" err="1">
                  <a:solidFill>
                    <a:srgbClr val="334155"/>
                  </a:solidFill>
                  <a:latin typeface="Noto Sans KR"/>
                </a:rPr>
                <a:t>확인</a:t>
              </a:r>
              <a:endParaRPr sz="1275" b="0" i="0" u="none" dirty="0">
                <a:solidFill>
                  <a:srgbClr val="334155"/>
                </a:solidFill>
                <a:latin typeface="Noto Sans KR"/>
              </a:endParaRPr>
            </a:p>
          </p:txBody>
        </p:sp>
        <p:pic>
          <p:nvPicPr>
            <p:cNvPr id="12" name="Picture 11" descr="image.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73732" y="4301151"/>
              <a:ext cx="207698" cy="222864"/>
            </a:xfrm>
            <a:prstGeom prst="rect">
              <a:avLst/>
            </a:prstGeom>
          </p:spPr>
        </p:pic>
      </p:grpSp>
      <p:sp>
        <p:nvSpPr>
          <p:cNvPr id="14" name="TextBox 13"/>
          <p:cNvSpPr txBox="1"/>
          <p:nvPr/>
        </p:nvSpPr>
        <p:spPr>
          <a:xfrm>
            <a:off x="571500" y="476250"/>
            <a:ext cx="1160145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550" b="1" i="0" u="none">
                <a:solidFill>
                  <a:srgbClr val="0F172A"/>
                </a:solidFill>
                <a:latin typeface="Noto Sans KR"/>
              </a:rPr>
              <a:t>결과물 시연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1500" y="1047750"/>
            <a:ext cx="11049000" cy="190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1E9B4198-0C40-1D02-5962-9628E6C6E60C}"/>
              </a:ext>
            </a:extLst>
          </p:cNvPr>
          <p:cNvGrpSpPr/>
          <p:nvPr/>
        </p:nvGrpSpPr>
        <p:grpSpPr>
          <a:xfrm>
            <a:off x="5321430" y="6529300"/>
            <a:ext cx="1549140" cy="179136"/>
            <a:chOff x="3396462" y="5633787"/>
            <a:chExt cx="4502939" cy="520700"/>
          </a:xfrm>
        </p:grpSpPr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81B6A4B2-0737-9A1A-CD02-71A02F253A9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396462" y="5633787"/>
              <a:ext cx="2152891" cy="520699"/>
            </a:xfrm>
            <a:prstGeom prst="rect">
              <a:avLst/>
            </a:prstGeom>
          </p:spPr>
        </p:pic>
        <p:pic>
          <p:nvPicPr>
            <p:cNvPr id="18" name="그림 17" descr="COWORKER">
              <a:extLst>
                <a:ext uri="{FF2B5EF4-FFF2-40B4-BE49-F238E27FC236}">
                  <a16:creationId xmlns:a16="http://schemas.microsoft.com/office/drawing/2014/main" id="{DCA9F2BA-A0D5-2709-3998-19608A5776F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5816601" y="5633787"/>
              <a:ext cx="2082800" cy="520700"/>
            </a:xfrm>
            <a:prstGeom prst="rect">
              <a:avLst/>
            </a:prstGeom>
          </p:spPr>
        </p:pic>
      </p:grpSp>
      <p:pic>
        <p:nvPicPr>
          <p:cNvPr id="20" name="그림 19">
            <a:hlinkClick r:id="rId10"/>
            <a:extLst>
              <a:ext uri="{FF2B5EF4-FFF2-40B4-BE49-F238E27FC236}">
                <a16:creationId xmlns:a16="http://schemas.microsoft.com/office/drawing/2014/main" id="{93D3DBB3-6B1F-EE9B-EB2B-50C55EC521F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72225" y="2114049"/>
            <a:ext cx="5372099" cy="361097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13912" y="552450"/>
            <a:ext cx="1506587" cy="285750"/>
          </a:xfrm>
          <a:prstGeom prst="rect">
            <a:avLst/>
          </a:prstGeom>
        </p:spPr>
      </p:pic>
      <p:grpSp>
        <p:nvGrpSpPr>
          <p:cNvPr id="21" name="그룹 20">
            <a:extLst>
              <a:ext uri="{FF2B5EF4-FFF2-40B4-BE49-F238E27FC236}">
                <a16:creationId xmlns:a16="http://schemas.microsoft.com/office/drawing/2014/main" id="{6F05112A-2D06-AEA6-794C-9AAE62A8B778}"/>
              </a:ext>
            </a:extLst>
          </p:cNvPr>
          <p:cNvGrpSpPr/>
          <p:nvPr/>
        </p:nvGrpSpPr>
        <p:grpSpPr>
          <a:xfrm>
            <a:off x="571500" y="2867025"/>
            <a:ext cx="3530500" cy="1943100"/>
            <a:chOff x="571500" y="2867025"/>
            <a:chExt cx="3530500" cy="1943100"/>
          </a:xfrm>
        </p:grpSpPr>
        <p:pic>
          <p:nvPicPr>
            <p:cNvPr id="3" name="Picture 2" descr="image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71500" y="2867025"/>
              <a:ext cx="3530500" cy="1943100"/>
            </a:xfrm>
            <a:prstGeom prst="rect">
              <a:avLst/>
            </a:prstGeom>
          </p:spPr>
        </p:pic>
        <p:sp>
          <p:nvSpPr>
            <p:cNvPr id="7" name="TextBox 6"/>
            <p:cNvSpPr txBox="1"/>
            <p:nvPr/>
          </p:nvSpPr>
          <p:spPr>
            <a:xfrm>
              <a:off x="809625" y="3181350"/>
              <a:ext cx="3054250" cy="4953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>
                <a:lnSpc>
                  <a:spcPts val="3900"/>
                </a:lnSpc>
              </a:pPr>
              <a:r>
                <a:rPr sz="3900" b="1" i="0" u="none" dirty="0">
                  <a:solidFill>
                    <a:srgbClr val="2563E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30%↓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09625" y="3790950"/>
              <a:ext cx="3054250" cy="2286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sz="1350" b="1" i="0" u="none">
                  <a:solidFill>
                    <a:srgbClr val="0F172A"/>
                  </a:solidFill>
                  <a:latin typeface="Noto Sans KR"/>
                </a:rPr>
                <a:t>결재 반려건 감소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809625" y="4095750"/>
              <a:ext cx="3054250" cy="40005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>
                <a:lnSpc>
                  <a:spcPts val="1575"/>
                </a:lnSpc>
              </a:pPr>
              <a:r>
                <a:rPr sz="1050" b="0" i="0" u="none" dirty="0" err="1">
                  <a:solidFill>
                    <a:srgbClr val="64748B"/>
                  </a:solidFill>
                  <a:latin typeface="Noto Sans KR"/>
                </a:rPr>
                <a:t>회계기준</a:t>
              </a:r>
              <a:r>
                <a:rPr sz="1050" b="0" i="0" u="none" dirty="0">
                  <a:solidFill>
                    <a:srgbClr val="64748B"/>
                  </a:solidFill>
                  <a:latin typeface="Noto Sans KR"/>
                </a:rPr>
                <a:t> </a:t>
              </a:r>
              <a:r>
                <a:rPr sz="1050" b="0" i="0" u="none" dirty="0" err="1">
                  <a:solidFill>
                    <a:srgbClr val="64748B"/>
                  </a:solidFill>
                  <a:latin typeface="Noto Sans KR"/>
                </a:rPr>
                <a:t>판단</a:t>
              </a:r>
              <a:r>
                <a:rPr sz="1050" b="0" i="0" u="none" dirty="0">
                  <a:solidFill>
                    <a:srgbClr val="64748B"/>
                  </a:solidFill>
                  <a:latin typeface="Noto Sans KR"/>
                </a:rPr>
                <a:t> </a:t>
              </a:r>
              <a:r>
                <a:rPr sz="1050" b="0" i="0" u="none" dirty="0" err="1">
                  <a:solidFill>
                    <a:srgbClr val="64748B"/>
                  </a:solidFill>
                  <a:latin typeface="Noto Sans KR"/>
                </a:rPr>
                <a:t>오류</a:t>
              </a:r>
              <a:r>
                <a:rPr sz="1050" b="0" i="0" u="none" dirty="0">
                  <a:solidFill>
                    <a:srgbClr val="64748B"/>
                  </a:solidFill>
                  <a:latin typeface="Noto Sans KR"/>
                </a:rPr>
                <a:t> </a:t>
              </a:r>
              <a:r>
                <a:rPr sz="1050" b="0" i="0" u="none" dirty="0" err="1">
                  <a:solidFill>
                    <a:srgbClr val="64748B"/>
                  </a:solidFill>
                  <a:latin typeface="Noto Sans KR"/>
                </a:rPr>
                <a:t>사전</a:t>
              </a:r>
              <a:r>
                <a:rPr sz="1050" b="0" i="0" u="none" dirty="0">
                  <a:solidFill>
                    <a:srgbClr val="64748B"/>
                  </a:solidFill>
                  <a:latin typeface="Noto Sans KR"/>
                </a:rPr>
                <a:t> </a:t>
              </a:r>
              <a:r>
                <a:rPr sz="1050" b="0" i="0" u="none" dirty="0" err="1">
                  <a:solidFill>
                    <a:srgbClr val="64748B"/>
                  </a:solidFill>
                  <a:latin typeface="Noto Sans KR"/>
                </a:rPr>
                <a:t>예방으로</a:t>
              </a:r>
              <a:r>
                <a:rPr sz="1050" b="0" i="0" u="none" dirty="0">
                  <a:solidFill>
                    <a:srgbClr val="64748B"/>
                  </a:solidFill>
                  <a:latin typeface="Noto Sans KR"/>
                </a:rPr>
                <a:t> </a:t>
              </a:r>
              <a:br>
                <a:rPr lang="en-US" sz="1050" b="0" i="0" u="none" dirty="0">
                  <a:solidFill>
                    <a:srgbClr val="64748B"/>
                  </a:solidFill>
                  <a:latin typeface="Noto Sans KR"/>
                </a:rPr>
              </a:br>
              <a:r>
                <a:rPr sz="1050" b="0" i="0" u="none" dirty="0" err="1">
                  <a:solidFill>
                    <a:srgbClr val="64748B"/>
                  </a:solidFill>
                  <a:latin typeface="Noto Sans KR"/>
                </a:rPr>
                <a:t>반려</a:t>
              </a:r>
              <a:r>
                <a:rPr sz="1050" b="0" i="0" u="none" dirty="0">
                  <a:solidFill>
                    <a:srgbClr val="64748B"/>
                  </a:solidFill>
                  <a:latin typeface="Noto Sans KR"/>
                </a:rPr>
                <a:t> 및 </a:t>
              </a:r>
              <a:r>
                <a:rPr sz="1050" b="0" i="0" u="none" dirty="0" err="1">
                  <a:solidFill>
                    <a:srgbClr val="64748B"/>
                  </a:solidFill>
                  <a:latin typeface="Noto Sans KR"/>
                </a:rPr>
                <a:t>수정</a:t>
              </a:r>
              <a:r>
                <a:rPr sz="1050" b="0" i="0" u="none" dirty="0">
                  <a:solidFill>
                    <a:srgbClr val="64748B"/>
                  </a:solidFill>
                  <a:latin typeface="Noto Sans KR"/>
                </a:rPr>
                <a:t> </a:t>
              </a:r>
              <a:r>
                <a:rPr sz="1050" b="0" i="0" u="none" dirty="0" err="1">
                  <a:solidFill>
                    <a:srgbClr val="64748B"/>
                  </a:solidFill>
                  <a:latin typeface="Noto Sans KR"/>
                </a:rPr>
                <a:t>재처리</a:t>
              </a:r>
              <a:r>
                <a:rPr sz="1050" b="0" i="0" u="none" dirty="0">
                  <a:solidFill>
                    <a:srgbClr val="64748B"/>
                  </a:solidFill>
                  <a:latin typeface="Noto Sans KR"/>
                </a:rPr>
                <a:t> </a:t>
              </a:r>
              <a:r>
                <a:rPr sz="1050" b="0" i="0" u="none" dirty="0" err="1">
                  <a:solidFill>
                    <a:srgbClr val="64748B"/>
                  </a:solidFill>
                  <a:latin typeface="Noto Sans KR"/>
                </a:rPr>
                <a:t>절감</a:t>
              </a:r>
              <a:endParaRPr sz="1050" b="0" i="0" u="none" dirty="0">
                <a:solidFill>
                  <a:srgbClr val="64748B"/>
                </a:solidFill>
                <a:latin typeface="Noto Sans KR"/>
              </a:endParaRPr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80C95CE4-D841-F533-F2C8-45F17B8011D0}"/>
              </a:ext>
            </a:extLst>
          </p:cNvPr>
          <p:cNvGrpSpPr/>
          <p:nvPr/>
        </p:nvGrpSpPr>
        <p:grpSpPr>
          <a:xfrm>
            <a:off x="4330600" y="2867025"/>
            <a:ext cx="3530649" cy="1943100"/>
            <a:chOff x="4330600" y="2867025"/>
            <a:chExt cx="3530649" cy="1943100"/>
          </a:xfrm>
        </p:grpSpPr>
        <p:pic>
          <p:nvPicPr>
            <p:cNvPr id="4" name="Picture 3" descr="image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330600" y="2867025"/>
              <a:ext cx="3530649" cy="1943100"/>
            </a:xfrm>
            <a:prstGeom prst="rect">
              <a:avLst/>
            </a:prstGeom>
          </p:spPr>
        </p:pic>
        <p:sp>
          <p:nvSpPr>
            <p:cNvPr id="10" name="TextBox 9"/>
            <p:cNvSpPr txBox="1"/>
            <p:nvPr/>
          </p:nvSpPr>
          <p:spPr>
            <a:xfrm>
              <a:off x="4568725" y="3181350"/>
              <a:ext cx="3054399" cy="4953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>
                <a:lnSpc>
                  <a:spcPts val="3900"/>
                </a:lnSpc>
              </a:pPr>
              <a:r>
                <a:rPr sz="3900" b="1" i="0" u="none" dirty="0">
                  <a:solidFill>
                    <a:srgbClr val="2563E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30%↓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568725" y="3790950"/>
              <a:ext cx="3054399" cy="2286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sz="1350" b="1" i="0" u="none" dirty="0" err="1">
                  <a:solidFill>
                    <a:srgbClr val="0F172A"/>
                  </a:solidFill>
                  <a:latin typeface="Noto Sans KR"/>
                </a:rPr>
                <a:t>단순</a:t>
              </a:r>
              <a:r>
                <a:rPr sz="1350" b="1" i="0" u="none" dirty="0">
                  <a:solidFill>
                    <a:srgbClr val="0F172A"/>
                  </a:solidFill>
                  <a:latin typeface="Noto Sans KR"/>
                </a:rPr>
                <a:t> </a:t>
              </a:r>
              <a:r>
                <a:rPr sz="1350" b="1" i="0" u="none" dirty="0" err="1">
                  <a:solidFill>
                    <a:srgbClr val="0F172A"/>
                  </a:solidFill>
                  <a:latin typeface="Noto Sans KR"/>
                </a:rPr>
                <a:t>문의</a:t>
              </a:r>
              <a:r>
                <a:rPr sz="1350" b="1" i="0" u="none" dirty="0">
                  <a:solidFill>
                    <a:srgbClr val="0F172A"/>
                  </a:solidFill>
                  <a:latin typeface="Noto Sans KR"/>
                </a:rPr>
                <a:t> </a:t>
              </a:r>
              <a:r>
                <a:rPr sz="1350" b="1" i="0" u="none" dirty="0" err="1">
                  <a:solidFill>
                    <a:srgbClr val="0F172A"/>
                  </a:solidFill>
                  <a:latin typeface="Noto Sans KR"/>
                </a:rPr>
                <a:t>감소</a:t>
              </a:r>
              <a:endParaRPr sz="1350" b="1" i="0" u="none" dirty="0">
                <a:solidFill>
                  <a:srgbClr val="0F172A"/>
                </a:solidFill>
                <a:latin typeface="Noto Sans KR"/>
              </a:endParaRP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568725" y="4095750"/>
              <a:ext cx="3054399" cy="200025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>
                <a:lnSpc>
                  <a:spcPts val="1575"/>
                </a:lnSpc>
              </a:pPr>
              <a:r>
                <a:rPr sz="1050" b="0" i="0" u="none" dirty="0" err="1">
                  <a:solidFill>
                    <a:srgbClr val="64748B"/>
                  </a:solidFill>
                  <a:latin typeface="Noto Sans KR"/>
                </a:rPr>
                <a:t>반복</a:t>
              </a:r>
              <a:r>
                <a:rPr sz="1050" b="0" i="0" u="none" dirty="0">
                  <a:solidFill>
                    <a:srgbClr val="64748B"/>
                  </a:solidFill>
                  <a:latin typeface="Noto Sans KR"/>
                </a:rPr>
                <a:t> </a:t>
              </a:r>
              <a:r>
                <a:rPr sz="1050" b="0" i="0" u="none" dirty="0" err="1">
                  <a:solidFill>
                    <a:srgbClr val="64748B"/>
                  </a:solidFill>
                  <a:latin typeface="Noto Sans KR"/>
                </a:rPr>
                <a:t>질의응답</a:t>
              </a:r>
              <a:r>
                <a:rPr sz="1050" b="0" i="0" u="none" dirty="0">
                  <a:solidFill>
                    <a:srgbClr val="64748B"/>
                  </a:solidFill>
                  <a:latin typeface="Noto Sans KR"/>
                </a:rPr>
                <a:t> </a:t>
              </a:r>
              <a:r>
                <a:rPr sz="1050" b="0" i="0" u="none" dirty="0" err="1">
                  <a:solidFill>
                    <a:srgbClr val="64748B"/>
                  </a:solidFill>
                  <a:latin typeface="Noto Sans KR"/>
                </a:rPr>
                <a:t>최소화로</a:t>
              </a:r>
              <a:r>
                <a:rPr sz="1050" b="0" i="0" u="none" dirty="0">
                  <a:solidFill>
                    <a:srgbClr val="64748B"/>
                  </a:solidFill>
                  <a:latin typeface="Noto Sans KR"/>
                </a:rPr>
                <a:t> </a:t>
              </a:r>
              <a:r>
                <a:rPr sz="1050" b="0" i="0" u="none" dirty="0" err="1">
                  <a:solidFill>
                    <a:srgbClr val="64748B"/>
                  </a:solidFill>
                  <a:latin typeface="Noto Sans KR"/>
                </a:rPr>
                <a:t>회계팀</a:t>
              </a:r>
              <a:r>
                <a:rPr sz="1050" b="0" i="0" u="none" dirty="0">
                  <a:solidFill>
                    <a:srgbClr val="64748B"/>
                  </a:solidFill>
                  <a:latin typeface="Noto Sans KR"/>
                </a:rPr>
                <a:t> </a:t>
              </a:r>
              <a:r>
                <a:rPr sz="1050" b="0" i="0" u="none" dirty="0" err="1">
                  <a:solidFill>
                    <a:srgbClr val="64748B"/>
                  </a:solidFill>
                  <a:latin typeface="Noto Sans KR"/>
                </a:rPr>
                <a:t>업무</a:t>
              </a:r>
              <a:r>
                <a:rPr sz="1050" b="0" i="0" u="none" dirty="0">
                  <a:solidFill>
                    <a:srgbClr val="64748B"/>
                  </a:solidFill>
                  <a:latin typeface="Noto Sans KR"/>
                </a:rPr>
                <a:t> </a:t>
              </a:r>
              <a:r>
                <a:rPr sz="1050" b="0" i="0" u="none" dirty="0" err="1">
                  <a:solidFill>
                    <a:srgbClr val="64748B"/>
                  </a:solidFill>
                  <a:latin typeface="Noto Sans KR"/>
                </a:rPr>
                <a:t>집중도</a:t>
              </a:r>
              <a:r>
                <a:rPr sz="1050" b="0" i="0" u="none" dirty="0">
                  <a:solidFill>
                    <a:srgbClr val="64748B"/>
                  </a:solidFill>
                  <a:latin typeface="Noto Sans KR"/>
                </a:rPr>
                <a:t> </a:t>
              </a:r>
              <a:r>
                <a:rPr sz="1050" b="0" i="0" u="none" dirty="0" err="1">
                  <a:solidFill>
                    <a:srgbClr val="64748B"/>
                  </a:solidFill>
                  <a:latin typeface="Noto Sans KR"/>
                </a:rPr>
                <a:t>향상</a:t>
              </a:r>
              <a:endParaRPr sz="1050" b="0" i="0" u="none" dirty="0">
                <a:solidFill>
                  <a:srgbClr val="64748B"/>
                </a:solidFill>
                <a:latin typeface="Noto Sans KR"/>
              </a:endParaRPr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F18F4F79-DCA2-C7F2-7330-4351F806D16C}"/>
              </a:ext>
            </a:extLst>
          </p:cNvPr>
          <p:cNvGrpSpPr/>
          <p:nvPr/>
        </p:nvGrpSpPr>
        <p:grpSpPr>
          <a:xfrm>
            <a:off x="8089850" y="2867025"/>
            <a:ext cx="3530500" cy="1943100"/>
            <a:chOff x="8089850" y="2867025"/>
            <a:chExt cx="3530500" cy="1943100"/>
          </a:xfrm>
        </p:grpSpPr>
        <p:pic>
          <p:nvPicPr>
            <p:cNvPr id="5" name="Picture 4" descr="image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089850" y="2867025"/>
              <a:ext cx="3530500" cy="1943100"/>
            </a:xfrm>
            <a:prstGeom prst="rect">
              <a:avLst/>
            </a:prstGeom>
          </p:spPr>
        </p:pic>
        <p:sp>
          <p:nvSpPr>
            <p:cNvPr id="13" name="TextBox 12"/>
            <p:cNvSpPr txBox="1"/>
            <p:nvPr/>
          </p:nvSpPr>
          <p:spPr>
            <a:xfrm>
              <a:off x="8327975" y="3181350"/>
              <a:ext cx="3054250" cy="51046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>
                <a:lnSpc>
                  <a:spcPts val="3900"/>
                </a:lnSpc>
              </a:pPr>
              <a:r>
                <a:rPr sz="3900" b="1" i="0" u="none" dirty="0">
                  <a:solidFill>
                    <a:srgbClr val="2563E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40h/연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8327975" y="3790950"/>
              <a:ext cx="3054250" cy="2286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sz="1350" b="1" i="0" u="none">
                  <a:solidFill>
                    <a:srgbClr val="0F172A"/>
                  </a:solidFill>
                  <a:latin typeface="Noto Sans KR"/>
                </a:rPr>
                <a:t>업무 시간 절감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8327975" y="4095750"/>
              <a:ext cx="3054250" cy="40005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>
                <a:lnSpc>
                  <a:spcPts val="1575"/>
                </a:lnSpc>
              </a:pPr>
              <a:r>
                <a:rPr sz="1050" b="0" i="0" u="none" dirty="0" err="1">
                  <a:solidFill>
                    <a:srgbClr val="64748B"/>
                  </a:solidFill>
                  <a:latin typeface="Noto Sans KR"/>
                </a:rPr>
                <a:t>문의</a:t>
              </a:r>
              <a:r>
                <a:rPr sz="1050" b="0" i="0" u="none" dirty="0">
                  <a:solidFill>
                    <a:srgbClr val="64748B"/>
                  </a:solidFill>
                  <a:latin typeface="Noto Sans KR"/>
                </a:rPr>
                <a:t> 1건당 10분, </a:t>
              </a:r>
              <a:br>
                <a:rPr lang="en-US" sz="1050" b="0" i="0" u="none" dirty="0">
                  <a:solidFill>
                    <a:srgbClr val="64748B"/>
                  </a:solidFill>
                  <a:latin typeface="Noto Sans KR"/>
                </a:rPr>
              </a:br>
              <a:r>
                <a:rPr sz="1050" b="0" i="0" u="none" dirty="0">
                  <a:solidFill>
                    <a:srgbClr val="64748B"/>
                  </a:solidFill>
                  <a:latin typeface="Noto Sans KR"/>
                </a:rPr>
                <a:t>월 20건 </a:t>
              </a:r>
              <a:r>
                <a:rPr sz="1050" b="0" i="0" u="none" dirty="0" err="1">
                  <a:solidFill>
                    <a:srgbClr val="64748B"/>
                  </a:solidFill>
                  <a:latin typeface="Noto Sans KR"/>
                </a:rPr>
                <a:t>기준</a:t>
              </a:r>
              <a:r>
                <a:rPr sz="1050" b="0" i="0" u="none" dirty="0">
                  <a:solidFill>
                    <a:srgbClr val="64748B"/>
                  </a:solidFill>
                  <a:latin typeface="Noto Sans KR"/>
                </a:rPr>
                <a:t> </a:t>
              </a:r>
              <a:r>
                <a:rPr sz="1050" b="0" i="0" u="none" dirty="0" err="1">
                  <a:solidFill>
                    <a:srgbClr val="64748B"/>
                  </a:solidFill>
                  <a:latin typeface="Noto Sans KR"/>
                </a:rPr>
                <a:t>연간</a:t>
              </a:r>
              <a:r>
                <a:rPr sz="1050" b="0" i="0" u="none" dirty="0">
                  <a:solidFill>
                    <a:srgbClr val="64748B"/>
                  </a:solidFill>
                  <a:latin typeface="Noto Sans KR"/>
                </a:rPr>
                <a:t> 40시간 </a:t>
              </a:r>
              <a:r>
                <a:rPr sz="1050" b="0" i="0" u="none" dirty="0" err="1">
                  <a:solidFill>
                    <a:srgbClr val="64748B"/>
                  </a:solidFill>
                  <a:latin typeface="Noto Sans KR"/>
                </a:rPr>
                <a:t>소모</a:t>
              </a:r>
              <a:r>
                <a:rPr sz="1050" b="0" i="0" u="none" dirty="0">
                  <a:solidFill>
                    <a:srgbClr val="64748B"/>
                  </a:solidFill>
                  <a:latin typeface="Noto Sans KR"/>
                </a:rPr>
                <a:t> </a:t>
              </a:r>
              <a:r>
                <a:rPr sz="1050" b="0" i="0" u="none" dirty="0" err="1">
                  <a:solidFill>
                    <a:srgbClr val="64748B"/>
                  </a:solidFill>
                  <a:latin typeface="Noto Sans KR"/>
                </a:rPr>
                <a:t>절감</a:t>
              </a:r>
              <a:r>
                <a:rPr sz="1050" b="0" i="0" u="none" dirty="0">
                  <a:solidFill>
                    <a:srgbClr val="64748B"/>
                  </a:solidFill>
                  <a:latin typeface="Noto Sans KR"/>
                </a:rPr>
                <a:t> </a:t>
              </a:r>
              <a:r>
                <a:rPr sz="1050" b="0" i="0" u="none" dirty="0" err="1">
                  <a:solidFill>
                    <a:srgbClr val="64748B"/>
                  </a:solidFill>
                  <a:latin typeface="Noto Sans KR"/>
                </a:rPr>
                <a:t>효과</a:t>
              </a:r>
              <a:endParaRPr sz="1050" b="0" i="0" u="none" dirty="0">
                <a:solidFill>
                  <a:srgbClr val="64748B"/>
                </a:solidFill>
                <a:latin typeface="Noto Sans KR"/>
              </a:endParaRPr>
            </a:p>
          </p:txBody>
        </p:sp>
      </p:grpSp>
      <p:sp>
        <p:nvSpPr>
          <p:cNvPr id="16" name="TextBox 15"/>
          <p:cNvSpPr txBox="1"/>
          <p:nvPr/>
        </p:nvSpPr>
        <p:spPr>
          <a:xfrm>
            <a:off x="571500" y="476250"/>
            <a:ext cx="1160145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550" b="1" i="0" u="none">
                <a:solidFill>
                  <a:srgbClr val="0F172A"/>
                </a:solidFill>
                <a:latin typeface="Noto Sans KR"/>
              </a:rPr>
              <a:t>정량적 성과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1500" y="1047750"/>
            <a:ext cx="11049000" cy="190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ACE1B788-673F-B86D-FBE2-25777C286B79}"/>
              </a:ext>
            </a:extLst>
          </p:cNvPr>
          <p:cNvGrpSpPr/>
          <p:nvPr/>
        </p:nvGrpSpPr>
        <p:grpSpPr>
          <a:xfrm>
            <a:off x="5321430" y="6529300"/>
            <a:ext cx="1549140" cy="179136"/>
            <a:chOff x="3396462" y="5633787"/>
            <a:chExt cx="4502939" cy="520700"/>
          </a:xfrm>
        </p:grpSpPr>
        <p:pic>
          <p:nvPicPr>
            <p:cNvPr id="19" name="그림 18">
              <a:extLst>
                <a:ext uri="{FF2B5EF4-FFF2-40B4-BE49-F238E27FC236}">
                  <a16:creationId xmlns:a16="http://schemas.microsoft.com/office/drawing/2014/main" id="{6653A2E6-B15C-A3BE-752F-BE74E9EF7EA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396462" y="5633787"/>
              <a:ext cx="2152891" cy="520699"/>
            </a:xfrm>
            <a:prstGeom prst="rect">
              <a:avLst/>
            </a:prstGeom>
          </p:spPr>
        </p:pic>
        <p:pic>
          <p:nvPicPr>
            <p:cNvPr id="20" name="그림 19" descr="COWORKER">
              <a:extLst>
                <a:ext uri="{FF2B5EF4-FFF2-40B4-BE49-F238E27FC236}">
                  <a16:creationId xmlns:a16="http://schemas.microsoft.com/office/drawing/2014/main" id="{AE3E438B-A8F5-471D-16F7-CC9988FC19A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5816601" y="5633787"/>
              <a:ext cx="2082800" cy="52070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71500" y="508642"/>
            <a:ext cx="9658350" cy="3924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550" b="1" i="0" u="none" dirty="0" err="1">
                <a:solidFill>
                  <a:srgbClr val="0F172A"/>
                </a:solidFill>
                <a:latin typeface="Noto Sans KR"/>
              </a:rPr>
              <a:t>후속</a:t>
            </a:r>
            <a:r>
              <a:rPr sz="2550" b="1" i="0" u="none" dirty="0">
                <a:solidFill>
                  <a:srgbClr val="0F172A"/>
                </a:solidFill>
                <a:latin typeface="Noto Sans KR"/>
              </a:rPr>
              <a:t> </a:t>
            </a:r>
            <a:r>
              <a:rPr sz="2550" b="1" i="0" u="none" dirty="0" err="1">
                <a:solidFill>
                  <a:srgbClr val="0F172A"/>
                </a:solidFill>
                <a:latin typeface="Noto Sans KR"/>
              </a:rPr>
              <a:t>필요</a:t>
            </a:r>
            <a:r>
              <a:rPr sz="2550" b="1" i="0" u="none" dirty="0">
                <a:solidFill>
                  <a:srgbClr val="0F172A"/>
                </a:solidFill>
                <a:latin typeface="Noto Sans KR"/>
              </a:rPr>
              <a:t> </a:t>
            </a:r>
            <a:r>
              <a:rPr sz="2550" b="1" i="0" u="none" dirty="0" err="1">
                <a:solidFill>
                  <a:srgbClr val="0F172A"/>
                </a:solidFill>
                <a:latin typeface="Noto Sans KR"/>
              </a:rPr>
              <a:t>사항</a:t>
            </a:r>
            <a:r>
              <a:rPr lang="en-US" sz="2550" b="1" i="0" u="none" dirty="0">
                <a:solidFill>
                  <a:srgbClr val="0F172A"/>
                </a:solidFill>
                <a:latin typeface="Noto Sans KR"/>
              </a:rPr>
              <a:t> </a:t>
            </a:r>
            <a:r>
              <a:rPr lang="ko-KR" altLang="en-US" sz="2550" b="1" i="0" u="none" dirty="0">
                <a:solidFill>
                  <a:srgbClr val="0F172A"/>
                </a:solidFill>
                <a:latin typeface="Noto Sans KR"/>
              </a:rPr>
              <a:t>및 향후 계획</a:t>
            </a:r>
            <a:endParaRPr sz="2550" b="1" i="0" u="none" dirty="0">
              <a:solidFill>
                <a:srgbClr val="0F172A"/>
              </a:solidFill>
              <a:latin typeface="Noto Sans KR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71500" y="1047750"/>
            <a:ext cx="11049000" cy="190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59D07B7F-0A25-D0FE-169D-74E5C8F59520}"/>
              </a:ext>
            </a:extLst>
          </p:cNvPr>
          <p:cNvGrpSpPr/>
          <p:nvPr/>
        </p:nvGrpSpPr>
        <p:grpSpPr>
          <a:xfrm>
            <a:off x="5321430" y="6529300"/>
            <a:ext cx="1549140" cy="179136"/>
            <a:chOff x="3396462" y="5633787"/>
            <a:chExt cx="4502939" cy="520700"/>
          </a:xfrm>
        </p:grpSpPr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FC595BBE-BBD1-F9B6-2AAE-EB4B9A5F848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396462" y="5633787"/>
              <a:ext cx="2152891" cy="520699"/>
            </a:xfrm>
            <a:prstGeom prst="rect">
              <a:avLst/>
            </a:prstGeom>
          </p:spPr>
        </p:pic>
        <p:pic>
          <p:nvPicPr>
            <p:cNvPr id="16" name="그림 15" descr="COWORKER">
              <a:extLst>
                <a:ext uri="{FF2B5EF4-FFF2-40B4-BE49-F238E27FC236}">
                  <a16:creationId xmlns:a16="http://schemas.microsoft.com/office/drawing/2014/main" id="{26A8D2D8-6442-AD9B-FDAA-F8ACF6EC3E0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816601" y="5633787"/>
              <a:ext cx="2082800" cy="520700"/>
            </a:xfrm>
            <a:prstGeom prst="rect">
              <a:avLst/>
            </a:prstGeom>
          </p:spPr>
        </p:pic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4C591EDD-2439-15BE-91BA-8FDA505E463E}"/>
              </a:ext>
            </a:extLst>
          </p:cNvPr>
          <p:cNvGrpSpPr/>
          <p:nvPr/>
        </p:nvGrpSpPr>
        <p:grpSpPr>
          <a:xfrm>
            <a:off x="2265408" y="1362075"/>
            <a:ext cx="4090057" cy="2085975"/>
            <a:chOff x="2265408" y="1362075"/>
            <a:chExt cx="4090057" cy="2085975"/>
          </a:xfrm>
        </p:grpSpPr>
        <p:pic>
          <p:nvPicPr>
            <p:cNvPr id="18" name="Picture 2" descr="image.png">
              <a:extLst>
                <a:ext uri="{FF2B5EF4-FFF2-40B4-BE49-F238E27FC236}">
                  <a16:creationId xmlns:a16="http://schemas.microsoft.com/office/drawing/2014/main" id="{11D072D7-1151-4004-32D7-84055B47DFD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265408" y="1362075"/>
              <a:ext cx="3760011" cy="2085975"/>
            </a:xfrm>
            <a:prstGeom prst="rect">
              <a:avLst/>
            </a:prstGeom>
          </p:spPr>
        </p:pic>
        <p:pic>
          <p:nvPicPr>
            <p:cNvPr id="24" name="Picture 6" descr="image.png">
              <a:extLst>
                <a:ext uri="{FF2B5EF4-FFF2-40B4-BE49-F238E27FC236}">
                  <a16:creationId xmlns:a16="http://schemas.microsoft.com/office/drawing/2014/main" id="{94F77384-CC86-81EC-2B3D-CD61165B2DC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541633" y="1638300"/>
              <a:ext cx="514350" cy="514350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25317D3-148A-46BA-565D-02634BBC70F8}"/>
                </a:ext>
              </a:extLst>
            </p:cNvPr>
            <p:cNvSpPr txBox="1"/>
            <p:nvPr/>
          </p:nvSpPr>
          <p:spPr>
            <a:xfrm>
              <a:off x="3228356" y="1776412"/>
              <a:ext cx="3127109" cy="257175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500" b="1" i="0" u="none" dirty="0">
                  <a:solidFill>
                    <a:srgbClr val="0F172A"/>
                  </a:solidFill>
                  <a:latin typeface="Noto Sans KR"/>
                </a:rPr>
                <a:t>1. </a:t>
              </a:r>
              <a:r>
                <a:rPr sz="1500" b="1" i="0" u="none" dirty="0" err="1">
                  <a:solidFill>
                    <a:srgbClr val="0F172A"/>
                  </a:solidFill>
                  <a:latin typeface="Noto Sans KR"/>
                </a:rPr>
                <a:t>세무</a:t>
              </a:r>
              <a:r>
                <a:rPr sz="1500" b="1" i="0" u="none" dirty="0">
                  <a:solidFill>
                    <a:srgbClr val="0F172A"/>
                  </a:solidFill>
                  <a:latin typeface="Noto Sans KR"/>
                </a:rPr>
                <a:t> </a:t>
              </a:r>
              <a:r>
                <a:rPr sz="1500" b="1" i="0" u="none" dirty="0" err="1">
                  <a:solidFill>
                    <a:srgbClr val="0F172A"/>
                  </a:solidFill>
                  <a:latin typeface="Noto Sans KR"/>
                </a:rPr>
                <a:t>파트</a:t>
              </a:r>
              <a:r>
                <a:rPr sz="1500" b="1" i="0" u="none" dirty="0">
                  <a:solidFill>
                    <a:srgbClr val="0F172A"/>
                  </a:solidFill>
                  <a:latin typeface="Noto Sans KR"/>
                </a:rPr>
                <a:t> </a:t>
              </a:r>
              <a:r>
                <a:rPr sz="1500" b="1" i="0" u="none" dirty="0" err="1">
                  <a:solidFill>
                    <a:srgbClr val="0F172A"/>
                  </a:solidFill>
                  <a:latin typeface="Noto Sans KR"/>
                </a:rPr>
                <a:t>최종</a:t>
              </a:r>
              <a:r>
                <a:rPr sz="1500" b="1" i="0" u="none" dirty="0">
                  <a:solidFill>
                    <a:srgbClr val="0F172A"/>
                  </a:solidFill>
                  <a:latin typeface="Noto Sans KR"/>
                </a:rPr>
                <a:t> </a:t>
              </a:r>
              <a:r>
                <a:rPr sz="1500" b="1" i="0" u="none" dirty="0" err="1">
                  <a:solidFill>
                    <a:srgbClr val="0F172A"/>
                  </a:solidFill>
                  <a:latin typeface="Noto Sans KR"/>
                </a:rPr>
                <a:t>결합</a:t>
              </a:r>
              <a:endParaRPr sz="1500" b="1" i="0" u="none" dirty="0">
                <a:solidFill>
                  <a:srgbClr val="0F172A"/>
                </a:solidFill>
                <a:latin typeface="Noto Sans KR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88695F8-E110-12B4-83BC-738C6EA76D31}"/>
                </a:ext>
              </a:extLst>
            </p:cNvPr>
            <p:cNvSpPr txBox="1"/>
            <p:nvPr/>
          </p:nvSpPr>
          <p:spPr>
            <a:xfrm>
              <a:off x="2467104" y="2263764"/>
              <a:ext cx="3127109" cy="44069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marL="171450" indent="-171450" algn="l">
                <a:lnSpc>
                  <a:spcPts val="1800"/>
                </a:lnSpc>
                <a:buFont typeface="Arial" panose="020B0604020202020204" pitchFamily="34" charset="0"/>
                <a:buChar char="•"/>
              </a:pPr>
              <a:r>
                <a:rPr sz="1200" b="0" i="0" u="none" dirty="0" err="1">
                  <a:solidFill>
                    <a:srgbClr val="64748B"/>
                  </a:solidFill>
                  <a:latin typeface="Noto Sans KR"/>
                </a:rPr>
                <a:t>세무</a:t>
              </a:r>
              <a:r>
                <a:rPr sz="1200" b="0" i="0" u="none" dirty="0">
                  <a:solidFill>
                    <a:srgbClr val="64748B"/>
                  </a:solidFill>
                  <a:latin typeface="Noto Sans KR"/>
                </a:rPr>
                <a:t> </a:t>
              </a:r>
              <a:r>
                <a:rPr sz="1200" b="0" i="0" u="none" dirty="0" err="1">
                  <a:solidFill>
                    <a:srgbClr val="64748B"/>
                  </a:solidFill>
                  <a:latin typeface="Noto Sans KR"/>
                </a:rPr>
                <a:t>매뉴얼</a:t>
              </a:r>
              <a:r>
                <a:rPr sz="1200" b="0" i="0" u="none" dirty="0">
                  <a:solidFill>
                    <a:srgbClr val="64748B"/>
                  </a:solidFill>
                  <a:latin typeface="Noto Sans KR"/>
                </a:rPr>
                <a:t> </a:t>
              </a:r>
              <a:r>
                <a:rPr sz="1200" b="0" i="0" u="none" dirty="0" err="1">
                  <a:solidFill>
                    <a:srgbClr val="64748B"/>
                  </a:solidFill>
                  <a:latin typeface="Noto Sans KR"/>
                </a:rPr>
                <a:t>연동</a:t>
              </a:r>
              <a:r>
                <a:rPr sz="1200" b="0" i="0" u="none" dirty="0">
                  <a:solidFill>
                    <a:srgbClr val="64748B"/>
                  </a:solidFill>
                  <a:latin typeface="Noto Sans KR"/>
                </a:rPr>
                <a:t> </a:t>
              </a:r>
              <a:r>
                <a:rPr sz="1200" b="0" i="0" u="none" dirty="0" err="1">
                  <a:solidFill>
                    <a:srgbClr val="64748B"/>
                  </a:solidFill>
                  <a:latin typeface="Noto Sans KR"/>
                </a:rPr>
                <a:t>완료</a:t>
              </a:r>
              <a:r>
                <a:rPr sz="1200" b="0" i="0" u="none" dirty="0">
                  <a:solidFill>
                    <a:srgbClr val="64748B"/>
                  </a:solidFill>
                  <a:latin typeface="Noto Sans KR"/>
                </a:rPr>
                <a:t> 및 </a:t>
              </a:r>
              <a:r>
                <a:rPr sz="1200" b="0" i="0" u="none" dirty="0" err="1">
                  <a:solidFill>
                    <a:srgbClr val="64748B"/>
                  </a:solidFill>
                  <a:latin typeface="Noto Sans KR"/>
                </a:rPr>
                <a:t>링크</a:t>
              </a:r>
              <a:r>
                <a:rPr sz="1200" b="0" i="0" u="none" dirty="0">
                  <a:solidFill>
                    <a:srgbClr val="64748B"/>
                  </a:solidFill>
                  <a:latin typeface="Noto Sans KR"/>
                </a:rPr>
                <a:t> </a:t>
              </a:r>
              <a:r>
                <a:rPr sz="1200" b="0" i="0" u="none" dirty="0" err="1">
                  <a:solidFill>
                    <a:srgbClr val="64748B"/>
                  </a:solidFill>
                  <a:latin typeface="Noto Sans KR"/>
                </a:rPr>
                <a:t>통합</a:t>
              </a:r>
              <a:r>
                <a:rPr sz="1200" b="0" i="0" u="none" dirty="0">
                  <a:solidFill>
                    <a:srgbClr val="64748B"/>
                  </a:solidFill>
                  <a:latin typeface="Noto Sans KR"/>
                </a:rPr>
                <a:t> </a:t>
              </a:r>
              <a:r>
                <a:rPr sz="1200" b="0" i="0" u="none" dirty="0" err="1">
                  <a:solidFill>
                    <a:srgbClr val="64748B"/>
                  </a:solidFill>
                  <a:latin typeface="Noto Sans KR"/>
                </a:rPr>
                <a:t>테스</a:t>
              </a:r>
              <a:r>
                <a:rPr lang="ko-KR" altLang="en-US" sz="1200" b="0" i="0" u="none" dirty="0" err="1">
                  <a:solidFill>
                    <a:srgbClr val="64748B"/>
                  </a:solidFill>
                  <a:latin typeface="Noto Sans KR"/>
                </a:rPr>
                <a:t>트</a:t>
              </a:r>
              <a:endParaRPr lang="en-US" altLang="ko-KR" sz="1200" b="0" i="0" u="none" dirty="0">
                <a:solidFill>
                  <a:srgbClr val="64748B"/>
                </a:solidFill>
                <a:latin typeface="Noto Sans KR"/>
              </a:endParaRPr>
            </a:p>
            <a:p>
              <a:pPr marL="171450" indent="-171450" algn="l">
                <a:lnSpc>
                  <a:spcPts val="1800"/>
                </a:lnSpc>
                <a:buFont typeface="Arial" panose="020B0604020202020204" pitchFamily="34" charset="0"/>
                <a:buChar char="•"/>
              </a:pPr>
              <a:r>
                <a:rPr lang="ko-KR" altLang="en-US" sz="1200" dirty="0">
                  <a:solidFill>
                    <a:srgbClr val="64748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미확인 항목 보완</a:t>
              </a:r>
              <a:endParaRPr sz="1200" b="0" i="0" u="none" dirty="0">
                <a:solidFill>
                  <a:srgbClr val="64748B"/>
                </a:solidFill>
                <a:latin typeface="Noto Sans KR" panose="020B0200000000000000" pitchFamily="50" charset="-127"/>
                <a:ea typeface="Noto Sans KR" panose="020B0200000000000000" pitchFamily="50" charset="-127"/>
              </a:endParaRPr>
            </a:p>
          </p:txBody>
        </p:sp>
        <p:pic>
          <p:nvPicPr>
            <p:cNvPr id="42" name="Picture 15" descr="image.png">
              <a:extLst>
                <a:ext uri="{FF2B5EF4-FFF2-40B4-BE49-F238E27FC236}">
                  <a16:creationId xmlns:a16="http://schemas.microsoft.com/office/drawing/2014/main" id="{A5AE0225-64C7-0017-52D3-EE7E02A7925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709808" y="1794898"/>
              <a:ext cx="230039" cy="197162"/>
            </a:xfrm>
            <a:prstGeom prst="rect">
              <a:avLst/>
            </a:prstGeom>
          </p:spPr>
        </p:pic>
      </p:grpSp>
      <p:grpSp>
        <p:nvGrpSpPr>
          <p:cNvPr id="4" name="그룹 3">
            <a:extLst>
              <a:ext uri="{FF2B5EF4-FFF2-40B4-BE49-F238E27FC236}">
                <a16:creationId xmlns:a16="http://schemas.microsoft.com/office/drawing/2014/main" id="{2CE70914-9816-8242-819D-E14544D07423}"/>
              </a:ext>
            </a:extLst>
          </p:cNvPr>
          <p:cNvGrpSpPr/>
          <p:nvPr/>
        </p:nvGrpSpPr>
        <p:grpSpPr>
          <a:xfrm>
            <a:off x="6355539" y="1362075"/>
            <a:ext cx="4090057" cy="2085975"/>
            <a:chOff x="6355539" y="1362075"/>
            <a:chExt cx="4090057" cy="2085975"/>
          </a:xfrm>
        </p:grpSpPr>
        <p:pic>
          <p:nvPicPr>
            <p:cNvPr id="20" name="Picture 3" descr="image.png">
              <a:extLst>
                <a:ext uri="{FF2B5EF4-FFF2-40B4-BE49-F238E27FC236}">
                  <a16:creationId xmlns:a16="http://schemas.microsoft.com/office/drawing/2014/main" id="{26991F6D-799D-3B96-D4E1-DBF48CBDB23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355539" y="1362075"/>
              <a:ext cx="3760011" cy="2085975"/>
            </a:xfrm>
            <a:prstGeom prst="rect">
              <a:avLst/>
            </a:prstGeom>
          </p:spPr>
        </p:pic>
        <p:pic>
          <p:nvPicPr>
            <p:cNvPr id="30" name="Picture 9" descr="image.png">
              <a:extLst>
                <a:ext uri="{FF2B5EF4-FFF2-40B4-BE49-F238E27FC236}">
                  <a16:creationId xmlns:a16="http://schemas.microsoft.com/office/drawing/2014/main" id="{CB9CC3B9-EF36-5849-6C53-027D2F5FF28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631764" y="1638300"/>
              <a:ext cx="514350" cy="514350"/>
            </a:xfrm>
            <a:prstGeom prst="rect">
              <a:avLst/>
            </a:prstGeom>
          </p:spPr>
        </p:pic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56388F1C-92A1-03CF-B1D4-1C57FBC4E435}"/>
                </a:ext>
              </a:extLst>
            </p:cNvPr>
            <p:cNvSpPr txBox="1"/>
            <p:nvPr/>
          </p:nvSpPr>
          <p:spPr>
            <a:xfrm>
              <a:off x="7318487" y="1776412"/>
              <a:ext cx="3127109" cy="257175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500" b="1" i="0" u="none" dirty="0">
                  <a:solidFill>
                    <a:srgbClr val="0F172A"/>
                  </a:solidFill>
                  <a:latin typeface="Noto Sans KR"/>
                </a:rPr>
                <a:t>2. </a:t>
              </a:r>
              <a:r>
                <a:rPr sz="1500" b="1" i="0" u="none" dirty="0" err="1">
                  <a:solidFill>
                    <a:srgbClr val="0F172A"/>
                  </a:solidFill>
                  <a:latin typeface="Noto Sans KR"/>
                </a:rPr>
                <a:t>전사</a:t>
              </a:r>
              <a:r>
                <a:rPr sz="1500" b="1" i="0" u="none" dirty="0">
                  <a:solidFill>
                    <a:srgbClr val="0F172A"/>
                  </a:solidFill>
                  <a:latin typeface="Noto Sans KR"/>
                </a:rPr>
                <a:t> </a:t>
              </a:r>
              <a:r>
                <a:rPr sz="1500" b="1" i="0" u="none" dirty="0" err="1">
                  <a:solidFill>
                    <a:srgbClr val="0F172A"/>
                  </a:solidFill>
                  <a:latin typeface="Noto Sans KR"/>
                </a:rPr>
                <a:t>안내</a:t>
              </a:r>
              <a:r>
                <a:rPr sz="1500" b="1" i="0" u="none" dirty="0">
                  <a:solidFill>
                    <a:srgbClr val="0F172A"/>
                  </a:solidFill>
                  <a:latin typeface="Noto Sans KR"/>
                </a:rPr>
                <a:t> 및 </a:t>
              </a:r>
              <a:r>
                <a:rPr sz="1500" b="1" i="0" u="none" dirty="0" err="1">
                  <a:solidFill>
                    <a:srgbClr val="0F172A"/>
                  </a:solidFill>
                  <a:latin typeface="Noto Sans KR"/>
                </a:rPr>
                <a:t>교육</a:t>
              </a:r>
              <a:endParaRPr sz="1500" b="1" i="0" u="none" dirty="0">
                <a:solidFill>
                  <a:srgbClr val="0F172A"/>
                </a:solidFill>
                <a:latin typeface="Noto Sans KR"/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CC18F3F6-58F8-DB24-6F73-7AC0E51F1990}"/>
                </a:ext>
              </a:extLst>
            </p:cNvPr>
            <p:cNvSpPr txBox="1"/>
            <p:nvPr/>
          </p:nvSpPr>
          <p:spPr>
            <a:xfrm>
              <a:off x="6557235" y="2263764"/>
              <a:ext cx="3272565" cy="43839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marL="171450" indent="-171450" algn="l">
                <a:lnSpc>
                  <a:spcPts val="1800"/>
                </a:lnSpc>
                <a:buFont typeface="Arial" panose="020B0604020202020204" pitchFamily="34" charset="0"/>
                <a:buChar char="•"/>
              </a:pPr>
              <a:r>
                <a:rPr sz="1200" b="0" i="0" u="none" dirty="0" err="1">
                  <a:solidFill>
                    <a:srgbClr val="64748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사업부</a:t>
              </a:r>
              <a:r>
                <a:rPr sz="1200" b="0" i="0" u="none" dirty="0">
                  <a:solidFill>
                    <a:srgbClr val="64748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 </a:t>
              </a:r>
              <a:r>
                <a:rPr sz="1200" b="0" i="0" u="none" dirty="0" err="1">
                  <a:solidFill>
                    <a:srgbClr val="64748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대상</a:t>
              </a:r>
              <a:r>
                <a:rPr sz="1200" b="0" i="0" u="none" dirty="0">
                  <a:solidFill>
                    <a:srgbClr val="64748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 </a:t>
              </a:r>
              <a:r>
                <a:rPr sz="1200" b="0" i="0" u="none" dirty="0" err="1">
                  <a:solidFill>
                    <a:srgbClr val="64748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회계</a:t>
              </a:r>
              <a:r>
                <a:rPr sz="1200" b="0" i="0" u="none" dirty="0">
                  <a:solidFill>
                    <a:srgbClr val="64748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 Wiki </a:t>
              </a:r>
              <a:r>
                <a:rPr sz="1200" b="0" i="0" u="none" dirty="0" err="1">
                  <a:solidFill>
                    <a:srgbClr val="64748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활용</a:t>
              </a:r>
              <a:r>
                <a:rPr sz="1200" b="0" i="0" u="none" dirty="0">
                  <a:solidFill>
                    <a:srgbClr val="64748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 </a:t>
              </a:r>
              <a:r>
                <a:rPr sz="1200" b="0" i="0" u="none" dirty="0" err="1">
                  <a:solidFill>
                    <a:srgbClr val="64748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가이드</a:t>
              </a:r>
              <a:r>
                <a:rPr sz="1200" b="0" i="0" u="none" dirty="0">
                  <a:solidFill>
                    <a:srgbClr val="64748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 </a:t>
              </a:r>
              <a:r>
                <a:rPr sz="1200" b="0" i="0" u="none" dirty="0" err="1">
                  <a:solidFill>
                    <a:srgbClr val="64748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공유</a:t>
              </a:r>
              <a:r>
                <a:rPr sz="1200" b="0" i="0" u="none" dirty="0">
                  <a:solidFill>
                    <a:srgbClr val="64748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 및 </a:t>
              </a:r>
              <a:r>
                <a:rPr sz="1200" b="0" i="0" u="none" dirty="0" err="1">
                  <a:solidFill>
                    <a:srgbClr val="64748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신규</a:t>
              </a:r>
              <a:r>
                <a:rPr sz="1200" b="0" i="0" u="none" dirty="0">
                  <a:solidFill>
                    <a:srgbClr val="64748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 </a:t>
              </a:r>
              <a:r>
                <a:rPr sz="1200" b="0" i="0" u="none" dirty="0" err="1">
                  <a:solidFill>
                    <a:srgbClr val="64748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입사자</a:t>
              </a:r>
              <a:r>
                <a:rPr sz="1200" b="0" i="0" u="none" dirty="0">
                  <a:solidFill>
                    <a:srgbClr val="64748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 </a:t>
              </a:r>
              <a:r>
                <a:rPr sz="1200" b="0" i="0" u="none" dirty="0" err="1">
                  <a:solidFill>
                    <a:srgbClr val="64748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온보딩</a:t>
              </a:r>
              <a:r>
                <a:rPr lang="ko-KR" altLang="en-US" sz="1200" b="0" i="0" u="none" dirty="0">
                  <a:solidFill>
                    <a:srgbClr val="64748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 필수 모듈로 등록</a:t>
              </a:r>
              <a:endParaRPr sz="1200" b="0" i="0" u="none" dirty="0">
                <a:solidFill>
                  <a:srgbClr val="64748B"/>
                </a:solidFill>
                <a:latin typeface="Noto Sans KR" panose="020B0200000000000000" pitchFamily="50" charset="-127"/>
                <a:ea typeface="Noto Sans KR" panose="020B0200000000000000" pitchFamily="50" charset="-127"/>
              </a:endParaRPr>
            </a:p>
          </p:txBody>
        </p:sp>
        <p:pic>
          <p:nvPicPr>
            <p:cNvPr id="44" name="Picture 16" descr="image.png">
              <a:extLst>
                <a:ext uri="{FF2B5EF4-FFF2-40B4-BE49-F238E27FC236}">
                  <a16:creationId xmlns:a16="http://schemas.microsoft.com/office/drawing/2014/main" id="{A1DDC418-0EC5-6501-50E2-103A3789E973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6799940" y="1794898"/>
              <a:ext cx="230039" cy="197162"/>
            </a:xfrm>
            <a:prstGeom prst="rect">
              <a:avLst/>
            </a:prstGeom>
          </p:spPr>
        </p:pic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A94E0B87-2601-BDA8-A1E6-4030329EF2C1}"/>
              </a:ext>
            </a:extLst>
          </p:cNvPr>
          <p:cNvGrpSpPr/>
          <p:nvPr/>
        </p:nvGrpSpPr>
        <p:grpSpPr>
          <a:xfrm>
            <a:off x="2265408" y="3833812"/>
            <a:ext cx="4090057" cy="2085975"/>
            <a:chOff x="2265408" y="3833812"/>
            <a:chExt cx="4090057" cy="2085975"/>
          </a:xfrm>
        </p:grpSpPr>
        <p:pic>
          <p:nvPicPr>
            <p:cNvPr id="22" name="Picture 4" descr="image.png">
              <a:extLst>
                <a:ext uri="{FF2B5EF4-FFF2-40B4-BE49-F238E27FC236}">
                  <a16:creationId xmlns:a16="http://schemas.microsoft.com/office/drawing/2014/main" id="{CFA4904C-E4C2-98AE-07A8-0B04CCF0418D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265408" y="3833812"/>
              <a:ext cx="3760011" cy="2085975"/>
            </a:xfrm>
            <a:prstGeom prst="rect">
              <a:avLst/>
            </a:prstGeom>
          </p:spPr>
        </p:pic>
        <p:pic>
          <p:nvPicPr>
            <p:cNvPr id="36" name="Picture 12" descr="image.png">
              <a:extLst>
                <a:ext uri="{FF2B5EF4-FFF2-40B4-BE49-F238E27FC236}">
                  <a16:creationId xmlns:a16="http://schemas.microsoft.com/office/drawing/2014/main" id="{C063869C-355E-D65E-E5D0-B68E6BA62D76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2541633" y="4110037"/>
              <a:ext cx="514350" cy="514350"/>
            </a:xfrm>
            <a:prstGeom prst="rect">
              <a:avLst/>
            </a:prstGeom>
          </p:spPr>
        </p:pic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37EC02A1-C02B-35E8-29E0-B0979D4280DA}"/>
                </a:ext>
              </a:extLst>
            </p:cNvPr>
            <p:cNvSpPr txBox="1"/>
            <p:nvPr/>
          </p:nvSpPr>
          <p:spPr>
            <a:xfrm>
              <a:off x="3228356" y="4248149"/>
              <a:ext cx="3127109" cy="23083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500" b="1" i="0" u="none" dirty="0">
                  <a:solidFill>
                    <a:srgbClr val="0F172A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3. </a:t>
              </a:r>
              <a:r>
                <a:rPr lang="ko-KR" altLang="en-US" sz="1500" b="1" dirty="0">
                  <a:solidFill>
                    <a:srgbClr val="0F172A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사용성 모니터링</a:t>
              </a:r>
              <a:endParaRPr sz="1500" b="1" i="0" u="none" dirty="0">
                <a:solidFill>
                  <a:srgbClr val="0F172A"/>
                </a:solidFill>
                <a:latin typeface="Noto Sans KR" panose="020B0200000000000000" pitchFamily="50" charset="-127"/>
                <a:ea typeface="Noto Sans KR" panose="020B0200000000000000" pitchFamily="50" charset="-127"/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895EA086-B1E6-8A9B-5DBF-17C5F8B93F9B}"/>
                </a:ext>
              </a:extLst>
            </p:cNvPr>
            <p:cNvSpPr txBox="1"/>
            <p:nvPr/>
          </p:nvSpPr>
          <p:spPr>
            <a:xfrm>
              <a:off x="2467104" y="4735501"/>
              <a:ext cx="3371721" cy="44069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marL="171450" indent="-171450" algn="l">
                <a:lnSpc>
                  <a:spcPts val="1800"/>
                </a:lnSpc>
                <a:buFont typeface="Arial" panose="020B0604020202020204" pitchFamily="34" charset="0"/>
                <a:buChar char="•"/>
              </a:pPr>
              <a:r>
                <a:rPr lang="ko-KR" altLang="en-US" sz="1200" b="0" i="0" u="none" dirty="0">
                  <a:solidFill>
                    <a:srgbClr val="64748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배포 후 실제 문의</a:t>
              </a:r>
              <a:r>
                <a:rPr lang="en-US" altLang="ko-KR" sz="1200" b="0" i="0" u="none" dirty="0">
                  <a:solidFill>
                    <a:srgbClr val="64748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·</a:t>
              </a:r>
              <a:r>
                <a:rPr lang="ko-KR" altLang="en-US" sz="1200" b="0" i="0" u="none" dirty="0">
                  <a:solidFill>
                    <a:srgbClr val="64748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반려 건수 변화를 분기별 </a:t>
              </a:r>
              <a:r>
                <a:rPr lang="ko-KR" altLang="en-US" sz="1200" b="0" i="0" u="none" dirty="0" err="1">
                  <a:solidFill>
                    <a:srgbClr val="64748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재집계</a:t>
              </a:r>
              <a:endParaRPr lang="en-US" altLang="ko-KR" sz="1200" b="0" i="0" u="none" dirty="0">
                <a:solidFill>
                  <a:srgbClr val="64748B"/>
                </a:solidFill>
                <a:latin typeface="Noto Sans KR" panose="020B0200000000000000" pitchFamily="50" charset="-127"/>
                <a:ea typeface="Noto Sans KR" panose="020B0200000000000000" pitchFamily="50" charset="-127"/>
              </a:endParaRPr>
            </a:p>
            <a:p>
              <a:pPr marL="171450" indent="-171450" algn="l">
                <a:lnSpc>
                  <a:spcPts val="1800"/>
                </a:lnSpc>
                <a:buFont typeface="Arial" panose="020B0604020202020204" pitchFamily="34" charset="0"/>
                <a:buChar char="•"/>
              </a:pPr>
              <a:r>
                <a:rPr lang="ko-KR" altLang="en-US" sz="1200" b="0" i="0" u="none" dirty="0">
                  <a:solidFill>
                    <a:srgbClr val="64748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목표</a:t>
              </a:r>
              <a:r>
                <a:rPr lang="en-US" altLang="ko-KR" sz="1200" b="0" i="0" u="none" dirty="0">
                  <a:solidFill>
                    <a:srgbClr val="64748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(</a:t>
              </a:r>
              <a:r>
                <a:rPr lang="ko-KR" altLang="en-US" sz="1200" b="0" i="0" u="none" dirty="0">
                  <a:solidFill>
                    <a:srgbClr val="64748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반려</a:t>
              </a:r>
              <a:r>
                <a:rPr lang="en-US" altLang="ko-KR" sz="1200" b="0" i="0" u="none" dirty="0">
                  <a:solidFill>
                    <a:srgbClr val="64748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·</a:t>
              </a:r>
              <a:r>
                <a:rPr lang="ko-KR" altLang="en-US" sz="1200" b="0" i="0" u="none" dirty="0">
                  <a:solidFill>
                    <a:srgbClr val="64748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문의 </a:t>
              </a:r>
              <a:r>
                <a:rPr lang="en-US" altLang="ko-KR" sz="1200" b="0" i="0" u="none" dirty="0">
                  <a:solidFill>
                    <a:srgbClr val="64748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30% </a:t>
              </a:r>
              <a:r>
                <a:rPr lang="ko-KR" altLang="en-US" sz="1200" b="0" i="0" u="none" dirty="0">
                  <a:solidFill>
                    <a:srgbClr val="64748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감소</a:t>
              </a:r>
              <a:r>
                <a:rPr lang="en-US" altLang="ko-KR" sz="1200" b="0" i="0" u="none" dirty="0">
                  <a:solidFill>
                    <a:srgbClr val="64748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) </a:t>
              </a:r>
              <a:r>
                <a:rPr lang="ko-KR" altLang="en-US" sz="1200" b="0" i="0" u="none" dirty="0">
                  <a:solidFill>
                    <a:srgbClr val="64748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달성 여부 점검</a:t>
              </a:r>
            </a:p>
          </p:txBody>
        </p:sp>
        <p:pic>
          <p:nvPicPr>
            <p:cNvPr id="46" name="Picture 17" descr="image.png">
              <a:extLst>
                <a:ext uri="{FF2B5EF4-FFF2-40B4-BE49-F238E27FC236}">
                  <a16:creationId xmlns:a16="http://schemas.microsoft.com/office/drawing/2014/main" id="{B664282F-29CD-90DD-0EA6-C718BCED78D8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2709809" y="4266635"/>
              <a:ext cx="230039" cy="197162"/>
            </a:xfrm>
            <a:prstGeom prst="rect">
              <a:avLst/>
            </a:prstGeom>
          </p:spPr>
        </p:pic>
      </p:grpSp>
      <p:pic>
        <p:nvPicPr>
          <p:cNvPr id="50" name="Picture 5" descr="image.png">
            <a:extLst>
              <a:ext uri="{FF2B5EF4-FFF2-40B4-BE49-F238E27FC236}">
                <a16:creationId xmlns:a16="http://schemas.microsoft.com/office/drawing/2014/main" id="{ADC8B830-841C-0741-9083-A76467F279B3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738693" y="561975"/>
            <a:ext cx="881806" cy="266700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6CC3C693-B173-1A08-5372-7542FED27D69}"/>
              </a:ext>
            </a:extLst>
          </p:cNvPr>
          <p:cNvGrpSpPr/>
          <p:nvPr/>
        </p:nvGrpSpPr>
        <p:grpSpPr>
          <a:xfrm>
            <a:off x="6355465" y="3833812"/>
            <a:ext cx="4090057" cy="2085975"/>
            <a:chOff x="6355465" y="3833812"/>
            <a:chExt cx="4090057" cy="2085975"/>
          </a:xfrm>
        </p:grpSpPr>
        <p:pic>
          <p:nvPicPr>
            <p:cNvPr id="51" name="Picture 4" descr="image.png">
              <a:extLst>
                <a:ext uri="{FF2B5EF4-FFF2-40B4-BE49-F238E27FC236}">
                  <a16:creationId xmlns:a16="http://schemas.microsoft.com/office/drawing/2014/main" id="{D2F80E03-0840-DBBD-AF3C-310BB1BA573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6355465" y="3833812"/>
              <a:ext cx="3760011" cy="2085975"/>
            </a:xfrm>
            <a:prstGeom prst="rect">
              <a:avLst/>
            </a:prstGeom>
          </p:spPr>
        </p:pic>
        <p:pic>
          <p:nvPicPr>
            <p:cNvPr id="52" name="Picture 12" descr="image.png">
              <a:extLst>
                <a:ext uri="{FF2B5EF4-FFF2-40B4-BE49-F238E27FC236}">
                  <a16:creationId xmlns:a16="http://schemas.microsoft.com/office/drawing/2014/main" id="{7812AE1D-2869-378E-8070-1E3C164507B7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6631690" y="4110037"/>
              <a:ext cx="514350" cy="514350"/>
            </a:xfrm>
            <a:prstGeom prst="rect">
              <a:avLst/>
            </a:prstGeom>
          </p:spPr>
        </p:pic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8A3B9AEE-D17C-408F-E045-C5B9510EDD28}"/>
                </a:ext>
              </a:extLst>
            </p:cNvPr>
            <p:cNvSpPr txBox="1"/>
            <p:nvPr/>
          </p:nvSpPr>
          <p:spPr>
            <a:xfrm>
              <a:off x="7318413" y="4248149"/>
              <a:ext cx="3127109" cy="23083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r>
                <a:rPr lang="en-US" sz="1500" b="1" dirty="0">
                  <a:solidFill>
                    <a:srgbClr val="0F172A"/>
                  </a:solidFill>
                  <a:latin typeface="Noto Sans KR"/>
                </a:rPr>
                <a:t>4</a:t>
              </a:r>
              <a:r>
                <a:rPr sz="1500" b="1" i="0" u="none" dirty="0">
                  <a:solidFill>
                    <a:srgbClr val="0F172A"/>
                  </a:solidFill>
                  <a:latin typeface="Noto Sans KR"/>
                </a:rPr>
                <a:t>. </a:t>
              </a:r>
              <a:r>
                <a:rPr lang="ko-KR" altLang="en-US" sz="1500" b="1" dirty="0">
                  <a:solidFill>
                    <a:srgbClr val="1E293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주기적 최신화 프로세스 정립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C550E965-7D11-BE50-1797-2E41B7826619}"/>
                </a:ext>
              </a:extLst>
            </p:cNvPr>
            <p:cNvSpPr txBox="1"/>
            <p:nvPr/>
          </p:nvSpPr>
          <p:spPr>
            <a:xfrm>
              <a:off x="6557161" y="4735501"/>
              <a:ext cx="3369431" cy="902363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marL="171450" indent="-171450" algn="l">
                <a:lnSpc>
                  <a:spcPts val="1800"/>
                </a:lnSpc>
                <a:buFont typeface="Arial" panose="020B0604020202020204" pitchFamily="34" charset="0"/>
                <a:buChar char="•"/>
              </a:pPr>
              <a:r>
                <a:rPr lang="ko-KR" altLang="en-US" sz="1200" dirty="0">
                  <a:solidFill>
                    <a:srgbClr val="64748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회계기준</a:t>
              </a:r>
              <a:r>
                <a:rPr lang="en-US" altLang="ko-KR" sz="1200" dirty="0">
                  <a:solidFill>
                    <a:srgbClr val="64748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·</a:t>
              </a:r>
              <a:r>
                <a:rPr lang="ko-KR" altLang="en-US" sz="1200" dirty="0">
                  <a:solidFill>
                    <a:srgbClr val="64748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세법 개정 시 갱신 담당 및 주기를 지정해 최신성을 유지</a:t>
              </a:r>
              <a:endParaRPr lang="en-US" altLang="ko-KR" sz="1200" dirty="0">
                <a:solidFill>
                  <a:srgbClr val="64748B"/>
                </a:solidFill>
                <a:latin typeface="Noto Sans KR" panose="020B0200000000000000" pitchFamily="50" charset="-127"/>
                <a:ea typeface="Noto Sans KR" panose="020B0200000000000000" pitchFamily="50" charset="-127"/>
              </a:endParaRPr>
            </a:p>
            <a:p>
              <a:pPr marL="171450" indent="-171450" algn="l">
                <a:lnSpc>
                  <a:spcPts val="1800"/>
                </a:lnSpc>
                <a:buFont typeface="Arial" panose="020B0604020202020204" pitchFamily="34" charset="0"/>
                <a:buChar char="•"/>
              </a:pPr>
              <a:r>
                <a:rPr lang="ko-KR" altLang="en-US" sz="1200" dirty="0">
                  <a:solidFill>
                    <a:srgbClr val="64748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현업 </a:t>
              </a:r>
              <a:r>
                <a:rPr lang="en-US" altLang="ko-KR" sz="1200" dirty="0">
                  <a:solidFill>
                    <a:srgbClr val="64748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FAQ </a:t>
              </a:r>
              <a:r>
                <a:rPr lang="ko-KR" altLang="en-US" sz="1200" dirty="0">
                  <a:solidFill>
                    <a:srgbClr val="64748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채널을 신설하여 자주 묻는 질문을 </a:t>
              </a:r>
              <a:r>
                <a:rPr lang="en-US" altLang="ko-KR" sz="1200" dirty="0">
                  <a:solidFill>
                    <a:srgbClr val="64748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Wiki </a:t>
              </a:r>
              <a:r>
                <a:rPr lang="ko-KR" altLang="en-US" sz="1200" dirty="0">
                  <a:solidFill>
                    <a:srgbClr val="64748B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매뉴얼에 지속 반영</a:t>
              </a:r>
            </a:p>
          </p:txBody>
        </p:sp>
        <p:pic>
          <p:nvPicPr>
            <p:cNvPr id="55" name="Picture 17" descr="image.png">
              <a:extLst>
                <a:ext uri="{FF2B5EF4-FFF2-40B4-BE49-F238E27FC236}">
                  <a16:creationId xmlns:a16="http://schemas.microsoft.com/office/drawing/2014/main" id="{57078469-F9E2-D5BC-61D5-2F1E24528540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6799866" y="4266635"/>
              <a:ext cx="230039" cy="197162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9991" y="552450"/>
            <a:ext cx="970508" cy="285750"/>
          </a:xfrm>
          <a:prstGeom prst="rect">
            <a:avLst/>
          </a:prstGeom>
        </p:spPr>
      </p:pic>
      <p:grpSp>
        <p:nvGrpSpPr>
          <p:cNvPr id="3" name="그룹 2">
            <a:extLst>
              <a:ext uri="{FF2B5EF4-FFF2-40B4-BE49-F238E27FC236}">
                <a16:creationId xmlns:a16="http://schemas.microsoft.com/office/drawing/2014/main" id="{2D249C1C-A93A-F230-33CC-D67012C84256}"/>
              </a:ext>
            </a:extLst>
          </p:cNvPr>
          <p:cNvGrpSpPr/>
          <p:nvPr/>
        </p:nvGrpSpPr>
        <p:grpSpPr>
          <a:xfrm>
            <a:off x="2301712" y="2350530"/>
            <a:ext cx="8270494" cy="487826"/>
            <a:chOff x="2301712" y="2350530"/>
            <a:chExt cx="8270494" cy="487826"/>
          </a:xfrm>
        </p:grpSpPr>
        <p:sp>
          <p:nvSpPr>
            <p:cNvPr id="5" name="TextBox 4"/>
            <p:cNvSpPr txBox="1"/>
            <p:nvPr/>
          </p:nvSpPr>
          <p:spPr>
            <a:xfrm>
              <a:off x="2743200" y="2350530"/>
              <a:ext cx="7829006" cy="48782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ts val="2039"/>
                </a:lnSpc>
              </a:pPr>
              <a:r>
                <a:rPr sz="1400" b="1" i="0" u="none" dirty="0" err="1">
                  <a:solidFill>
                    <a:srgbClr val="334155"/>
                  </a:solidFill>
                  <a:latin typeface="Noto Sans KR"/>
                </a:rPr>
                <a:t>현업</a:t>
              </a:r>
              <a:r>
                <a:rPr sz="1400" b="1" i="0" u="none" dirty="0">
                  <a:solidFill>
                    <a:srgbClr val="334155"/>
                  </a:solidFill>
                  <a:latin typeface="Noto Sans KR"/>
                </a:rPr>
                <a:t> </a:t>
              </a:r>
              <a:r>
                <a:rPr sz="1400" b="1" i="0" u="none" dirty="0" err="1">
                  <a:solidFill>
                    <a:srgbClr val="334155"/>
                  </a:solidFill>
                  <a:latin typeface="Noto Sans KR"/>
                </a:rPr>
                <a:t>관점의</a:t>
              </a:r>
              <a:r>
                <a:rPr sz="1400" b="1" i="0" u="none" dirty="0">
                  <a:solidFill>
                    <a:srgbClr val="334155"/>
                  </a:solidFill>
                  <a:latin typeface="Noto Sans KR"/>
                </a:rPr>
                <a:t> </a:t>
              </a:r>
              <a:r>
                <a:rPr sz="1400" b="1" i="0" u="none" dirty="0" err="1">
                  <a:solidFill>
                    <a:srgbClr val="334155"/>
                  </a:solidFill>
                  <a:latin typeface="Noto Sans KR"/>
                </a:rPr>
                <a:t>커뮤니케이션</a:t>
              </a:r>
              <a:br>
                <a:rPr lang="en-US" sz="1400" b="1" dirty="0">
                  <a:solidFill>
                    <a:srgbClr val="334155"/>
                  </a:solidFill>
                  <a:latin typeface="Noto Sans KR"/>
                </a:rPr>
              </a:br>
              <a:r>
                <a:rPr sz="1400" b="0" i="0" u="none" dirty="0" err="1">
                  <a:solidFill>
                    <a:srgbClr val="334155"/>
                  </a:solidFill>
                  <a:latin typeface="Noto Sans KR"/>
                </a:rPr>
                <a:t>회계팀의</a:t>
              </a:r>
              <a:r>
                <a:rPr sz="1400" b="0" i="0" u="none" dirty="0">
                  <a:solidFill>
                    <a:srgbClr val="334155"/>
                  </a:solidFill>
                  <a:latin typeface="Noto Sans KR"/>
                </a:rPr>
                <a:t> </a:t>
              </a:r>
              <a:r>
                <a:rPr sz="1400" b="0" i="0" u="none" dirty="0" err="1">
                  <a:solidFill>
                    <a:srgbClr val="334155"/>
                  </a:solidFill>
                  <a:latin typeface="Noto Sans KR"/>
                </a:rPr>
                <a:t>언어가</a:t>
              </a:r>
              <a:r>
                <a:rPr sz="1400" b="0" i="0" u="none" dirty="0">
                  <a:solidFill>
                    <a:srgbClr val="334155"/>
                  </a:solidFill>
                  <a:latin typeface="Noto Sans KR"/>
                </a:rPr>
                <a:t> </a:t>
              </a:r>
              <a:r>
                <a:rPr sz="1400" b="0" i="0" u="none" dirty="0" err="1">
                  <a:solidFill>
                    <a:srgbClr val="334155"/>
                  </a:solidFill>
                  <a:latin typeface="Noto Sans KR"/>
                </a:rPr>
                <a:t>아닌</a:t>
              </a:r>
              <a:r>
                <a:rPr sz="1400" b="0" i="0" u="none" dirty="0">
                  <a:solidFill>
                    <a:srgbClr val="334155"/>
                  </a:solidFill>
                  <a:latin typeface="Noto Sans KR"/>
                </a:rPr>
                <a:t> 타 </a:t>
              </a:r>
              <a:r>
                <a:rPr sz="1400" b="0" i="0" u="none" dirty="0" err="1">
                  <a:solidFill>
                    <a:srgbClr val="334155"/>
                  </a:solidFill>
                  <a:latin typeface="Noto Sans KR"/>
                </a:rPr>
                <a:t>사업부</a:t>
              </a:r>
              <a:r>
                <a:rPr sz="1400" b="0" i="0" u="none" dirty="0">
                  <a:solidFill>
                    <a:srgbClr val="334155"/>
                  </a:solidFill>
                  <a:latin typeface="Noto Sans KR"/>
                </a:rPr>
                <a:t> </a:t>
              </a:r>
              <a:r>
                <a:rPr sz="1400" b="0" i="0" u="none" dirty="0" err="1">
                  <a:solidFill>
                    <a:srgbClr val="334155"/>
                  </a:solidFill>
                  <a:latin typeface="Noto Sans KR"/>
                </a:rPr>
                <a:t>실무자가</a:t>
              </a:r>
              <a:r>
                <a:rPr sz="1400" b="0" i="0" u="none" dirty="0">
                  <a:solidFill>
                    <a:srgbClr val="334155"/>
                  </a:solidFill>
                  <a:latin typeface="Noto Sans KR"/>
                </a:rPr>
                <a:t> </a:t>
              </a:r>
              <a:r>
                <a:rPr sz="1400" b="0" i="0" u="none" dirty="0" err="1">
                  <a:solidFill>
                    <a:srgbClr val="334155"/>
                  </a:solidFill>
                  <a:latin typeface="Noto Sans KR"/>
                </a:rPr>
                <a:t>이해하기</a:t>
              </a:r>
              <a:r>
                <a:rPr sz="1400" b="0" i="0" u="none" dirty="0">
                  <a:solidFill>
                    <a:srgbClr val="334155"/>
                  </a:solidFill>
                  <a:latin typeface="Noto Sans KR"/>
                </a:rPr>
                <a:t> </a:t>
              </a:r>
              <a:r>
                <a:rPr sz="1400" b="0" i="0" u="none" dirty="0" err="1">
                  <a:solidFill>
                    <a:srgbClr val="334155"/>
                  </a:solidFill>
                  <a:latin typeface="Noto Sans KR"/>
                </a:rPr>
                <a:t>쉬운</a:t>
              </a:r>
              <a:r>
                <a:rPr sz="1400" b="0" i="0" u="none" dirty="0">
                  <a:solidFill>
                    <a:srgbClr val="334155"/>
                  </a:solidFill>
                  <a:latin typeface="Noto Sans KR"/>
                </a:rPr>
                <a:t> </a:t>
              </a:r>
              <a:r>
                <a:rPr sz="1400" b="0" i="0" u="none" dirty="0" err="1">
                  <a:solidFill>
                    <a:srgbClr val="334155"/>
                  </a:solidFill>
                  <a:latin typeface="Noto Sans KR"/>
                </a:rPr>
                <a:t>언어로</a:t>
              </a:r>
              <a:r>
                <a:rPr sz="1400" b="0" i="0" u="none" dirty="0">
                  <a:solidFill>
                    <a:srgbClr val="334155"/>
                  </a:solidFill>
                  <a:latin typeface="Noto Sans KR"/>
                </a:rPr>
                <a:t> </a:t>
              </a:r>
              <a:r>
                <a:rPr sz="1400" b="0" i="0" u="none" dirty="0" err="1">
                  <a:solidFill>
                    <a:srgbClr val="334155"/>
                  </a:solidFill>
                  <a:latin typeface="Noto Sans KR"/>
                </a:rPr>
                <a:t>기준을</a:t>
              </a:r>
              <a:r>
                <a:rPr sz="1400" b="0" i="0" u="none" dirty="0">
                  <a:solidFill>
                    <a:srgbClr val="334155"/>
                  </a:solidFill>
                  <a:latin typeface="Noto Sans KR"/>
                </a:rPr>
                <a:t> </a:t>
              </a:r>
              <a:r>
                <a:rPr sz="1400" b="0" i="0" u="none" dirty="0" err="1">
                  <a:solidFill>
                    <a:srgbClr val="334155"/>
                  </a:solidFill>
                  <a:latin typeface="Noto Sans KR"/>
                </a:rPr>
                <a:t>재정의하는</a:t>
              </a:r>
              <a:r>
                <a:rPr sz="1400" b="0" i="0" u="none" dirty="0">
                  <a:solidFill>
                    <a:srgbClr val="334155"/>
                  </a:solidFill>
                  <a:latin typeface="Noto Sans KR"/>
                </a:rPr>
                <a:t> </a:t>
              </a:r>
              <a:r>
                <a:rPr sz="1400" b="0" i="0" u="none" dirty="0" err="1">
                  <a:solidFill>
                    <a:srgbClr val="334155"/>
                  </a:solidFill>
                  <a:latin typeface="Noto Sans KR"/>
                </a:rPr>
                <a:t>법을</a:t>
              </a:r>
              <a:r>
                <a:rPr sz="1400" b="0" i="0" u="none" dirty="0">
                  <a:solidFill>
                    <a:srgbClr val="334155"/>
                  </a:solidFill>
                  <a:latin typeface="Noto Sans KR"/>
                </a:rPr>
                <a:t> </a:t>
              </a:r>
              <a:r>
                <a:rPr sz="1400" b="0" i="0" u="none" dirty="0" err="1">
                  <a:solidFill>
                    <a:srgbClr val="334155"/>
                  </a:solidFill>
                  <a:latin typeface="Noto Sans KR"/>
                </a:rPr>
                <a:t>배웠습니다</a:t>
              </a:r>
              <a:r>
                <a:rPr sz="1400" b="0" i="0" u="none" dirty="0">
                  <a:solidFill>
                    <a:srgbClr val="334155"/>
                  </a:solidFill>
                  <a:latin typeface="Noto Sans KR"/>
                </a:rPr>
                <a:t>.</a:t>
              </a:r>
            </a:p>
          </p:txBody>
        </p:sp>
        <p:pic>
          <p:nvPicPr>
            <p:cNvPr id="9" name="Picture 8" descr="image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301712" y="2369580"/>
              <a:ext cx="246820" cy="319881"/>
            </a:xfrm>
            <a:prstGeom prst="rect">
              <a:avLst/>
            </a:prstGeom>
          </p:spPr>
        </p:pic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CF643177-ED14-6250-77E6-2EBA6C22F551}"/>
              </a:ext>
            </a:extLst>
          </p:cNvPr>
          <p:cNvGrpSpPr/>
          <p:nvPr/>
        </p:nvGrpSpPr>
        <p:grpSpPr>
          <a:xfrm>
            <a:off x="2301712" y="3270882"/>
            <a:ext cx="8270494" cy="491673"/>
            <a:chOff x="2301712" y="3270882"/>
            <a:chExt cx="8270494" cy="491673"/>
          </a:xfrm>
        </p:grpSpPr>
        <p:sp>
          <p:nvSpPr>
            <p:cNvPr id="6" name="TextBox 5"/>
            <p:cNvSpPr txBox="1"/>
            <p:nvPr/>
          </p:nvSpPr>
          <p:spPr>
            <a:xfrm>
              <a:off x="2743200" y="3270882"/>
              <a:ext cx="7829006" cy="491673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ts val="2039"/>
                </a:lnSpc>
              </a:pPr>
              <a:r>
                <a:rPr sz="1400" b="1" i="0" u="none" dirty="0" err="1">
                  <a:solidFill>
                    <a:srgbClr val="334155"/>
                  </a:solidFill>
                  <a:latin typeface="Noto Sans KR"/>
                </a:rPr>
                <a:t>시스템을</a:t>
              </a:r>
              <a:r>
                <a:rPr sz="1400" b="1" i="0" u="none" dirty="0">
                  <a:solidFill>
                    <a:srgbClr val="334155"/>
                  </a:solidFill>
                  <a:latin typeface="Noto Sans KR"/>
                </a:rPr>
                <a:t> </a:t>
              </a:r>
              <a:r>
                <a:rPr sz="1400" b="1" i="0" u="none" dirty="0" err="1">
                  <a:solidFill>
                    <a:srgbClr val="334155"/>
                  </a:solidFill>
                  <a:latin typeface="Noto Sans KR"/>
                </a:rPr>
                <a:t>통한</a:t>
              </a:r>
              <a:r>
                <a:rPr sz="1400" b="1" i="0" u="none" dirty="0">
                  <a:solidFill>
                    <a:srgbClr val="334155"/>
                  </a:solidFill>
                  <a:latin typeface="Noto Sans KR"/>
                </a:rPr>
                <a:t> </a:t>
              </a:r>
              <a:r>
                <a:rPr sz="1400" b="1" i="0" u="none" dirty="0" err="1">
                  <a:solidFill>
                    <a:srgbClr val="334155"/>
                  </a:solidFill>
                  <a:latin typeface="Noto Sans KR"/>
                </a:rPr>
                <a:t>문제</a:t>
              </a:r>
              <a:r>
                <a:rPr sz="1400" b="1" i="0" u="none" dirty="0">
                  <a:solidFill>
                    <a:srgbClr val="334155"/>
                  </a:solidFill>
                  <a:latin typeface="Noto Sans KR"/>
                </a:rPr>
                <a:t> </a:t>
              </a:r>
              <a:r>
                <a:rPr sz="1400" b="1" i="0" u="none" dirty="0" err="1">
                  <a:solidFill>
                    <a:srgbClr val="334155"/>
                  </a:solidFill>
                  <a:latin typeface="Noto Sans KR"/>
                </a:rPr>
                <a:t>해결</a:t>
              </a:r>
              <a:br>
                <a:rPr lang="en-US" sz="1400" dirty="0">
                  <a:solidFill>
                    <a:srgbClr val="334155"/>
                  </a:solidFill>
                  <a:latin typeface="Noto Sans KR"/>
                </a:rPr>
              </a:br>
              <a:r>
                <a:rPr sz="1400" b="0" i="0" u="none" dirty="0" err="1">
                  <a:solidFill>
                    <a:srgbClr val="334155"/>
                  </a:solidFill>
                  <a:latin typeface="Noto Sans KR"/>
                </a:rPr>
                <a:t>일회성</a:t>
              </a:r>
              <a:r>
                <a:rPr sz="1400" b="0" i="0" u="none" dirty="0">
                  <a:solidFill>
                    <a:srgbClr val="334155"/>
                  </a:solidFill>
                  <a:latin typeface="Noto Sans KR"/>
                </a:rPr>
                <a:t> </a:t>
              </a:r>
              <a:r>
                <a:rPr sz="1400" b="0" i="0" u="none" dirty="0" err="1">
                  <a:solidFill>
                    <a:srgbClr val="334155"/>
                  </a:solidFill>
                  <a:latin typeface="Noto Sans KR"/>
                </a:rPr>
                <a:t>안내에</a:t>
              </a:r>
              <a:r>
                <a:rPr sz="1400" b="0" i="0" u="none" dirty="0">
                  <a:solidFill>
                    <a:srgbClr val="334155"/>
                  </a:solidFill>
                  <a:latin typeface="Noto Sans KR"/>
                </a:rPr>
                <a:t> </a:t>
              </a:r>
              <a:r>
                <a:rPr sz="1400" b="0" i="0" u="none" dirty="0" err="1">
                  <a:solidFill>
                    <a:srgbClr val="334155"/>
                  </a:solidFill>
                  <a:latin typeface="Noto Sans KR"/>
                </a:rPr>
                <a:t>그치지</a:t>
              </a:r>
              <a:r>
                <a:rPr sz="1400" b="0" i="0" u="none" dirty="0">
                  <a:solidFill>
                    <a:srgbClr val="334155"/>
                  </a:solidFill>
                  <a:latin typeface="Noto Sans KR"/>
                </a:rPr>
                <a:t> </a:t>
              </a:r>
              <a:r>
                <a:rPr sz="1400" b="0" i="0" u="none" dirty="0" err="1">
                  <a:solidFill>
                    <a:srgbClr val="334155"/>
                  </a:solidFill>
                  <a:latin typeface="Noto Sans KR"/>
                </a:rPr>
                <a:t>않고</a:t>
              </a:r>
              <a:r>
                <a:rPr sz="1400" b="0" i="0" u="none" dirty="0">
                  <a:solidFill>
                    <a:srgbClr val="334155"/>
                  </a:solidFill>
                  <a:latin typeface="Noto Sans KR"/>
                </a:rPr>
                <a:t> Google Apps Script </a:t>
              </a:r>
              <a:r>
                <a:rPr sz="1400" b="0" i="0" u="none" dirty="0" err="1">
                  <a:solidFill>
                    <a:srgbClr val="334155"/>
                  </a:solidFill>
                  <a:latin typeface="Noto Sans KR"/>
                </a:rPr>
                <a:t>기반의</a:t>
              </a:r>
              <a:r>
                <a:rPr sz="1400" b="0" i="0" u="none" dirty="0">
                  <a:solidFill>
                    <a:srgbClr val="334155"/>
                  </a:solidFill>
                  <a:latin typeface="Noto Sans KR"/>
                </a:rPr>
                <a:t> </a:t>
              </a:r>
              <a:r>
                <a:rPr sz="1400" b="0" i="0" u="none" dirty="0" err="1">
                  <a:solidFill>
                    <a:srgbClr val="334155"/>
                  </a:solidFill>
                  <a:latin typeface="Noto Sans KR"/>
                </a:rPr>
                <a:t>지속</a:t>
              </a:r>
              <a:r>
                <a:rPr sz="1400" b="0" i="0" u="none" dirty="0">
                  <a:solidFill>
                    <a:srgbClr val="334155"/>
                  </a:solidFill>
                  <a:latin typeface="Noto Sans KR"/>
                </a:rPr>
                <a:t> </a:t>
              </a:r>
              <a:r>
                <a:rPr sz="1400" b="0" i="0" u="none" dirty="0" err="1">
                  <a:solidFill>
                    <a:srgbClr val="334155"/>
                  </a:solidFill>
                  <a:latin typeface="Noto Sans KR"/>
                </a:rPr>
                <a:t>가능한</a:t>
              </a:r>
              <a:r>
                <a:rPr sz="1400" b="0" i="0" u="none" dirty="0">
                  <a:solidFill>
                    <a:srgbClr val="334155"/>
                  </a:solidFill>
                  <a:latin typeface="Noto Sans KR"/>
                </a:rPr>
                <a:t> </a:t>
              </a:r>
              <a:r>
                <a:rPr sz="1400" b="0" i="0" u="none" dirty="0" err="1">
                  <a:solidFill>
                    <a:srgbClr val="334155"/>
                  </a:solidFill>
                  <a:latin typeface="Noto Sans KR"/>
                </a:rPr>
                <a:t>시스템</a:t>
              </a:r>
              <a:r>
                <a:rPr sz="1400" b="0" i="0" u="none" dirty="0">
                  <a:solidFill>
                    <a:srgbClr val="334155"/>
                  </a:solidFill>
                  <a:latin typeface="Noto Sans KR"/>
                </a:rPr>
                <a:t> </a:t>
              </a:r>
              <a:r>
                <a:rPr sz="1400" b="0" i="0" u="none" dirty="0" err="1">
                  <a:solidFill>
                    <a:srgbClr val="334155"/>
                  </a:solidFill>
                  <a:latin typeface="Noto Sans KR"/>
                </a:rPr>
                <a:t>구축</a:t>
              </a:r>
              <a:r>
                <a:rPr sz="1400" b="0" i="0" u="none" dirty="0">
                  <a:solidFill>
                    <a:srgbClr val="334155"/>
                  </a:solidFill>
                  <a:latin typeface="Noto Sans KR"/>
                </a:rPr>
                <a:t> </a:t>
              </a:r>
              <a:r>
                <a:rPr sz="1400" b="0" i="0" u="none" dirty="0" err="1">
                  <a:solidFill>
                    <a:srgbClr val="334155"/>
                  </a:solidFill>
                  <a:latin typeface="Noto Sans KR"/>
                </a:rPr>
                <a:t>가치를</a:t>
              </a:r>
              <a:r>
                <a:rPr sz="1400" b="0" i="0" u="none" dirty="0">
                  <a:solidFill>
                    <a:srgbClr val="334155"/>
                  </a:solidFill>
                  <a:latin typeface="Noto Sans KR"/>
                </a:rPr>
                <a:t> </a:t>
              </a:r>
              <a:r>
                <a:rPr sz="1400" b="0" i="0" u="none" dirty="0" err="1">
                  <a:solidFill>
                    <a:srgbClr val="334155"/>
                  </a:solidFill>
                  <a:latin typeface="Noto Sans KR"/>
                </a:rPr>
                <a:t>체득했습니다</a:t>
              </a:r>
              <a:r>
                <a:rPr sz="1400" b="0" i="0" u="none" dirty="0">
                  <a:solidFill>
                    <a:srgbClr val="334155"/>
                  </a:solidFill>
                  <a:latin typeface="Noto Sans KR"/>
                </a:rPr>
                <a:t>.</a:t>
              </a:r>
            </a:p>
          </p:txBody>
        </p:sp>
        <p:pic>
          <p:nvPicPr>
            <p:cNvPr id="10" name="Picture 9" descr="image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301712" y="3289933"/>
              <a:ext cx="246820" cy="319881"/>
            </a:xfrm>
            <a:prstGeom prst="rect">
              <a:avLst/>
            </a:prstGeom>
          </p:spPr>
        </p:pic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90C2A0B1-C6C0-812C-8BA9-0DBBA0F6E3BD}"/>
              </a:ext>
            </a:extLst>
          </p:cNvPr>
          <p:cNvGrpSpPr/>
          <p:nvPr/>
        </p:nvGrpSpPr>
        <p:grpSpPr>
          <a:xfrm>
            <a:off x="2301712" y="4191234"/>
            <a:ext cx="8270494" cy="491673"/>
            <a:chOff x="2301712" y="4191234"/>
            <a:chExt cx="8270494" cy="491673"/>
          </a:xfrm>
        </p:grpSpPr>
        <p:sp>
          <p:nvSpPr>
            <p:cNvPr id="7" name="TextBox 6"/>
            <p:cNvSpPr txBox="1"/>
            <p:nvPr/>
          </p:nvSpPr>
          <p:spPr>
            <a:xfrm>
              <a:off x="2743200" y="4191234"/>
              <a:ext cx="7829006" cy="491673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>
                <a:lnSpc>
                  <a:spcPts val="2039"/>
                </a:lnSpc>
              </a:pPr>
              <a:r>
                <a:rPr lang="ko-KR" altLang="en-US" sz="1400" b="1" i="0" u="none" dirty="0">
                  <a:solidFill>
                    <a:srgbClr val="334155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회계 기초 개념의 실전 체득</a:t>
              </a:r>
              <a:br>
                <a:rPr lang="en-US" sz="1400" b="1" dirty="0">
                  <a:solidFill>
                    <a:srgbClr val="334155"/>
                  </a:solidFill>
                  <a:latin typeface="Noto Sans KR"/>
                </a:rPr>
              </a:br>
              <a:r>
                <a:rPr lang="en-US" altLang="ko-KR" sz="1400" dirty="0" err="1">
                  <a:solidFill>
                    <a:srgbClr val="334155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MG·RS·상각·상계처럼</a:t>
              </a:r>
              <a:r>
                <a:rPr lang="en-US" altLang="ko-KR" sz="1400" dirty="0">
                  <a:solidFill>
                    <a:srgbClr val="334155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 </a:t>
              </a:r>
              <a:r>
                <a:rPr lang="en-US" altLang="ko-KR" sz="1400" dirty="0" err="1">
                  <a:solidFill>
                    <a:srgbClr val="334155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문서로만</a:t>
              </a:r>
              <a:r>
                <a:rPr lang="en-US" altLang="ko-KR" sz="1400" dirty="0">
                  <a:solidFill>
                    <a:srgbClr val="334155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 </a:t>
              </a:r>
              <a:r>
                <a:rPr lang="en-US" altLang="ko-KR" sz="1400" dirty="0" err="1">
                  <a:solidFill>
                    <a:srgbClr val="334155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보던</a:t>
              </a:r>
              <a:r>
                <a:rPr lang="en-US" altLang="ko-KR" sz="1400" dirty="0">
                  <a:solidFill>
                    <a:srgbClr val="334155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 </a:t>
              </a:r>
              <a:r>
                <a:rPr lang="en-US" altLang="ko-KR" sz="1400" dirty="0" err="1">
                  <a:solidFill>
                    <a:srgbClr val="334155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개념을</a:t>
              </a:r>
              <a:r>
                <a:rPr lang="en-US" altLang="ko-KR" sz="1400" dirty="0">
                  <a:solidFill>
                    <a:srgbClr val="334155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, </a:t>
              </a:r>
              <a:r>
                <a:rPr lang="en-US" altLang="ko-KR" sz="1400" dirty="0" err="1">
                  <a:solidFill>
                    <a:srgbClr val="334155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실제</a:t>
              </a:r>
              <a:r>
                <a:rPr lang="en-US" altLang="ko-KR" sz="1400" dirty="0">
                  <a:solidFill>
                    <a:srgbClr val="334155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 </a:t>
              </a:r>
              <a:r>
                <a:rPr lang="en-US" altLang="ko-KR" sz="1400" dirty="0" err="1">
                  <a:solidFill>
                    <a:srgbClr val="334155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원장·전표</a:t>
              </a:r>
              <a:r>
                <a:rPr lang="en-US" altLang="ko-KR" sz="1400" dirty="0">
                  <a:solidFill>
                    <a:srgbClr val="334155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 </a:t>
              </a:r>
              <a:r>
                <a:rPr lang="en-US" altLang="ko-KR" sz="1400" dirty="0" err="1">
                  <a:solidFill>
                    <a:srgbClr val="334155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데이터로</a:t>
              </a:r>
              <a:r>
                <a:rPr lang="en-US" altLang="ko-KR" sz="1400" dirty="0">
                  <a:solidFill>
                    <a:srgbClr val="334155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 </a:t>
              </a:r>
              <a:r>
                <a:rPr lang="en-US" altLang="ko-KR" sz="1400" dirty="0" err="1">
                  <a:solidFill>
                    <a:srgbClr val="334155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직접</a:t>
              </a:r>
              <a:r>
                <a:rPr lang="en-US" altLang="ko-KR" sz="1400" dirty="0">
                  <a:solidFill>
                    <a:srgbClr val="334155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 </a:t>
              </a:r>
              <a:r>
                <a:rPr lang="en-US" altLang="ko-KR" sz="1400" dirty="0" err="1">
                  <a:solidFill>
                    <a:srgbClr val="334155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대조하며</a:t>
              </a:r>
              <a:r>
                <a:rPr lang="en-US" altLang="ko-KR" sz="1400" dirty="0">
                  <a:solidFill>
                    <a:srgbClr val="334155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 </a:t>
              </a:r>
              <a:r>
                <a:rPr lang="en-US" altLang="ko-KR" sz="1400" dirty="0" err="1">
                  <a:solidFill>
                    <a:srgbClr val="334155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체득했습니다</a:t>
              </a:r>
              <a:r>
                <a:rPr lang="en-US" altLang="ko-KR" sz="1400" dirty="0">
                  <a:solidFill>
                    <a:srgbClr val="334155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.</a:t>
              </a:r>
            </a:p>
          </p:txBody>
        </p:sp>
        <p:pic>
          <p:nvPicPr>
            <p:cNvPr id="11" name="Picture 10" descr="image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301712" y="4210285"/>
              <a:ext cx="246820" cy="319881"/>
            </a:xfrm>
            <a:prstGeom prst="rect">
              <a:avLst/>
            </a:prstGeom>
          </p:spPr>
        </p:pic>
      </p:grpSp>
      <p:sp>
        <p:nvSpPr>
          <p:cNvPr id="12" name="TextBox 11"/>
          <p:cNvSpPr txBox="1"/>
          <p:nvPr/>
        </p:nvSpPr>
        <p:spPr>
          <a:xfrm>
            <a:off x="571500" y="476250"/>
            <a:ext cx="1160145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550" b="1" i="0" u="none">
                <a:solidFill>
                  <a:srgbClr val="0F172A"/>
                </a:solidFill>
                <a:latin typeface="Noto Sans KR"/>
              </a:rPr>
              <a:t>배운 점 / 느낀 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1500" y="1047750"/>
            <a:ext cx="11049000" cy="190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1373356C-5AF1-B939-C367-B9F5F1C8F449}"/>
              </a:ext>
            </a:extLst>
          </p:cNvPr>
          <p:cNvGrpSpPr/>
          <p:nvPr/>
        </p:nvGrpSpPr>
        <p:grpSpPr>
          <a:xfrm>
            <a:off x="5321430" y="6529300"/>
            <a:ext cx="1549140" cy="179136"/>
            <a:chOff x="3396462" y="5633787"/>
            <a:chExt cx="4502939" cy="520700"/>
          </a:xfrm>
        </p:grpSpPr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9650CC58-DF79-87CC-6A07-E0A08B20FA3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396462" y="5633787"/>
              <a:ext cx="2152891" cy="520699"/>
            </a:xfrm>
            <a:prstGeom prst="rect">
              <a:avLst/>
            </a:prstGeom>
          </p:spPr>
        </p:pic>
        <p:pic>
          <p:nvPicPr>
            <p:cNvPr id="16" name="그림 15" descr="COWORKER">
              <a:extLst>
                <a:ext uri="{FF2B5EF4-FFF2-40B4-BE49-F238E27FC236}">
                  <a16:creationId xmlns:a16="http://schemas.microsoft.com/office/drawing/2014/main" id="{F4BF4085-C7C4-0E4C-3DCE-05E57AC86F4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5816601" y="5633787"/>
              <a:ext cx="2082800" cy="52070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218859" y="2328862"/>
            <a:ext cx="1754281" cy="704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800" b="0" i="0" u="none" dirty="0">
                <a:solidFill>
                  <a:srgbClr val="0F172A"/>
                </a:solidFill>
                <a:latin typeface="Noto Sans KR Black"/>
              </a:rPr>
              <a:t>Q &amp; A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4CE4A785-6FCB-6126-1A37-AADA6DBCF99F}"/>
              </a:ext>
            </a:extLst>
          </p:cNvPr>
          <p:cNvGrpSpPr/>
          <p:nvPr/>
        </p:nvGrpSpPr>
        <p:grpSpPr>
          <a:xfrm>
            <a:off x="5321430" y="6529300"/>
            <a:ext cx="1549140" cy="179136"/>
            <a:chOff x="3396462" y="5633787"/>
            <a:chExt cx="4502939" cy="520700"/>
          </a:xfrm>
        </p:grpSpPr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2CBAB48E-39BB-B478-6843-EC05A5A7543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396462" y="5633787"/>
              <a:ext cx="2152891" cy="520699"/>
            </a:xfrm>
            <a:prstGeom prst="rect">
              <a:avLst/>
            </a:prstGeom>
          </p:spPr>
        </p:pic>
        <p:pic>
          <p:nvPicPr>
            <p:cNvPr id="14" name="그림 13" descr="COWORKER">
              <a:extLst>
                <a:ext uri="{FF2B5EF4-FFF2-40B4-BE49-F238E27FC236}">
                  <a16:creationId xmlns:a16="http://schemas.microsoft.com/office/drawing/2014/main" id="{F0B64A8F-6E22-A69F-97C3-D8A4F7224A9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816601" y="5633787"/>
              <a:ext cx="2082800" cy="520700"/>
            </a:xfrm>
            <a:prstGeom prst="rect">
              <a:avLst/>
            </a:prstGeom>
          </p:spPr>
        </p:pic>
      </p:grpSp>
      <p:pic>
        <p:nvPicPr>
          <p:cNvPr id="16" name="그림 15">
            <a:extLst>
              <a:ext uri="{FF2B5EF4-FFF2-40B4-BE49-F238E27FC236}">
                <a16:creationId xmlns:a16="http://schemas.microsoft.com/office/drawing/2014/main" id="{2DE1FA85-D465-7E26-0602-3D1A1B0F36B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5066459" y="2828571"/>
            <a:ext cx="2467319" cy="253400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165313-9E46-173C-FEE1-3591CE337B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2735AC43-5B22-EB9D-1DDC-2CD30377A7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13B2B7F-71D9-D06F-58E6-C6EC6F3356F0}"/>
              </a:ext>
            </a:extLst>
          </p:cNvPr>
          <p:cNvSpPr txBox="1"/>
          <p:nvPr/>
        </p:nvSpPr>
        <p:spPr>
          <a:xfrm>
            <a:off x="3631779" y="2328862"/>
            <a:ext cx="4928441" cy="738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ko-KR" altLang="en-US" sz="4800" b="1" dirty="0">
                <a:solidFill>
                  <a:srgbClr val="0F172A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감사합니다</a:t>
            </a:r>
            <a:endParaRPr sz="4800" b="1" i="0" u="none" dirty="0">
              <a:solidFill>
                <a:srgbClr val="0F172A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36CEC148-70D4-A7E1-4439-8E7F76A9E477}"/>
              </a:ext>
            </a:extLst>
          </p:cNvPr>
          <p:cNvGrpSpPr/>
          <p:nvPr/>
        </p:nvGrpSpPr>
        <p:grpSpPr>
          <a:xfrm>
            <a:off x="5321430" y="6529300"/>
            <a:ext cx="1549140" cy="179136"/>
            <a:chOff x="3396462" y="5633787"/>
            <a:chExt cx="4502939" cy="520700"/>
          </a:xfrm>
        </p:grpSpPr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883A0443-74C6-9DD9-53CD-57BA2BE6BC8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396462" y="5633787"/>
              <a:ext cx="2152891" cy="520699"/>
            </a:xfrm>
            <a:prstGeom prst="rect">
              <a:avLst/>
            </a:prstGeom>
          </p:spPr>
        </p:pic>
        <p:pic>
          <p:nvPicPr>
            <p:cNvPr id="14" name="그림 13" descr="COWORKER">
              <a:extLst>
                <a:ext uri="{FF2B5EF4-FFF2-40B4-BE49-F238E27FC236}">
                  <a16:creationId xmlns:a16="http://schemas.microsoft.com/office/drawing/2014/main" id="{01018767-5F14-B0DC-8195-6FDDA8F57CF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816601" y="5633787"/>
              <a:ext cx="2082800" cy="520700"/>
            </a:xfrm>
            <a:prstGeom prst="rect">
              <a:avLst/>
            </a:prstGeom>
          </p:spPr>
        </p:pic>
      </p:grpSp>
      <p:pic>
        <p:nvPicPr>
          <p:cNvPr id="16" name="그림 15">
            <a:extLst>
              <a:ext uri="{FF2B5EF4-FFF2-40B4-BE49-F238E27FC236}">
                <a16:creationId xmlns:a16="http://schemas.microsoft.com/office/drawing/2014/main" id="{98966F7F-3FAD-BF22-3302-2254BD041E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5066459" y="2828571"/>
            <a:ext cx="2467319" cy="2534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69893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298</TotalTime>
  <Words>774</Words>
  <Application>Microsoft Office PowerPoint</Application>
  <PresentationFormat>와이드스크린</PresentationFormat>
  <Paragraphs>110</Paragraphs>
  <Slides>14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19" baseType="lpstr">
      <vt:lpstr>Noto Sans KR</vt:lpstr>
      <vt:lpstr>Noto Sans KR Black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문 동진(KSTD)</cp:lastModifiedBy>
  <cp:revision>1</cp:revision>
  <dcterms:created xsi:type="dcterms:W3CDTF">2013-01-27T09:14:16Z</dcterms:created>
  <dcterms:modified xsi:type="dcterms:W3CDTF">2026-08-03T05:26:54Z</dcterms:modified>
  <cp:category/>
</cp:coreProperties>
</file>