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70" r:id="rId4"/>
    <p:sldId id="259" r:id="rId5"/>
    <p:sldId id="264" r:id="rId6"/>
    <p:sldId id="273" r:id="rId7"/>
    <p:sldId id="274" r:id="rId8"/>
    <p:sldId id="269" r:id="rId9"/>
    <p:sldId id="298" r:id="rId10"/>
    <p:sldId id="272" r:id="rId11"/>
    <p:sldId id="261" r:id="rId12"/>
    <p:sldId id="263" r:id="rId13"/>
    <p:sldId id="265" r:id="rId14"/>
    <p:sldId id="267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EFF6FF"/>
    <a:srgbClr val="F2F7FE"/>
    <a:srgbClr val="1E3A8A"/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2CE27-458F-4471-AABB-39BBAAA49903}" v="161" dt="2026-08-11T02:20:01.5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6242" autoAdjust="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동진(KSTD)" userId="3d26c5c2-5d13-41b2-b4a9-bebd91ca5bef" providerId="ADAL" clId="{AC91C77A-115B-4066-B24C-58E72D5C40B6}"/>
    <pc:docChg chg="undo redo custSel addSld delSld modSld sldOrd">
      <pc:chgData name="문 동진(KSTD)" userId="3d26c5c2-5d13-41b2-b4a9-bebd91ca5bef" providerId="ADAL" clId="{AC91C77A-115B-4066-B24C-58E72D5C40B6}" dt="2026-08-11T02:20:01.578" v="2103"/>
      <pc:docMkLst>
        <pc:docMk/>
      </pc:docMkLst>
      <pc:sldChg chg="addSp modSp mod">
        <pc:chgData name="문 동진(KSTD)" userId="3d26c5c2-5d13-41b2-b4a9-bebd91ca5bef" providerId="ADAL" clId="{AC91C77A-115B-4066-B24C-58E72D5C40B6}" dt="2026-08-03T03:53:18.686" v="1658" actId="1076"/>
        <pc:sldMkLst>
          <pc:docMk/>
          <pc:sldMk cId="0" sldId="256"/>
        </pc:sldMkLst>
        <pc:spChg chg="mod">
          <ac:chgData name="문 동진(KSTD)" userId="3d26c5c2-5d13-41b2-b4a9-bebd91ca5bef" providerId="ADAL" clId="{AC91C77A-115B-4066-B24C-58E72D5C40B6}" dt="2026-08-03T03:53:18.686" v="165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3:52:50.866" v="165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3:52:50.866" v="165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3:52:50.866" v="1651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3:52:50.866" v="165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3:52:50.866" v="1651" actId="1076"/>
          <ac:spMkLst>
            <pc:docMk/>
            <pc:sldMk cId="0" sldId="256"/>
            <ac:spMk id="12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3T03:52:59.649" v="1653" actId="1076"/>
          <ac:grpSpMkLst>
            <pc:docMk/>
            <pc:sldMk cId="0" sldId="256"/>
            <ac:grpSpMk id="19" creationId="{6B46B2DA-FBBE-4885-26F3-3628ABC0D099}"/>
          </ac:grpSpMkLst>
        </pc:grpChg>
        <pc:picChg chg="mod">
          <ac:chgData name="문 동진(KSTD)" userId="3d26c5c2-5d13-41b2-b4a9-bebd91ca5bef" providerId="ADAL" clId="{AC91C77A-115B-4066-B24C-58E72D5C40B6}" dt="2026-08-03T03:52:45.404" v="1650" actId="1076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3:53:18.686" v="1658" actId="1076"/>
          <ac:picMkLst>
            <pc:docMk/>
            <pc:sldMk cId="0" sldId="256"/>
            <ac:picMk id="7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3:52:50.866" v="1651" actId="1076"/>
          <ac:picMkLst>
            <pc:docMk/>
            <pc:sldMk cId="0" sldId="256"/>
            <ac:picMk id="13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3:52:50.866" v="1651" actId="1076"/>
          <ac:picMkLst>
            <pc:docMk/>
            <pc:sldMk cId="0" sldId="256"/>
            <ac:picMk id="14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3:52:50.866" v="1651" actId="1076"/>
          <ac:picMkLst>
            <pc:docMk/>
            <pc:sldMk cId="0" sldId="256"/>
            <ac:picMk id="15" creationId="{00000000-0000-0000-0000-000000000000}"/>
          </ac:picMkLst>
        </pc:picChg>
        <pc:picChg chg="add mod">
          <ac:chgData name="문 동진(KSTD)" userId="3d26c5c2-5d13-41b2-b4a9-bebd91ca5bef" providerId="ADAL" clId="{AC91C77A-115B-4066-B24C-58E72D5C40B6}" dt="2026-07-31T06:58:51.323" v="9" actId="164"/>
          <ac:picMkLst>
            <pc:docMk/>
            <pc:sldMk cId="0" sldId="256"/>
            <ac:picMk id="17" creationId="{835E5E1D-1D7B-D295-6629-E638D1E239B0}"/>
          </ac:picMkLst>
        </pc:picChg>
        <pc:picChg chg="add mod">
          <ac:chgData name="문 동진(KSTD)" userId="3d26c5c2-5d13-41b2-b4a9-bebd91ca5bef" providerId="ADAL" clId="{AC91C77A-115B-4066-B24C-58E72D5C40B6}" dt="2026-07-31T06:58:51.323" v="9" actId="164"/>
          <ac:picMkLst>
            <pc:docMk/>
            <pc:sldMk cId="0" sldId="256"/>
            <ac:picMk id="18" creationId="{06F373AE-06F5-6812-3B77-61D491189138}"/>
          </ac:picMkLst>
        </pc:picChg>
      </pc:sldChg>
      <pc:sldChg chg="addSp delSp modSp mod">
        <pc:chgData name="문 동진(KSTD)" userId="3d26c5c2-5d13-41b2-b4a9-bebd91ca5bef" providerId="ADAL" clId="{AC91C77A-115B-4066-B24C-58E72D5C40B6}" dt="2026-08-03T05:25:10.217" v="2065" actId="164"/>
        <pc:sldMkLst>
          <pc:docMk/>
          <pc:sldMk cId="0" sldId="258"/>
        </pc:sldMkLst>
        <pc:spChg chg="mod ord topLvl">
          <ac:chgData name="문 동진(KSTD)" userId="3d26c5c2-5d13-41b2-b4a9-bebd91ca5bef" providerId="ADAL" clId="{AC91C77A-115B-4066-B24C-58E72D5C40B6}" dt="2026-08-03T05:25:05.727" v="2063" actId="164"/>
          <ac:spMkLst>
            <pc:docMk/>
            <pc:sldMk cId="0" sldId="258"/>
            <ac:spMk id="8" creationId="{00000000-0000-0000-0000-000000000000}"/>
          </ac:spMkLst>
        </pc:spChg>
        <pc:spChg chg="mod topLvl">
          <ac:chgData name="문 동진(KSTD)" userId="3d26c5c2-5d13-41b2-b4a9-bebd91ca5bef" providerId="ADAL" clId="{AC91C77A-115B-4066-B24C-58E72D5C40B6}" dt="2026-08-03T05:25:05.727" v="2063" actId="164"/>
          <ac:spMkLst>
            <pc:docMk/>
            <pc:sldMk cId="0" sldId="258"/>
            <ac:spMk id="9" creationId="{00000000-0000-0000-0000-000000000000}"/>
          </ac:spMkLst>
        </pc:spChg>
        <pc:spChg chg="mod topLvl">
          <ac:chgData name="문 동진(KSTD)" userId="3d26c5c2-5d13-41b2-b4a9-bebd91ca5bef" providerId="ADAL" clId="{AC91C77A-115B-4066-B24C-58E72D5C40B6}" dt="2026-08-03T05:25:08.122" v="2064" actId="164"/>
          <ac:spMkLst>
            <pc:docMk/>
            <pc:sldMk cId="0" sldId="258"/>
            <ac:spMk id="10" creationId="{00000000-0000-0000-0000-000000000000}"/>
          </ac:spMkLst>
        </pc:spChg>
        <pc:spChg chg="mod topLvl">
          <ac:chgData name="문 동진(KSTD)" userId="3d26c5c2-5d13-41b2-b4a9-bebd91ca5bef" providerId="ADAL" clId="{AC91C77A-115B-4066-B24C-58E72D5C40B6}" dt="2026-08-03T05:25:08.122" v="2064" actId="164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문 동진(KSTD)" userId="3d26c5c2-5d13-41b2-b4a9-bebd91ca5bef" providerId="ADAL" clId="{AC91C77A-115B-4066-B24C-58E72D5C40B6}" dt="2026-08-03T05:25:10.217" v="2065" actId="164"/>
          <ac:spMkLst>
            <pc:docMk/>
            <pc:sldMk cId="0" sldId="258"/>
            <ac:spMk id="25" creationId="{4078EB7F-AE83-05A4-4E9C-2C6647B05586}"/>
          </ac:spMkLst>
        </pc:spChg>
        <pc:spChg chg="add mod">
          <ac:chgData name="문 동진(KSTD)" userId="3d26c5c2-5d13-41b2-b4a9-bebd91ca5bef" providerId="ADAL" clId="{AC91C77A-115B-4066-B24C-58E72D5C40B6}" dt="2026-08-03T05:25:10.217" v="2065" actId="164"/>
          <ac:spMkLst>
            <pc:docMk/>
            <pc:sldMk cId="0" sldId="258"/>
            <ac:spMk id="32" creationId="{BF4A1A8B-C0B9-A5F9-44E0-9A050E789718}"/>
          </ac:spMkLst>
        </pc:spChg>
        <pc:grpChg chg="add mod">
          <ac:chgData name="문 동진(KSTD)" userId="3d26c5c2-5d13-41b2-b4a9-bebd91ca5bef" providerId="ADAL" clId="{AC91C77A-115B-4066-B24C-58E72D5C40B6}" dt="2026-08-03T05:25:05.727" v="2063" actId="164"/>
          <ac:grpSpMkLst>
            <pc:docMk/>
            <pc:sldMk cId="0" sldId="258"/>
            <ac:grpSpMk id="2" creationId="{60F37CEF-DD0A-E781-1988-9914336601DB}"/>
          </ac:grpSpMkLst>
        </pc:grpChg>
        <pc:grpChg chg="add mod">
          <ac:chgData name="문 동진(KSTD)" userId="3d26c5c2-5d13-41b2-b4a9-bebd91ca5bef" providerId="ADAL" clId="{AC91C77A-115B-4066-B24C-58E72D5C40B6}" dt="2026-08-03T05:25:08.122" v="2064" actId="164"/>
          <ac:grpSpMkLst>
            <pc:docMk/>
            <pc:sldMk cId="0" sldId="258"/>
            <ac:grpSpMk id="3" creationId="{8151A891-C40A-5799-54F4-CF1BACD075CF}"/>
          </ac:grpSpMkLst>
        </pc:grpChg>
        <pc:grpChg chg="add mod">
          <ac:chgData name="문 동진(KSTD)" userId="3d26c5c2-5d13-41b2-b4a9-bebd91ca5bef" providerId="ADAL" clId="{AC91C77A-115B-4066-B24C-58E72D5C40B6}" dt="2026-08-03T05:25:10.217" v="2065" actId="164"/>
          <ac:grpSpMkLst>
            <pc:docMk/>
            <pc:sldMk cId="0" sldId="258"/>
            <ac:grpSpMk id="7" creationId="{92AA9CB0-C22F-1163-88E6-CFE28FC07FE1}"/>
          </ac:grpSpMkLst>
        </pc:grpChg>
        <pc:grpChg chg="add mod">
          <ac:chgData name="문 동진(KSTD)" userId="3d26c5c2-5d13-41b2-b4a9-bebd91ca5bef" providerId="ADAL" clId="{AC91C77A-115B-4066-B24C-58E72D5C40B6}" dt="2026-07-31T06:59:43.020" v="21"/>
          <ac:grpSpMkLst>
            <pc:docMk/>
            <pc:sldMk cId="0" sldId="258"/>
            <ac:grpSpMk id="20" creationId="{4663B99A-0476-F4EA-D324-06510DA76567}"/>
          </ac:grpSpMkLst>
        </pc:grpChg>
        <pc:picChg chg="mod topLvl">
          <ac:chgData name="문 동진(KSTD)" userId="3d26c5c2-5d13-41b2-b4a9-bebd91ca5bef" providerId="ADAL" clId="{AC91C77A-115B-4066-B24C-58E72D5C40B6}" dt="2026-08-03T05:25:05.727" v="2063" actId="164"/>
          <ac:picMkLst>
            <pc:docMk/>
            <pc:sldMk cId="0" sldId="258"/>
            <ac:picMk id="4" creationId="{00000000-0000-0000-0000-000000000000}"/>
          </ac:picMkLst>
        </pc:picChg>
        <pc:picChg chg="mod topLvl">
          <ac:chgData name="문 동진(KSTD)" userId="3d26c5c2-5d13-41b2-b4a9-bebd91ca5bef" providerId="ADAL" clId="{AC91C77A-115B-4066-B24C-58E72D5C40B6}" dt="2026-08-03T05:25:08.122" v="2064" actId="164"/>
          <ac:picMkLst>
            <pc:docMk/>
            <pc:sldMk cId="0" sldId="258"/>
            <ac:picMk id="5" creationId="{00000000-0000-0000-0000-000000000000}"/>
          </ac:picMkLst>
        </pc:picChg>
        <pc:picChg chg="mod topLvl">
          <ac:chgData name="문 동진(KSTD)" userId="3d26c5c2-5d13-41b2-b4a9-bebd91ca5bef" providerId="ADAL" clId="{AC91C77A-115B-4066-B24C-58E72D5C40B6}" dt="2026-08-03T05:25:05.727" v="2063" actId="164"/>
          <ac:picMkLst>
            <pc:docMk/>
            <pc:sldMk cId="0" sldId="258"/>
            <ac:picMk id="13" creationId="{00000000-0000-0000-0000-000000000000}"/>
          </ac:picMkLst>
        </pc:picChg>
        <pc:picChg chg="mod topLvl">
          <ac:chgData name="문 동진(KSTD)" userId="3d26c5c2-5d13-41b2-b4a9-bebd91ca5bef" providerId="ADAL" clId="{AC91C77A-115B-4066-B24C-58E72D5C40B6}" dt="2026-08-03T05:25:08.122" v="2064" actId="164"/>
          <ac:picMkLst>
            <pc:docMk/>
            <pc:sldMk cId="0" sldId="258"/>
            <ac:picMk id="14" creationId="{00000000-0000-0000-0000-000000000000}"/>
          </ac:picMkLst>
        </pc:picChg>
        <pc:picChg chg="add mod">
          <ac:chgData name="문 동진(KSTD)" userId="3d26c5c2-5d13-41b2-b4a9-bebd91ca5bef" providerId="ADAL" clId="{AC91C77A-115B-4066-B24C-58E72D5C40B6}" dt="2026-08-03T05:25:10.217" v="2065" actId="164"/>
          <ac:picMkLst>
            <pc:docMk/>
            <pc:sldMk cId="0" sldId="258"/>
            <ac:picMk id="19" creationId="{96EAEB87-C5B9-996C-3B86-66911787C4CF}"/>
          </ac:picMkLst>
        </pc:picChg>
        <pc:picChg chg="mod">
          <ac:chgData name="문 동진(KSTD)" userId="3d26c5c2-5d13-41b2-b4a9-bebd91ca5bef" providerId="ADAL" clId="{AC91C77A-115B-4066-B24C-58E72D5C40B6}" dt="2026-07-31T06:59:43.020" v="21"/>
          <ac:picMkLst>
            <pc:docMk/>
            <pc:sldMk cId="0" sldId="258"/>
            <ac:picMk id="21" creationId="{F9C583CF-DD28-9425-D8B0-3C160C85CC30}"/>
          </ac:picMkLst>
        </pc:picChg>
        <pc:picChg chg="mod">
          <ac:chgData name="문 동진(KSTD)" userId="3d26c5c2-5d13-41b2-b4a9-bebd91ca5bef" providerId="ADAL" clId="{AC91C77A-115B-4066-B24C-58E72D5C40B6}" dt="2026-07-31T06:59:43.020" v="21"/>
          <ac:picMkLst>
            <pc:docMk/>
            <pc:sldMk cId="0" sldId="258"/>
            <ac:picMk id="22" creationId="{CABBB9B8-5C8E-E43D-6A79-213F9A10CC87}"/>
          </ac:picMkLst>
        </pc:picChg>
        <pc:picChg chg="add mod">
          <ac:chgData name="문 동진(KSTD)" userId="3d26c5c2-5d13-41b2-b4a9-bebd91ca5bef" providerId="ADAL" clId="{AC91C77A-115B-4066-B24C-58E72D5C40B6}" dt="2026-08-03T05:25:10.217" v="2065" actId="164"/>
          <ac:picMkLst>
            <pc:docMk/>
            <pc:sldMk cId="0" sldId="258"/>
            <ac:picMk id="28" creationId="{1D1E26E3-74C7-08F8-CDBA-42CAD08967A5}"/>
          </ac:picMkLst>
        </pc:picChg>
      </pc:sldChg>
      <pc:sldChg chg="addSp modSp mod ord">
        <pc:chgData name="문 동진(KSTD)" userId="3d26c5c2-5d13-41b2-b4a9-bebd91ca5bef" providerId="ADAL" clId="{AC91C77A-115B-4066-B24C-58E72D5C40B6}" dt="2026-08-03T05:25:28.230" v="2071" actId="164"/>
        <pc:sldMkLst>
          <pc:docMk/>
          <pc:sldMk cId="0" sldId="259"/>
        </pc:sldMkLst>
        <pc:spChg chg="mod">
          <ac:chgData name="문 동진(KSTD)" userId="3d26c5c2-5d13-41b2-b4a9-bebd91ca5bef" providerId="ADAL" clId="{AC91C77A-115B-4066-B24C-58E72D5C40B6}" dt="2026-07-31T07:01:42.260" v="5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7-31T07:01:28.593" v="48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7-31T07:01:22.315" v="44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3.658" v="2068" actId="164"/>
          <ac:spMkLst>
            <pc:docMk/>
            <pc:sldMk cId="0" sldId="259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3.658" v="2068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7-31T07:01:28.593" v="48" actId="403"/>
          <ac:spMkLst>
            <pc:docMk/>
            <pc:sldMk cId="0" sldId="259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7-31T07:01:22.315" v="44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5.728" v="2069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5.728" v="2069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7-31T07:01:28.593" v="48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6.781" v="2070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6.781" v="2070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7-31T07:01:28.593" v="48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8.230" v="2071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5:28.230" v="2071" actId="164"/>
          <ac:spMkLst>
            <pc:docMk/>
            <pc:sldMk cId="0" sldId="259"/>
            <ac:spMk id="20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7-31T06:59:44.488" v="22"/>
          <ac:grpSpMkLst>
            <pc:docMk/>
            <pc:sldMk cId="0" sldId="259"/>
            <ac:grpSpMk id="23" creationId="{2AFFC51F-0628-F179-BA75-3DAE1CC85FE7}"/>
          </ac:grpSpMkLst>
        </pc:grpChg>
        <pc:grpChg chg="add mod">
          <ac:chgData name="문 동진(KSTD)" userId="3d26c5c2-5d13-41b2-b4a9-bebd91ca5bef" providerId="ADAL" clId="{AC91C77A-115B-4066-B24C-58E72D5C40B6}" dt="2026-08-03T05:25:23.658" v="2068" actId="164"/>
          <ac:grpSpMkLst>
            <pc:docMk/>
            <pc:sldMk cId="0" sldId="259"/>
            <ac:grpSpMk id="26" creationId="{EDD01080-839D-DC1D-DF4F-ACD1FB81364A}"/>
          </ac:grpSpMkLst>
        </pc:grpChg>
        <pc:grpChg chg="add mod">
          <ac:chgData name="문 동진(KSTD)" userId="3d26c5c2-5d13-41b2-b4a9-bebd91ca5bef" providerId="ADAL" clId="{AC91C77A-115B-4066-B24C-58E72D5C40B6}" dt="2026-08-03T05:25:25.728" v="2069" actId="164"/>
          <ac:grpSpMkLst>
            <pc:docMk/>
            <pc:sldMk cId="0" sldId="259"/>
            <ac:grpSpMk id="27" creationId="{6CC3801B-E8EF-D6F4-F7E5-8BED00F3E6DF}"/>
          </ac:grpSpMkLst>
        </pc:grpChg>
        <pc:grpChg chg="add mod">
          <ac:chgData name="문 동진(KSTD)" userId="3d26c5c2-5d13-41b2-b4a9-bebd91ca5bef" providerId="ADAL" clId="{AC91C77A-115B-4066-B24C-58E72D5C40B6}" dt="2026-08-03T05:25:26.781" v="2070" actId="164"/>
          <ac:grpSpMkLst>
            <pc:docMk/>
            <pc:sldMk cId="0" sldId="259"/>
            <ac:grpSpMk id="28" creationId="{27CF4265-B768-7E6C-5F9F-DC90327D43EF}"/>
          </ac:grpSpMkLst>
        </pc:grpChg>
        <pc:grpChg chg="add mod">
          <ac:chgData name="문 동진(KSTD)" userId="3d26c5c2-5d13-41b2-b4a9-bebd91ca5bef" providerId="ADAL" clId="{AC91C77A-115B-4066-B24C-58E72D5C40B6}" dt="2026-08-03T05:25:28.230" v="2071" actId="164"/>
          <ac:grpSpMkLst>
            <pc:docMk/>
            <pc:sldMk cId="0" sldId="259"/>
            <ac:grpSpMk id="29" creationId="{C7725D94-27DD-3C53-1F91-39A08CFAF9E3}"/>
          </ac:grpSpMkLst>
        </pc:grpChg>
        <pc:picChg chg="mod">
          <ac:chgData name="문 동진(KSTD)" userId="3d26c5c2-5d13-41b2-b4a9-bebd91ca5bef" providerId="ADAL" clId="{AC91C77A-115B-4066-B24C-58E72D5C40B6}" dt="2026-07-31T06:59:44.488" v="22"/>
          <ac:picMkLst>
            <pc:docMk/>
            <pc:sldMk cId="0" sldId="259"/>
            <ac:picMk id="24" creationId="{E6C0C572-F7FF-8E52-9FEB-6ED4AA882E36}"/>
          </ac:picMkLst>
        </pc:picChg>
        <pc:picChg chg="mod">
          <ac:chgData name="문 동진(KSTD)" userId="3d26c5c2-5d13-41b2-b4a9-bebd91ca5bef" providerId="ADAL" clId="{AC91C77A-115B-4066-B24C-58E72D5C40B6}" dt="2026-07-31T06:59:44.488" v="22"/>
          <ac:picMkLst>
            <pc:docMk/>
            <pc:sldMk cId="0" sldId="259"/>
            <ac:picMk id="25" creationId="{E9609417-50B7-BC31-20C9-535D5BB77830}"/>
          </ac:picMkLst>
        </pc:picChg>
      </pc:sldChg>
      <pc:sldChg chg="addSp delSp modSp mod">
        <pc:chgData name="문 동진(KSTD)" userId="3d26c5c2-5d13-41b2-b4a9-bebd91ca5bef" providerId="ADAL" clId="{AC91C77A-115B-4066-B24C-58E72D5C40B6}" dt="2026-08-03T05:26:12.364" v="2085" actId="164"/>
        <pc:sldMkLst>
          <pc:docMk/>
          <pc:sldMk cId="0" sldId="261"/>
        </pc:sldMkLst>
        <pc:spChg chg="mod">
          <ac:chgData name="문 동진(KSTD)" userId="3d26c5c2-5d13-41b2-b4a9-bebd91ca5bef" providerId="ADAL" clId="{AC91C77A-115B-4066-B24C-58E72D5C40B6}" dt="2026-08-03T05:26:05.552" v="2083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07.059" v="2084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12.364" v="2085" actId="164"/>
          <ac:spMkLst>
            <pc:docMk/>
            <pc:sldMk cId="0" sldId="261"/>
            <ac:spMk id="7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3T05:26:05.552" v="2083" actId="164"/>
          <ac:grpSpMkLst>
            <pc:docMk/>
            <pc:sldMk cId="0" sldId="261"/>
            <ac:grpSpMk id="8" creationId="{44B15DCE-AE96-318F-0A7F-FFE03C24753E}"/>
          </ac:grpSpMkLst>
        </pc:grpChg>
        <pc:grpChg chg="add mod">
          <ac:chgData name="문 동진(KSTD)" userId="3d26c5c2-5d13-41b2-b4a9-bebd91ca5bef" providerId="ADAL" clId="{AC91C77A-115B-4066-B24C-58E72D5C40B6}" dt="2026-08-03T05:26:07.059" v="2084" actId="164"/>
          <ac:grpSpMkLst>
            <pc:docMk/>
            <pc:sldMk cId="0" sldId="261"/>
            <ac:grpSpMk id="9" creationId="{1390F1EC-D669-1EC1-8B8D-BBDDAF8C08B6}"/>
          </ac:grpSpMkLst>
        </pc:grpChg>
        <pc:grpChg chg="add mod">
          <ac:chgData name="문 동진(KSTD)" userId="3d26c5c2-5d13-41b2-b4a9-bebd91ca5bef" providerId="ADAL" clId="{AC91C77A-115B-4066-B24C-58E72D5C40B6}" dt="2026-08-03T05:26:12.364" v="2085" actId="164"/>
          <ac:grpSpMkLst>
            <pc:docMk/>
            <pc:sldMk cId="0" sldId="261"/>
            <ac:grpSpMk id="13" creationId="{77B331DF-8F17-D6B2-429C-057006BC37AA}"/>
          </ac:grpSpMkLst>
        </pc:grpChg>
        <pc:grpChg chg="add mod">
          <ac:chgData name="문 동진(KSTD)" userId="3d26c5c2-5d13-41b2-b4a9-bebd91ca5bef" providerId="ADAL" clId="{AC91C77A-115B-4066-B24C-58E72D5C40B6}" dt="2026-07-31T06:59:46.291" v="24"/>
          <ac:grpSpMkLst>
            <pc:docMk/>
            <pc:sldMk cId="0" sldId="261"/>
            <ac:grpSpMk id="16" creationId="{1E9B4198-0C40-1D02-5962-9628E6C6E60C}"/>
          </ac:grpSpMkLst>
        </pc:grpChg>
        <pc:picChg chg="mod">
          <ac:chgData name="문 동진(KSTD)" userId="3d26c5c2-5d13-41b2-b4a9-bebd91ca5bef" providerId="ADAL" clId="{AC91C77A-115B-4066-B24C-58E72D5C40B6}" dt="2026-08-02T23:49:24.007" v="213" actId="14100"/>
          <ac:picMkLst>
            <pc:docMk/>
            <pc:sldMk cId="0" sldId="261"/>
            <ac:picMk id="3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05.552" v="2083" actId="164"/>
          <ac:picMkLst>
            <pc:docMk/>
            <pc:sldMk cId="0" sldId="261"/>
            <ac:picMk id="10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07.059" v="2084" actId="164"/>
          <ac:picMkLst>
            <pc:docMk/>
            <pc:sldMk cId="0" sldId="261"/>
            <ac:picMk id="11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12.364" v="2085" actId="164"/>
          <ac:picMkLst>
            <pc:docMk/>
            <pc:sldMk cId="0" sldId="261"/>
            <ac:picMk id="12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7-31T06:59:46.291" v="24"/>
          <ac:picMkLst>
            <pc:docMk/>
            <pc:sldMk cId="0" sldId="261"/>
            <ac:picMk id="17" creationId="{81B6A4B2-0737-9A1A-CD02-71A02F253A91}"/>
          </ac:picMkLst>
        </pc:picChg>
        <pc:picChg chg="mod">
          <ac:chgData name="문 동진(KSTD)" userId="3d26c5c2-5d13-41b2-b4a9-bebd91ca5bef" providerId="ADAL" clId="{AC91C77A-115B-4066-B24C-58E72D5C40B6}" dt="2026-07-31T06:59:46.291" v="24"/>
          <ac:picMkLst>
            <pc:docMk/>
            <pc:sldMk cId="0" sldId="261"/>
            <ac:picMk id="18" creationId="{DCA9F2BA-A0D5-2709-3998-19608A5776F3}"/>
          </ac:picMkLst>
        </pc:picChg>
        <pc:picChg chg="add mod">
          <ac:chgData name="문 동진(KSTD)" userId="3d26c5c2-5d13-41b2-b4a9-bebd91ca5bef" providerId="ADAL" clId="{AC91C77A-115B-4066-B24C-58E72D5C40B6}" dt="2026-08-03T00:00:47.563" v="362"/>
          <ac:picMkLst>
            <pc:docMk/>
            <pc:sldMk cId="0" sldId="261"/>
            <ac:picMk id="20" creationId="{93D3DBB3-6B1F-EE9B-EB2B-50C55EC521F9}"/>
          </ac:picMkLst>
        </pc:picChg>
      </pc:sldChg>
      <pc:sldChg chg="addSp modSp mod">
        <pc:chgData name="문 동진(KSTD)" userId="3d26c5c2-5d13-41b2-b4a9-bebd91ca5bef" providerId="ADAL" clId="{AC91C77A-115B-4066-B24C-58E72D5C40B6}" dt="2026-08-03T05:26:20.708" v="2088" actId="164"/>
        <pc:sldMkLst>
          <pc:docMk/>
          <pc:sldMk cId="0" sldId="263"/>
        </pc:sldMkLst>
        <pc:spChg chg="mod">
          <ac:chgData name="문 동진(KSTD)" userId="3d26c5c2-5d13-41b2-b4a9-bebd91ca5bef" providerId="ADAL" clId="{AC91C77A-115B-4066-B24C-58E72D5C40B6}" dt="2026-08-03T05:26:16.328" v="2086" actId="164"/>
          <ac:spMkLst>
            <pc:docMk/>
            <pc:sldMk cId="0" sldId="263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16.328" v="2086" actId="164"/>
          <ac:spMkLst>
            <pc:docMk/>
            <pc:sldMk cId="0" sldId="263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16.328" v="2086" actId="164"/>
          <ac:spMkLst>
            <pc:docMk/>
            <pc:sldMk cId="0" sldId="263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18.978" v="2087" actId="16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18.978" v="2087" actId="16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18.978" v="2087" actId="16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20.708" v="2088" actId="16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20.708" v="2088" actId="164"/>
          <ac:spMkLst>
            <pc:docMk/>
            <pc:sldMk cId="0" sldId="263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20.708" v="2088" actId="164"/>
          <ac:spMkLst>
            <pc:docMk/>
            <pc:sldMk cId="0" sldId="263"/>
            <ac:spMk id="15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7-31T06:59:48.372" v="26"/>
          <ac:grpSpMkLst>
            <pc:docMk/>
            <pc:sldMk cId="0" sldId="263"/>
            <ac:grpSpMk id="18" creationId="{ACE1B788-673F-B86D-FBE2-25777C286B79}"/>
          </ac:grpSpMkLst>
        </pc:grpChg>
        <pc:grpChg chg="add mod">
          <ac:chgData name="문 동진(KSTD)" userId="3d26c5c2-5d13-41b2-b4a9-bebd91ca5bef" providerId="ADAL" clId="{AC91C77A-115B-4066-B24C-58E72D5C40B6}" dt="2026-08-03T05:26:16.328" v="2086" actId="164"/>
          <ac:grpSpMkLst>
            <pc:docMk/>
            <pc:sldMk cId="0" sldId="263"/>
            <ac:grpSpMk id="21" creationId="{6F05112A-2D06-AEA6-794C-9AAE62A8B778}"/>
          </ac:grpSpMkLst>
        </pc:grpChg>
        <pc:grpChg chg="add mod">
          <ac:chgData name="문 동진(KSTD)" userId="3d26c5c2-5d13-41b2-b4a9-bebd91ca5bef" providerId="ADAL" clId="{AC91C77A-115B-4066-B24C-58E72D5C40B6}" dt="2026-08-03T05:26:18.978" v="2087" actId="164"/>
          <ac:grpSpMkLst>
            <pc:docMk/>
            <pc:sldMk cId="0" sldId="263"/>
            <ac:grpSpMk id="22" creationId="{80C95CE4-D841-F533-F2C8-45F17B8011D0}"/>
          </ac:grpSpMkLst>
        </pc:grpChg>
        <pc:grpChg chg="add mod">
          <ac:chgData name="문 동진(KSTD)" userId="3d26c5c2-5d13-41b2-b4a9-bebd91ca5bef" providerId="ADAL" clId="{AC91C77A-115B-4066-B24C-58E72D5C40B6}" dt="2026-08-03T05:26:20.708" v="2088" actId="164"/>
          <ac:grpSpMkLst>
            <pc:docMk/>
            <pc:sldMk cId="0" sldId="263"/>
            <ac:grpSpMk id="23" creationId="{F18F4F79-DCA2-C7F2-7330-4351F806D16C}"/>
          </ac:grpSpMkLst>
        </pc:grpChg>
        <pc:picChg chg="mod">
          <ac:chgData name="문 동진(KSTD)" userId="3d26c5c2-5d13-41b2-b4a9-bebd91ca5bef" providerId="ADAL" clId="{AC91C77A-115B-4066-B24C-58E72D5C40B6}" dt="2026-08-03T05:26:16.328" v="2086" actId="164"/>
          <ac:picMkLst>
            <pc:docMk/>
            <pc:sldMk cId="0" sldId="263"/>
            <ac:picMk id="3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18.978" v="2087" actId="164"/>
          <ac:picMkLst>
            <pc:docMk/>
            <pc:sldMk cId="0" sldId="263"/>
            <ac:picMk id="4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20.708" v="2088" actId="164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7-31T06:59:48.372" v="26"/>
          <ac:picMkLst>
            <pc:docMk/>
            <pc:sldMk cId="0" sldId="263"/>
            <ac:picMk id="19" creationId="{6653A2E6-B15C-A3BE-752F-BE74E9EF7EA0}"/>
          </ac:picMkLst>
        </pc:picChg>
        <pc:picChg chg="mod">
          <ac:chgData name="문 동진(KSTD)" userId="3d26c5c2-5d13-41b2-b4a9-bebd91ca5bef" providerId="ADAL" clId="{AC91C77A-115B-4066-B24C-58E72D5C40B6}" dt="2026-07-31T06:59:48.372" v="26"/>
          <ac:picMkLst>
            <pc:docMk/>
            <pc:sldMk cId="0" sldId="263"/>
            <ac:picMk id="20" creationId="{AE3E438B-A8F5-471D-16F7-CC9988FC19A5}"/>
          </ac:picMkLst>
        </pc:picChg>
      </pc:sldChg>
      <pc:sldChg chg="addSp delSp modSp mod ord">
        <pc:chgData name="문 동진(KSTD)" userId="3d26c5c2-5d13-41b2-b4a9-bebd91ca5bef" providerId="ADAL" clId="{AC91C77A-115B-4066-B24C-58E72D5C40B6}" dt="2026-08-03T04:02:35.160" v="1715" actId="22"/>
        <pc:sldMkLst>
          <pc:docMk/>
          <pc:sldMk cId="0" sldId="264"/>
        </pc:sldMkLst>
        <pc:spChg chg="mod">
          <ac:chgData name="문 동진(KSTD)" userId="3d26c5c2-5d13-41b2-b4a9-bebd91ca5bef" providerId="ADAL" clId="{AC91C77A-115B-4066-B24C-58E72D5C40B6}" dt="2026-08-03T00:18:40.924" v="593" actId="14100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문 동진(KSTD)" userId="3d26c5c2-5d13-41b2-b4a9-bebd91ca5bef" providerId="ADAL" clId="{AC91C77A-115B-4066-B24C-58E72D5C40B6}" dt="2026-08-03T01:24:39.467" v="790" actId="108"/>
          <ac:spMkLst>
            <pc:docMk/>
            <pc:sldMk cId="0" sldId="264"/>
            <ac:spMk id="84" creationId="{07CD5101-196A-280D-3F92-6EBC139E6DC0}"/>
          </ac:spMkLst>
        </pc:spChg>
        <pc:spChg chg="add mod">
          <ac:chgData name="문 동진(KSTD)" userId="3d26c5c2-5d13-41b2-b4a9-bebd91ca5bef" providerId="ADAL" clId="{AC91C77A-115B-4066-B24C-58E72D5C40B6}" dt="2026-08-03T03:43:24.206" v="1542" actId="20577"/>
          <ac:spMkLst>
            <pc:docMk/>
            <pc:sldMk cId="0" sldId="264"/>
            <ac:spMk id="88" creationId="{BAE6E674-917E-CDD7-7180-53716290BB77}"/>
          </ac:spMkLst>
        </pc:spChg>
        <pc:spChg chg="add mod">
          <ac:chgData name="문 동진(KSTD)" userId="3d26c5c2-5d13-41b2-b4a9-bebd91ca5bef" providerId="ADAL" clId="{AC91C77A-115B-4066-B24C-58E72D5C40B6}" dt="2026-08-03T01:49:24.963" v="1153" actId="2711"/>
          <ac:spMkLst>
            <pc:docMk/>
            <pc:sldMk cId="0" sldId="264"/>
            <ac:spMk id="90" creationId="{F33E0B1A-13CB-A2B7-4F27-AB3C02F3F4ED}"/>
          </ac:spMkLst>
        </pc:spChg>
        <pc:spChg chg="add mod">
          <ac:chgData name="문 동진(KSTD)" userId="3d26c5c2-5d13-41b2-b4a9-bebd91ca5bef" providerId="ADAL" clId="{AC91C77A-115B-4066-B24C-58E72D5C40B6}" dt="2026-08-03T01:31:32.378" v="847" actId="1076"/>
          <ac:spMkLst>
            <pc:docMk/>
            <pc:sldMk cId="0" sldId="264"/>
            <ac:spMk id="92" creationId="{8C1E46EB-2404-96DE-7445-7D1E270C2C73}"/>
          </ac:spMkLst>
        </pc:spChg>
        <pc:spChg chg="add mod">
          <ac:chgData name="문 동진(KSTD)" userId="3d26c5c2-5d13-41b2-b4a9-bebd91ca5bef" providerId="ADAL" clId="{AC91C77A-115B-4066-B24C-58E72D5C40B6}" dt="2026-08-03T02:28:58.134" v="1502" actId="1076"/>
          <ac:spMkLst>
            <pc:docMk/>
            <pc:sldMk cId="0" sldId="264"/>
            <ac:spMk id="94" creationId="{70465D53-857A-312E-3E55-43890B4A53F0}"/>
          </ac:spMkLst>
        </pc:spChg>
        <pc:spChg chg="mod">
          <ac:chgData name="문 동진(KSTD)" userId="3d26c5c2-5d13-41b2-b4a9-bebd91ca5bef" providerId="ADAL" clId="{AC91C77A-115B-4066-B24C-58E72D5C40B6}" dt="2026-08-03T01:49:12.181" v="1150" actId="2711"/>
          <ac:spMkLst>
            <pc:docMk/>
            <pc:sldMk cId="0" sldId="264"/>
            <ac:spMk id="96" creationId="{EDE7CB73-903F-2072-24EB-D2BD0D21035B}"/>
          </ac:spMkLst>
        </pc:spChg>
        <pc:spChg chg="mod">
          <ac:chgData name="문 동진(KSTD)" userId="3d26c5c2-5d13-41b2-b4a9-bebd91ca5bef" providerId="ADAL" clId="{AC91C77A-115B-4066-B24C-58E72D5C40B6}" dt="2026-08-03T01:48:21.264" v="1119" actId="14100"/>
          <ac:spMkLst>
            <pc:docMk/>
            <pc:sldMk cId="0" sldId="264"/>
            <ac:spMk id="98" creationId="{1AF8D03F-BEC4-E8EE-302E-AE0752AFE303}"/>
          </ac:spMkLst>
        </pc:spChg>
        <pc:spChg chg="mod">
          <ac:chgData name="문 동진(KSTD)" userId="3d26c5c2-5d13-41b2-b4a9-bebd91ca5bef" providerId="ADAL" clId="{AC91C77A-115B-4066-B24C-58E72D5C40B6}" dt="2026-08-03T03:42:39.997" v="1521" actId="20577"/>
          <ac:spMkLst>
            <pc:docMk/>
            <pc:sldMk cId="0" sldId="264"/>
            <ac:spMk id="100" creationId="{3C8757E1-1867-627F-EA07-AD39311F1E49}"/>
          </ac:spMkLst>
        </pc:spChg>
        <pc:spChg chg="add mod">
          <ac:chgData name="문 동진(KSTD)" userId="3d26c5c2-5d13-41b2-b4a9-bebd91ca5bef" providerId="ADAL" clId="{AC91C77A-115B-4066-B24C-58E72D5C40B6}" dt="2026-08-03T01:29:18.041" v="839" actId="255"/>
          <ac:spMkLst>
            <pc:docMk/>
            <pc:sldMk cId="0" sldId="264"/>
            <ac:spMk id="102" creationId="{032CB8F2-85EE-A4EC-EE91-4AEC2B335595}"/>
          </ac:spMkLst>
        </pc:spChg>
        <pc:spChg chg="mod">
          <ac:chgData name="문 동진(KSTD)" userId="3d26c5c2-5d13-41b2-b4a9-bebd91ca5bef" providerId="ADAL" clId="{AC91C77A-115B-4066-B24C-58E72D5C40B6}" dt="2026-08-03T01:48:21.264" v="1119" actId="14100"/>
          <ac:spMkLst>
            <pc:docMk/>
            <pc:sldMk cId="0" sldId="264"/>
            <ac:spMk id="104" creationId="{F4058EDB-1E64-BF3D-30F8-9DEAB214425D}"/>
          </ac:spMkLst>
        </pc:spChg>
        <pc:spChg chg="add mod">
          <ac:chgData name="문 동진(KSTD)" userId="3d26c5c2-5d13-41b2-b4a9-bebd91ca5bef" providerId="ADAL" clId="{AC91C77A-115B-4066-B24C-58E72D5C40B6}" dt="2026-08-03T03:43:08.463" v="1526" actId="20577"/>
          <ac:spMkLst>
            <pc:docMk/>
            <pc:sldMk cId="0" sldId="264"/>
            <ac:spMk id="106" creationId="{0E133A48-1F6F-8CC8-181D-80393EF6BDCC}"/>
          </ac:spMkLst>
        </pc:spChg>
        <pc:spChg chg="mod">
          <ac:chgData name="문 동진(KSTD)" userId="3d26c5c2-5d13-41b2-b4a9-bebd91ca5bef" providerId="ADAL" clId="{AC91C77A-115B-4066-B24C-58E72D5C40B6}" dt="2026-08-03T01:34:18.906" v="939" actId="2711"/>
          <ac:spMkLst>
            <pc:docMk/>
            <pc:sldMk cId="0" sldId="264"/>
            <ac:spMk id="108" creationId="{8AAF4C57-2655-8D51-61A8-D5E0E8DE73E5}"/>
          </ac:spMkLst>
        </pc:spChg>
        <pc:spChg chg="add mod">
          <ac:chgData name="문 동진(KSTD)" userId="3d26c5c2-5d13-41b2-b4a9-bebd91ca5bef" providerId="ADAL" clId="{AC91C77A-115B-4066-B24C-58E72D5C40B6}" dt="2026-08-03T01:48:21.264" v="1119" actId="14100"/>
          <ac:spMkLst>
            <pc:docMk/>
            <pc:sldMk cId="0" sldId="264"/>
            <ac:spMk id="110" creationId="{7685531B-3F7C-3919-7F6E-DF10BE4CDEE4}"/>
          </ac:spMkLst>
        </pc:spChg>
        <pc:spChg chg="add mod">
          <ac:chgData name="문 동진(KSTD)" userId="3d26c5c2-5d13-41b2-b4a9-bebd91ca5bef" providerId="ADAL" clId="{AC91C77A-115B-4066-B24C-58E72D5C40B6}" dt="2026-08-03T03:43:17.410" v="1535" actId="20577"/>
          <ac:spMkLst>
            <pc:docMk/>
            <pc:sldMk cId="0" sldId="264"/>
            <ac:spMk id="112" creationId="{BA0E363C-F564-048D-770F-061F22AC9507}"/>
          </ac:spMkLst>
        </pc:spChg>
        <pc:grpChg chg="add mod">
          <ac:chgData name="문 동진(KSTD)" userId="3d26c5c2-5d13-41b2-b4a9-bebd91ca5bef" providerId="ADAL" clId="{AC91C77A-115B-4066-B24C-58E72D5C40B6}" dt="2026-07-31T06:59:49.161" v="27"/>
          <ac:grpSpMkLst>
            <pc:docMk/>
            <pc:sldMk cId="0" sldId="264"/>
            <ac:grpSpMk id="10" creationId="{E4651466-615A-358B-A917-3003CEF9DDC4}"/>
          </ac:grpSpMkLst>
        </pc:grpChg>
        <pc:picChg chg="mod">
          <ac:chgData name="문 동진(KSTD)" userId="3d26c5c2-5d13-41b2-b4a9-bebd91ca5bef" providerId="ADAL" clId="{AC91C77A-115B-4066-B24C-58E72D5C40B6}" dt="2026-08-03T01:34:00.856" v="934" actId="1076"/>
          <ac:picMkLst>
            <pc:docMk/>
            <pc:sldMk cId="0" sldId="264"/>
            <ac:picMk id="2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0:18:45.794" v="596" actId="14100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7-31T06:59:49.161" v="27"/>
          <ac:picMkLst>
            <pc:docMk/>
            <pc:sldMk cId="0" sldId="264"/>
            <ac:picMk id="11" creationId="{9D09125C-11ED-8B12-2432-0D2B36DA9B45}"/>
          </ac:picMkLst>
        </pc:picChg>
        <pc:picChg chg="mod">
          <ac:chgData name="문 동진(KSTD)" userId="3d26c5c2-5d13-41b2-b4a9-bebd91ca5bef" providerId="ADAL" clId="{AC91C77A-115B-4066-B24C-58E72D5C40B6}" dt="2026-07-31T06:59:49.161" v="27"/>
          <ac:picMkLst>
            <pc:docMk/>
            <pc:sldMk cId="0" sldId="264"/>
            <ac:picMk id="12" creationId="{31DC40D6-FBAA-C209-6A4A-CB929C1FA714}"/>
          </ac:picMkLst>
        </pc:picChg>
      </pc:sldChg>
      <pc:sldChg chg="addSp delSp modSp mod">
        <pc:chgData name="문 동진(KSTD)" userId="3d26c5c2-5d13-41b2-b4a9-bebd91ca5bef" providerId="ADAL" clId="{AC91C77A-115B-4066-B24C-58E72D5C40B6}" dt="2026-08-03T05:26:40.496" v="2096" actId="1076"/>
        <pc:sldMkLst>
          <pc:docMk/>
          <pc:sldMk cId="0" sldId="265"/>
        </pc:sldMkLst>
        <pc:spChg chg="mod">
          <ac:chgData name="문 동진(KSTD)" userId="3d26c5c2-5d13-41b2-b4a9-bebd91ca5bef" providerId="ADAL" clId="{AC91C77A-115B-4066-B24C-58E72D5C40B6}" dt="2026-08-03T00:07:51.320" v="544" actId="14100"/>
          <ac:spMkLst>
            <pc:docMk/>
            <pc:sldMk cId="0" sldId="265"/>
            <ac:spMk id="12" creationId="{00000000-0000-0000-0000-000000000000}"/>
          </ac:spMkLst>
        </pc:spChg>
        <pc:spChg chg="add mod">
          <ac:chgData name="문 동진(KSTD)" userId="3d26c5c2-5d13-41b2-b4a9-bebd91ca5bef" providerId="ADAL" clId="{AC91C77A-115B-4066-B24C-58E72D5C40B6}" dt="2026-08-03T05:26:27.343" v="2089" actId="164"/>
          <ac:spMkLst>
            <pc:docMk/>
            <pc:sldMk cId="0" sldId="265"/>
            <ac:spMk id="26" creationId="{A25317D3-148A-46BA-565D-02634BBC70F8}"/>
          </ac:spMkLst>
        </pc:spChg>
        <pc:spChg chg="add mod">
          <ac:chgData name="문 동진(KSTD)" userId="3d26c5c2-5d13-41b2-b4a9-bebd91ca5bef" providerId="ADAL" clId="{AC91C77A-115B-4066-B24C-58E72D5C40B6}" dt="2026-08-03T05:26:27.343" v="2089" actId="164"/>
          <ac:spMkLst>
            <pc:docMk/>
            <pc:sldMk cId="0" sldId="265"/>
            <ac:spMk id="28" creationId="{E88695F8-E110-12B4-83BC-738C6EA76D31}"/>
          </ac:spMkLst>
        </pc:spChg>
        <pc:spChg chg="add mod">
          <ac:chgData name="문 동진(KSTD)" userId="3d26c5c2-5d13-41b2-b4a9-bebd91ca5bef" providerId="ADAL" clId="{AC91C77A-115B-4066-B24C-58E72D5C40B6}" dt="2026-08-03T05:26:31.798" v="2090" actId="164"/>
          <ac:spMkLst>
            <pc:docMk/>
            <pc:sldMk cId="0" sldId="265"/>
            <ac:spMk id="32" creationId="{56388F1C-92A1-03CF-B1D4-1C57FBC4E435}"/>
          </ac:spMkLst>
        </pc:spChg>
        <pc:spChg chg="add mod">
          <ac:chgData name="문 동진(KSTD)" userId="3d26c5c2-5d13-41b2-b4a9-bebd91ca5bef" providerId="ADAL" clId="{AC91C77A-115B-4066-B24C-58E72D5C40B6}" dt="2026-08-03T05:26:31.798" v="2090" actId="164"/>
          <ac:spMkLst>
            <pc:docMk/>
            <pc:sldMk cId="0" sldId="265"/>
            <ac:spMk id="34" creationId="{CC18F3F6-58F8-DB24-6F73-7AC0E51F1990}"/>
          </ac:spMkLst>
        </pc:spChg>
        <pc:spChg chg="add mod">
          <ac:chgData name="문 동진(KSTD)" userId="3d26c5c2-5d13-41b2-b4a9-bebd91ca5bef" providerId="ADAL" clId="{AC91C77A-115B-4066-B24C-58E72D5C40B6}" dt="2026-08-03T05:26:38.120" v="2094" actId="164"/>
          <ac:spMkLst>
            <pc:docMk/>
            <pc:sldMk cId="0" sldId="265"/>
            <ac:spMk id="38" creationId="{37EC02A1-C02B-35E8-29E0-B0979D4280DA}"/>
          </ac:spMkLst>
        </pc:spChg>
        <pc:spChg chg="add mod">
          <ac:chgData name="문 동진(KSTD)" userId="3d26c5c2-5d13-41b2-b4a9-bebd91ca5bef" providerId="ADAL" clId="{AC91C77A-115B-4066-B24C-58E72D5C40B6}" dt="2026-08-03T05:26:38.120" v="2094" actId="164"/>
          <ac:spMkLst>
            <pc:docMk/>
            <pc:sldMk cId="0" sldId="265"/>
            <ac:spMk id="40" creationId="{895EA086-B1E6-8A9B-5DBF-17C5F8B93F9B}"/>
          </ac:spMkLst>
        </pc:spChg>
        <pc:spChg chg="add mod">
          <ac:chgData name="문 동진(KSTD)" userId="3d26c5c2-5d13-41b2-b4a9-bebd91ca5bef" providerId="ADAL" clId="{AC91C77A-115B-4066-B24C-58E72D5C40B6}" dt="2026-08-03T05:26:34.113" v="2091" actId="164"/>
          <ac:spMkLst>
            <pc:docMk/>
            <pc:sldMk cId="0" sldId="265"/>
            <ac:spMk id="53" creationId="{8A3B9AEE-D17C-408F-E045-C5B9510EDD28}"/>
          </ac:spMkLst>
        </pc:spChg>
        <pc:spChg chg="add mod">
          <ac:chgData name="문 동진(KSTD)" userId="3d26c5c2-5d13-41b2-b4a9-bebd91ca5bef" providerId="ADAL" clId="{AC91C77A-115B-4066-B24C-58E72D5C40B6}" dt="2026-08-03T05:26:34.113" v="2091" actId="164"/>
          <ac:spMkLst>
            <pc:docMk/>
            <pc:sldMk cId="0" sldId="265"/>
            <ac:spMk id="54" creationId="{C550E965-7D11-BE50-1797-2E41B7826619}"/>
          </ac:spMkLst>
        </pc:spChg>
        <pc:grpChg chg="add mod">
          <ac:chgData name="문 동진(KSTD)" userId="3d26c5c2-5d13-41b2-b4a9-bebd91ca5bef" providerId="ADAL" clId="{AC91C77A-115B-4066-B24C-58E72D5C40B6}" dt="2026-08-03T05:26:27.343" v="2089" actId="164"/>
          <ac:grpSpMkLst>
            <pc:docMk/>
            <pc:sldMk cId="0" sldId="265"/>
            <ac:grpSpMk id="3" creationId="{4C591EDD-2439-15BE-91BA-8FDA505E463E}"/>
          </ac:grpSpMkLst>
        </pc:grpChg>
        <pc:grpChg chg="add mod">
          <ac:chgData name="문 동진(KSTD)" userId="3d26c5c2-5d13-41b2-b4a9-bebd91ca5bef" providerId="ADAL" clId="{AC91C77A-115B-4066-B24C-58E72D5C40B6}" dt="2026-08-03T05:26:31.798" v="2090" actId="164"/>
          <ac:grpSpMkLst>
            <pc:docMk/>
            <pc:sldMk cId="0" sldId="265"/>
            <ac:grpSpMk id="4" creationId="{2CE70914-9816-8242-819D-E14544D07423}"/>
          </ac:grpSpMkLst>
        </pc:grpChg>
        <pc:grpChg chg="add mod">
          <ac:chgData name="문 동진(KSTD)" userId="3d26c5c2-5d13-41b2-b4a9-bebd91ca5bef" providerId="ADAL" clId="{AC91C77A-115B-4066-B24C-58E72D5C40B6}" dt="2026-08-03T05:26:34.113" v="2091" actId="164"/>
          <ac:grpSpMkLst>
            <pc:docMk/>
            <pc:sldMk cId="0" sldId="265"/>
            <ac:grpSpMk id="5" creationId="{6CC3C693-B173-1A08-5372-7542FED27D69}"/>
          </ac:grpSpMkLst>
        </pc:grpChg>
        <pc:grpChg chg="add mod">
          <ac:chgData name="문 동진(KSTD)" userId="3d26c5c2-5d13-41b2-b4a9-bebd91ca5bef" providerId="ADAL" clId="{AC91C77A-115B-4066-B24C-58E72D5C40B6}" dt="2026-08-03T05:26:40.496" v="2096" actId="1076"/>
          <ac:grpSpMkLst>
            <pc:docMk/>
            <pc:sldMk cId="0" sldId="265"/>
            <ac:grpSpMk id="6" creationId="{A94E0B87-2601-BDA8-A1E6-4030329EF2C1}"/>
          </ac:grpSpMkLst>
        </pc:grpChg>
        <pc:grpChg chg="add mod">
          <ac:chgData name="문 동진(KSTD)" userId="3d26c5c2-5d13-41b2-b4a9-bebd91ca5bef" providerId="ADAL" clId="{AC91C77A-115B-4066-B24C-58E72D5C40B6}" dt="2026-07-31T06:59:49.917" v="28"/>
          <ac:grpSpMkLst>
            <pc:docMk/>
            <pc:sldMk cId="0" sldId="265"/>
            <ac:grpSpMk id="14" creationId="{59D07B7F-0A25-D0FE-169D-74E5C8F59520}"/>
          </ac:grpSpMkLst>
        </pc:grpChg>
        <pc:picChg chg="mod">
          <ac:chgData name="문 동진(KSTD)" userId="3d26c5c2-5d13-41b2-b4a9-bebd91ca5bef" providerId="ADAL" clId="{AC91C77A-115B-4066-B24C-58E72D5C40B6}" dt="2026-08-03T05:26:35.729" v="2093" actId="1076"/>
          <ac:picMkLst>
            <pc:docMk/>
            <pc:sldMk cId="0" sldId="265"/>
            <ac:picMk id="2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7-31T06:59:49.917" v="28"/>
          <ac:picMkLst>
            <pc:docMk/>
            <pc:sldMk cId="0" sldId="265"/>
            <ac:picMk id="15" creationId="{FC595BBE-BBD1-F9B6-2AAE-EB4B9A5F8486}"/>
          </ac:picMkLst>
        </pc:picChg>
        <pc:picChg chg="mod">
          <ac:chgData name="문 동진(KSTD)" userId="3d26c5c2-5d13-41b2-b4a9-bebd91ca5bef" providerId="ADAL" clId="{AC91C77A-115B-4066-B24C-58E72D5C40B6}" dt="2026-07-31T06:59:49.917" v="28"/>
          <ac:picMkLst>
            <pc:docMk/>
            <pc:sldMk cId="0" sldId="265"/>
            <ac:picMk id="16" creationId="{26A8D2D8-6442-AD9B-FDAA-F8ACF6EC3E03}"/>
          </ac:picMkLst>
        </pc:picChg>
        <pc:picChg chg="mod">
          <ac:chgData name="문 동진(KSTD)" userId="3d26c5c2-5d13-41b2-b4a9-bebd91ca5bef" providerId="ADAL" clId="{AC91C77A-115B-4066-B24C-58E72D5C40B6}" dt="2026-08-03T05:26:27.343" v="2089" actId="164"/>
          <ac:picMkLst>
            <pc:docMk/>
            <pc:sldMk cId="0" sldId="265"/>
            <ac:picMk id="18" creationId="{11D072D7-1151-4004-32D7-84055B47DFDF}"/>
          </ac:picMkLst>
        </pc:picChg>
        <pc:picChg chg="add mod">
          <ac:chgData name="문 동진(KSTD)" userId="3d26c5c2-5d13-41b2-b4a9-bebd91ca5bef" providerId="ADAL" clId="{AC91C77A-115B-4066-B24C-58E72D5C40B6}" dt="2026-08-03T05:26:31.798" v="2090" actId="164"/>
          <ac:picMkLst>
            <pc:docMk/>
            <pc:sldMk cId="0" sldId="265"/>
            <ac:picMk id="20" creationId="{26991F6D-799D-3B96-D4E1-DBF48CBDB231}"/>
          </ac:picMkLst>
        </pc:picChg>
        <pc:picChg chg="mod">
          <ac:chgData name="문 동진(KSTD)" userId="3d26c5c2-5d13-41b2-b4a9-bebd91ca5bef" providerId="ADAL" clId="{AC91C77A-115B-4066-B24C-58E72D5C40B6}" dt="2026-08-03T05:26:38.120" v="2094" actId="164"/>
          <ac:picMkLst>
            <pc:docMk/>
            <pc:sldMk cId="0" sldId="265"/>
            <ac:picMk id="22" creationId="{CFA4904C-E4C2-98AE-07A8-0B04CCF0418D}"/>
          </ac:picMkLst>
        </pc:picChg>
        <pc:picChg chg="mod">
          <ac:chgData name="문 동진(KSTD)" userId="3d26c5c2-5d13-41b2-b4a9-bebd91ca5bef" providerId="ADAL" clId="{AC91C77A-115B-4066-B24C-58E72D5C40B6}" dt="2026-08-03T05:26:27.343" v="2089" actId="164"/>
          <ac:picMkLst>
            <pc:docMk/>
            <pc:sldMk cId="0" sldId="265"/>
            <ac:picMk id="24" creationId="{94F77384-CC86-81EC-2B3D-CD61165B2DC3}"/>
          </ac:picMkLst>
        </pc:picChg>
        <pc:picChg chg="add mod">
          <ac:chgData name="문 동진(KSTD)" userId="3d26c5c2-5d13-41b2-b4a9-bebd91ca5bef" providerId="ADAL" clId="{AC91C77A-115B-4066-B24C-58E72D5C40B6}" dt="2026-08-03T05:26:31.798" v="2090" actId="164"/>
          <ac:picMkLst>
            <pc:docMk/>
            <pc:sldMk cId="0" sldId="265"/>
            <ac:picMk id="30" creationId="{CB9CC3B9-EF36-5849-6C53-027D2F5FF284}"/>
          </ac:picMkLst>
        </pc:picChg>
        <pc:picChg chg="add mod">
          <ac:chgData name="문 동진(KSTD)" userId="3d26c5c2-5d13-41b2-b4a9-bebd91ca5bef" providerId="ADAL" clId="{AC91C77A-115B-4066-B24C-58E72D5C40B6}" dt="2026-08-03T05:26:38.120" v="2094" actId="164"/>
          <ac:picMkLst>
            <pc:docMk/>
            <pc:sldMk cId="0" sldId="265"/>
            <ac:picMk id="36" creationId="{C063869C-355E-D65E-E5D0-B68E6BA62D76}"/>
          </ac:picMkLst>
        </pc:picChg>
        <pc:picChg chg="add mod">
          <ac:chgData name="문 동진(KSTD)" userId="3d26c5c2-5d13-41b2-b4a9-bebd91ca5bef" providerId="ADAL" clId="{AC91C77A-115B-4066-B24C-58E72D5C40B6}" dt="2026-08-03T05:26:27.343" v="2089" actId="164"/>
          <ac:picMkLst>
            <pc:docMk/>
            <pc:sldMk cId="0" sldId="265"/>
            <ac:picMk id="42" creationId="{A5AE0225-64C7-0017-52D3-EE7E02A7925D}"/>
          </ac:picMkLst>
        </pc:picChg>
        <pc:picChg chg="mod">
          <ac:chgData name="문 동진(KSTD)" userId="3d26c5c2-5d13-41b2-b4a9-bebd91ca5bef" providerId="ADAL" clId="{AC91C77A-115B-4066-B24C-58E72D5C40B6}" dt="2026-08-03T05:26:31.798" v="2090" actId="164"/>
          <ac:picMkLst>
            <pc:docMk/>
            <pc:sldMk cId="0" sldId="265"/>
            <ac:picMk id="44" creationId="{A1DDC418-0EC5-6501-50E2-103A3789E973}"/>
          </ac:picMkLst>
        </pc:picChg>
        <pc:picChg chg="mod">
          <ac:chgData name="문 동진(KSTD)" userId="3d26c5c2-5d13-41b2-b4a9-bebd91ca5bef" providerId="ADAL" clId="{AC91C77A-115B-4066-B24C-58E72D5C40B6}" dt="2026-08-03T05:26:38.120" v="2094" actId="164"/>
          <ac:picMkLst>
            <pc:docMk/>
            <pc:sldMk cId="0" sldId="265"/>
            <ac:picMk id="46" creationId="{B664282F-29CD-90DD-0EA6-C718BCED78D8}"/>
          </ac:picMkLst>
        </pc:picChg>
        <pc:picChg chg="add">
          <ac:chgData name="문 동진(KSTD)" userId="3d26c5c2-5d13-41b2-b4a9-bebd91ca5bef" providerId="ADAL" clId="{AC91C77A-115B-4066-B24C-58E72D5C40B6}" dt="2026-08-03T00:07:52.517" v="546" actId="22"/>
          <ac:picMkLst>
            <pc:docMk/>
            <pc:sldMk cId="0" sldId="265"/>
            <ac:picMk id="50" creationId="{ADC8B830-841C-0741-9083-A76467F279B3}"/>
          </ac:picMkLst>
        </pc:picChg>
        <pc:picChg chg="add mod">
          <ac:chgData name="문 동진(KSTD)" userId="3d26c5c2-5d13-41b2-b4a9-bebd91ca5bef" providerId="ADAL" clId="{AC91C77A-115B-4066-B24C-58E72D5C40B6}" dt="2026-08-03T05:26:34.113" v="2091" actId="164"/>
          <ac:picMkLst>
            <pc:docMk/>
            <pc:sldMk cId="0" sldId="265"/>
            <ac:picMk id="51" creationId="{D2F80E03-0840-DBBD-AF3C-310BB1BA573C}"/>
          </ac:picMkLst>
        </pc:picChg>
        <pc:picChg chg="add mod">
          <ac:chgData name="문 동진(KSTD)" userId="3d26c5c2-5d13-41b2-b4a9-bebd91ca5bef" providerId="ADAL" clId="{AC91C77A-115B-4066-B24C-58E72D5C40B6}" dt="2026-08-03T05:26:34.113" v="2091" actId="164"/>
          <ac:picMkLst>
            <pc:docMk/>
            <pc:sldMk cId="0" sldId="265"/>
            <ac:picMk id="52" creationId="{7812AE1D-2869-378E-8070-1E3C164507B7}"/>
          </ac:picMkLst>
        </pc:picChg>
        <pc:picChg chg="add mod">
          <ac:chgData name="문 동진(KSTD)" userId="3d26c5c2-5d13-41b2-b4a9-bebd91ca5bef" providerId="ADAL" clId="{AC91C77A-115B-4066-B24C-58E72D5C40B6}" dt="2026-08-03T05:26:34.113" v="2091" actId="164"/>
          <ac:picMkLst>
            <pc:docMk/>
            <pc:sldMk cId="0" sldId="265"/>
            <ac:picMk id="55" creationId="{57078469-F9E2-D5BC-61D5-2F1E24528540}"/>
          </ac:picMkLst>
        </pc:picChg>
      </pc:sldChg>
      <pc:sldChg chg="addSp delSp modSp mod">
        <pc:chgData name="문 동진(KSTD)" userId="3d26c5c2-5d13-41b2-b4a9-bebd91ca5bef" providerId="ADAL" clId="{AC91C77A-115B-4066-B24C-58E72D5C40B6}" dt="2026-08-03T05:26:50.918" v="2101" actId="164"/>
        <pc:sldMkLst>
          <pc:docMk/>
          <pc:sldMk cId="0" sldId="267"/>
        </pc:sldMkLst>
        <pc:spChg chg="mod">
          <ac:chgData name="문 동진(KSTD)" userId="3d26c5c2-5d13-41b2-b4a9-bebd91ca5bef" providerId="ADAL" clId="{AC91C77A-115B-4066-B24C-58E72D5C40B6}" dt="2026-08-03T05:26:43.486" v="2097" actId="164"/>
          <ac:spMkLst>
            <pc:docMk/>
            <pc:sldMk cId="0" sldId="267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48.338" v="2100" actId="164"/>
          <ac:spMkLst>
            <pc:docMk/>
            <pc:sldMk cId="0" sldId="267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3T05:26:50.918" v="2101" actId="164"/>
          <ac:spMkLst>
            <pc:docMk/>
            <pc:sldMk cId="0" sldId="267"/>
            <ac:spMk id="7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3T05:26:43.486" v="2097" actId="164"/>
          <ac:grpSpMkLst>
            <pc:docMk/>
            <pc:sldMk cId="0" sldId="267"/>
            <ac:grpSpMk id="3" creationId="{2D249C1C-A93A-F230-33CC-D67012C84256}"/>
          </ac:grpSpMkLst>
        </pc:grpChg>
        <pc:grpChg chg="add mod">
          <ac:chgData name="문 동진(KSTD)" userId="3d26c5c2-5d13-41b2-b4a9-bebd91ca5bef" providerId="ADAL" clId="{AC91C77A-115B-4066-B24C-58E72D5C40B6}" dt="2026-07-31T06:59:51.394" v="30"/>
          <ac:grpSpMkLst>
            <pc:docMk/>
            <pc:sldMk cId="0" sldId="267"/>
            <ac:grpSpMk id="14" creationId="{1373356C-5AF1-B939-C367-B9F5F1C8F449}"/>
          </ac:grpSpMkLst>
        </pc:grpChg>
        <pc:grpChg chg="add mod">
          <ac:chgData name="문 동진(KSTD)" userId="3d26c5c2-5d13-41b2-b4a9-bebd91ca5bef" providerId="ADAL" clId="{AC91C77A-115B-4066-B24C-58E72D5C40B6}" dt="2026-08-03T05:26:48.338" v="2100" actId="164"/>
          <ac:grpSpMkLst>
            <pc:docMk/>
            <pc:sldMk cId="0" sldId="267"/>
            <ac:grpSpMk id="17" creationId="{CF643177-ED14-6250-77E6-2EBA6C22F551}"/>
          </ac:grpSpMkLst>
        </pc:grpChg>
        <pc:grpChg chg="add mod">
          <ac:chgData name="문 동진(KSTD)" userId="3d26c5c2-5d13-41b2-b4a9-bebd91ca5bef" providerId="ADAL" clId="{AC91C77A-115B-4066-B24C-58E72D5C40B6}" dt="2026-08-03T05:26:50.918" v="2101" actId="164"/>
          <ac:grpSpMkLst>
            <pc:docMk/>
            <pc:sldMk cId="0" sldId="267"/>
            <ac:grpSpMk id="18" creationId="{90C2A0B1-C6C0-812C-8BA9-0DBBA0F6E3BD}"/>
          </ac:grpSpMkLst>
        </pc:grpChg>
        <pc:picChg chg="mod">
          <ac:chgData name="문 동진(KSTD)" userId="3d26c5c2-5d13-41b2-b4a9-bebd91ca5bef" providerId="ADAL" clId="{AC91C77A-115B-4066-B24C-58E72D5C40B6}" dt="2026-08-03T04:00:49.440" v="1711" actId="1076"/>
          <ac:picMkLst>
            <pc:docMk/>
            <pc:sldMk cId="0" sldId="267"/>
            <ac:picMk id="2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43.486" v="2097" actId="164"/>
          <ac:picMkLst>
            <pc:docMk/>
            <pc:sldMk cId="0" sldId="267"/>
            <ac:picMk id="9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48.338" v="2100" actId="164"/>
          <ac:picMkLst>
            <pc:docMk/>
            <pc:sldMk cId="0" sldId="267"/>
            <ac:picMk id="10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03T05:26:50.918" v="2101" actId="164"/>
          <ac:picMkLst>
            <pc:docMk/>
            <pc:sldMk cId="0" sldId="267"/>
            <ac:picMk id="11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7-31T06:59:51.394" v="30"/>
          <ac:picMkLst>
            <pc:docMk/>
            <pc:sldMk cId="0" sldId="267"/>
            <ac:picMk id="15" creationId="{9650CC58-DF79-87CC-6A07-E0A08B20FA38}"/>
          </ac:picMkLst>
        </pc:picChg>
        <pc:picChg chg="mod">
          <ac:chgData name="문 동진(KSTD)" userId="3d26c5c2-5d13-41b2-b4a9-bebd91ca5bef" providerId="ADAL" clId="{AC91C77A-115B-4066-B24C-58E72D5C40B6}" dt="2026-07-31T06:59:51.394" v="30"/>
          <ac:picMkLst>
            <pc:docMk/>
            <pc:sldMk cId="0" sldId="267"/>
            <ac:picMk id="16" creationId="{F4BF4085-C7C4-0E4C-3DCE-05E57AC86F41}"/>
          </ac:picMkLst>
        </pc:picChg>
      </pc:sldChg>
      <pc:sldChg chg="addSp delSp modSp mod">
        <pc:chgData name="문 동진(KSTD)" userId="3d26c5c2-5d13-41b2-b4a9-bebd91ca5bef" providerId="ADAL" clId="{AC91C77A-115B-4066-B24C-58E72D5C40B6}" dt="2026-07-31T07:36:22.113" v="199" actId="1076"/>
        <pc:sldMkLst>
          <pc:docMk/>
          <pc:sldMk cId="0" sldId="268"/>
        </pc:sldMkLst>
        <pc:spChg chg="mod">
          <ac:chgData name="문 동진(KSTD)" userId="3d26c5c2-5d13-41b2-b4a9-bebd91ca5bef" providerId="ADAL" clId="{AC91C77A-115B-4066-B24C-58E72D5C40B6}" dt="2026-07-31T07:36:19.160" v="198" actId="1076"/>
          <ac:spMkLst>
            <pc:docMk/>
            <pc:sldMk cId="0" sldId="268"/>
            <ac:spMk id="3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7-31T06:59:52.141" v="31"/>
          <ac:grpSpMkLst>
            <pc:docMk/>
            <pc:sldMk cId="0" sldId="268"/>
            <ac:grpSpMk id="12" creationId="{4CE4A785-6FCB-6126-1A37-AADA6DBCF99F}"/>
          </ac:grpSpMkLst>
        </pc:grpChg>
        <pc:picChg chg="mod">
          <ac:chgData name="문 동진(KSTD)" userId="3d26c5c2-5d13-41b2-b4a9-bebd91ca5bef" providerId="ADAL" clId="{AC91C77A-115B-4066-B24C-58E72D5C40B6}" dt="2026-07-31T06:59:52.141" v="31"/>
          <ac:picMkLst>
            <pc:docMk/>
            <pc:sldMk cId="0" sldId="268"/>
            <ac:picMk id="13" creationId="{2CBAB48E-39BB-B478-6843-EC05A5A7543C}"/>
          </ac:picMkLst>
        </pc:picChg>
        <pc:picChg chg="mod">
          <ac:chgData name="문 동진(KSTD)" userId="3d26c5c2-5d13-41b2-b4a9-bebd91ca5bef" providerId="ADAL" clId="{AC91C77A-115B-4066-B24C-58E72D5C40B6}" dt="2026-07-31T06:59:52.141" v="31"/>
          <ac:picMkLst>
            <pc:docMk/>
            <pc:sldMk cId="0" sldId="268"/>
            <ac:picMk id="14" creationId="{F0B64A8F-6E22-A69F-97C3-D8A4F7224A9C}"/>
          </ac:picMkLst>
        </pc:picChg>
        <pc:picChg chg="add mod">
          <ac:chgData name="문 동진(KSTD)" userId="3d26c5c2-5d13-41b2-b4a9-bebd91ca5bef" providerId="ADAL" clId="{AC91C77A-115B-4066-B24C-58E72D5C40B6}" dt="2026-07-31T07:36:22.113" v="199" actId="1076"/>
          <ac:picMkLst>
            <pc:docMk/>
            <pc:sldMk cId="0" sldId="268"/>
            <ac:picMk id="16" creationId="{2DE1FA85-D465-7E26-0602-3D1A1B0F36BF}"/>
          </ac:picMkLst>
        </pc:picChg>
      </pc:sldChg>
      <pc:sldChg chg="addSp delSp modSp add mod setBg">
        <pc:chgData name="문 동진(KSTD)" userId="3d26c5c2-5d13-41b2-b4a9-bebd91ca5bef" providerId="ADAL" clId="{AC91C77A-115B-4066-B24C-58E72D5C40B6}" dt="2026-08-03T05:25:41.787" v="2074" actId="164"/>
        <pc:sldMkLst>
          <pc:docMk/>
          <pc:sldMk cId="2219750596" sldId="269"/>
        </pc:sldMkLst>
        <pc:spChg chg="mod">
          <ac:chgData name="문 동진(KSTD)" userId="3d26c5c2-5d13-41b2-b4a9-bebd91ca5bef" providerId="ADAL" clId="{AC91C77A-115B-4066-B24C-58E72D5C40B6}" dt="2026-08-03T04:19:04.498" v="2051" actId="2711"/>
          <ac:spMkLst>
            <pc:docMk/>
            <pc:sldMk cId="2219750596" sldId="269"/>
            <ac:spMk id="8" creationId="{7C1DB554-C549-2823-63FC-78BABFB653BB}"/>
          </ac:spMkLst>
        </pc:spChg>
        <pc:spChg chg="mod">
          <ac:chgData name="문 동진(KSTD)" userId="3d26c5c2-5d13-41b2-b4a9-bebd91ca5bef" providerId="ADAL" clId="{AC91C77A-115B-4066-B24C-58E72D5C40B6}" dt="2026-08-03T05:25:33.219" v="2072" actId="164"/>
          <ac:spMkLst>
            <pc:docMk/>
            <pc:sldMk cId="2219750596" sldId="269"/>
            <ac:spMk id="38" creationId="{D4CE31C1-A3F6-77A2-F8CF-4B7A019759E8}"/>
          </ac:spMkLst>
        </pc:spChg>
        <pc:spChg chg="mod">
          <ac:chgData name="문 동진(KSTD)" userId="3d26c5c2-5d13-41b2-b4a9-bebd91ca5bef" providerId="ADAL" clId="{AC91C77A-115B-4066-B24C-58E72D5C40B6}" dt="2026-08-03T05:25:33.219" v="2072" actId="164"/>
          <ac:spMkLst>
            <pc:docMk/>
            <pc:sldMk cId="2219750596" sldId="269"/>
            <ac:spMk id="40" creationId="{DF8D0567-8277-4BC3-EA81-2151E1F8C27B}"/>
          </ac:spMkLst>
        </pc:spChg>
        <pc:spChg chg="mod">
          <ac:chgData name="문 동진(KSTD)" userId="3d26c5c2-5d13-41b2-b4a9-bebd91ca5bef" providerId="ADAL" clId="{AC91C77A-115B-4066-B24C-58E72D5C40B6}" dt="2026-08-03T05:25:38.648" v="2073" actId="164"/>
          <ac:spMkLst>
            <pc:docMk/>
            <pc:sldMk cId="2219750596" sldId="269"/>
            <ac:spMk id="47" creationId="{8CC3E8F8-31AB-FA91-51F3-53292708207F}"/>
          </ac:spMkLst>
        </pc:spChg>
        <pc:spChg chg="mod">
          <ac:chgData name="문 동진(KSTD)" userId="3d26c5c2-5d13-41b2-b4a9-bebd91ca5bef" providerId="ADAL" clId="{AC91C77A-115B-4066-B24C-58E72D5C40B6}" dt="2026-08-03T01:30:59.823" v="841" actId="1076"/>
          <ac:spMkLst>
            <pc:docMk/>
            <pc:sldMk cId="2219750596" sldId="269"/>
            <ac:spMk id="48" creationId="{9634CA0C-F05B-1640-6EF9-4A5875F596FC}"/>
          </ac:spMkLst>
        </pc:spChg>
        <pc:spChg chg="mod">
          <ac:chgData name="문 동진(KSTD)" userId="3d26c5c2-5d13-41b2-b4a9-bebd91ca5bef" providerId="ADAL" clId="{AC91C77A-115B-4066-B24C-58E72D5C40B6}" dt="2026-08-03T05:25:41.787" v="2074" actId="164"/>
          <ac:spMkLst>
            <pc:docMk/>
            <pc:sldMk cId="2219750596" sldId="269"/>
            <ac:spMk id="49" creationId="{FE97D929-EDE5-58AF-EDFC-FAF8C7436AF4}"/>
          </ac:spMkLst>
        </pc:spChg>
        <pc:spChg chg="mod">
          <ac:chgData name="문 동진(KSTD)" userId="3d26c5c2-5d13-41b2-b4a9-bebd91ca5bef" providerId="ADAL" clId="{AC91C77A-115B-4066-B24C-58E72D5C40B6}" dt="2026-08-03T01:30:59.823" v="841" actId="1076"/>
          <ac:spMkLst>
            <pc:docMk/>
            <pc:sldMk cId="2219750596" sldId="269"/>
            <ac:spMk id="50" creationId="{BDB9789A-1E3B-44CB-6724-BF78A5FCE1E6}"/>
          </ac:spMkLst>
        </pc:spChg>
        <pc:grpChg chg="add mod">
          <ac:chgData name="문 동진(KSTD)" userId="3d26c5c2-5d13-41b2-b4a9-bebd91ca5bef" providerId="ADAL" clId="{AC91C77A-115B-4066-B24C-58E72D5C40B6}" dt="2026-08-03T05:25:33.219" v="2072" actId="164"/>
          <ac:grpSpMkLst>
            <pc:docMk/>
            <pc:sldMk cId="2219750596" sldId="269"/>
            <ac:grpSpMk id="3" creationId="{CDAB554F-393B-4877-6648-07F97B3F8EA0}"/>
          </ac:grpSpMkLst>
        </pc:grpChg>
        <pc:grpChg chg="add mod">
          <ac:chgData name="문 동진(KSTD)" userId="3d26c5c2-5d13-41b2-b4a9-bebd91ca5bef" providerId="ADAL" clId="{AC91C77A-115B-4066-B24C-58E72D5C40B6}" dt="2026-08-03T05:25:38.648" v="2073" actId="164"/>
          <ac:grpSpMkLst>
            <pc:docMk/>
            <pc:sldMk cId="2219750596" sldId="269"/>
            <ac:grpSpMk id="4" creationId="{379CF153-CEC9-B57B-E114-A09BF238FF65}"/>
          </ac:grpSpMkLst>
        </pc:grpChg>
        <pc:grpChg chg="add mod">
          <ac:chgData name="문 동진(KSTD)" userId="3d26c5c2-5d13-41b2-b4a9-bebd91ca5bef" providerId="ADAL" clId="{AC91C77A-115B-4066-B24C-58E72D5C40B6}" dt="2026-08-03T05:25:41.787" v="2074" actId="164"/>
          <ac:grpSpMkLst>
            <pc:docMk/>
            <pc:sldMk cId="2219750596" sldId="269"/>
            <ac:grpSpMk id="6" creationId="{C8EC58AE-D7A4-2EDE-33E6-01ACD5F21ED5}"/>
          </ac:grpSpMkLst>
        </pc:grpChg>
        <pc:picChg chg="mod">
          <ac:chgData name="문 동진(KSTD)" userId="3d26c5c2-5d13-41b2-b4a9-bebd91ca5bef" providerId="ADAL" clId="{AC91C77A-115B-4066-B24C-58E72D5C40B6}" dt="2026-08-03T05:25:33.219" v="2072" actId="164"/>
          <ac:picMkLst>
            <pc:docMk/>
            <pc:sldMk cId="2219750596" sldId="269"/>
            <ac:picMk id="26" creationId="{957E7E81-709D-63F1-0FEC-18D91B85C9DA}"/>
          </ac:picMkLst>
        </pc:picChg>
        <pc:picChg chg="mod">
          <ac:chgData name="문 동진(KSTD)" userId="3d26c5c2-5d13-41b2-b4a9-bebd91ca5bef" providerId="ADAL" clId="{AC91C77A-115B-4066-B24C-58E72D5C40B6}" dt="2026-08-03T05:25:38.648" v="2073" actId="164"/>
          <ac:picMkLst>
            <pc:docMk/>
            <pc:sldMk cId="2219750596" sldId="269"/>
            <ac:picMk id="28" creationId="{D5237DBF-08DA-A73C-341B-63616EAB29F7}"/>
          </ac:picMkLst>
        </pc:picChg>
        <pc:picChg chg="mod">
          <ac:chgData name="문 동진(KSTD)" userId="3d26c5c2-5d13-41b2-b4a9-bebd91ca5bef" providerId="ADAL" clId="{AC91C77A-115B-4066-B24C-58E72D5C40B6}" dt="2026-08-03T05:25:41.787" v="2074" actId="164"/>
          <ac:picMkLst>
            <pc:docMk/>
            <pc:sldMk cId="2219750596" sldId="269"/>
            <ac:picMk id="30" creationId="{55A885B2-3F28-4404-6C0C-1A8D25DA4D1C}"/>
          </ac:picMkLst>
        </pc:picChg>
        <pc:picChg chg="mod">
          <ac:chgData name="문 동진(KSTD)" userId="3d26c5c2-5d13-41b2-b4a9-bebd91ca5bef" providerId="ADAL" clId="{AC91C77A-115B-4066-B24C-58E72D5C40B6}" dt="2026-08-03T05:25:33.219" v="2072" actId="164"/>
          <ac:picMkLst>
            <pc:docMk/>
            <pc:sldMk cId="2219750596" sldId="269"/>
            <ac:picMk id="32" creationId="{AB750C53-B057-1C76-C391-17FD648A562B}"/>
          </ac:picMkLst>
        </pc:picChg>
        <pc:picChg chg="mod">
          <ac:chgData name="문 동진(KSTD)" userId="3d26c5c2-5d13-41b2-b4a9-bebd91ca5bef" providerId="ADAL" clId="{AC91C77A-115B-4066-B24C-58E72D5C40B6}" dt="2026-08-03T05:25:38.648" v="2073" actId="164"/>
          <ac:picMkLst>
            <pc:docMk/>
            <pc:sldMk cId="2219750596" sldId="269"/>
            <ac:picMk id="34" creationId="{94A3EFB7-969C-52D3-86DF-9E7162A67CA7}"/>
          </ac:picMkLst>
        </pc:picChg>
        <pc:picChg chg="mod">
          <ac:chgData name="문 동진(KSTD)" userId="3d26c5c2-5d13-41b2-b4a9-bebd91ca5bef" providerId="ADAL" clId="{AC91C77A-115B-4066-B24C-58E72D5C40B6}" dt="2026-08-03T05:25:41.787" v="2074" actId="164"/>
          <ac:picMkLst>
            <pc:docMk/>
            <pc:sldMk cId="2219750596" sldId="269"/>
            <ac:picMk id="36" creationId="{DA28A964-2F17-B035-28C6-A5057F4DD8A3}"/>
          </ac:picMkLst>
        </pc:picChg>
        <pc:picChg chg="mod">
          <ac:chgData name="문 동진(KSTD)" userId="3d26c5c2-5d13-41b2-b4a9-bebd91ca5bef" providerId="ADAL" clId="{AC91C77A-115B-4066-B24C-58E72D5C40B6}" dt="2026-08-03T05:25:33.219" v="2072" actId="164"/>
          <ac:picMkLst>
            <pc:docMk/>
            <pc:sldMk cId="2219750596" sldId="269"/>
            <ac:picMk id="42" creationId="{050FA3DC-B275-DECA-1004-B191FC53BB39}"/>
          </ac:picMkLst>
        </pc:picChg>
        <pc:picChg chg="mod">
          <ac:chgData name="문 동진(KSTD)" userId="3d26c5c2-5d13-41b2-b4a9-bebd91ca5bef" providerId="ADAL" clId="{AC91C77A-115B-4066-B24C-58E72D5C40B6}" dt="2026-08-03T05:25:38.648" v="2073" actId="164"/>
          <ac:picMkLst>
            <pc:docMk/>
            <pc:sldMk cId="2219750596" sldId="269"/>
            <ac:picMk id="44" creationId="{CC3AD19B-B893-0EAA-F508-EAE7C1379856}"/>
          </ac:picMkLst>
        </pc:picChg>
        <pc:picChg chg="mod">
          <ac:chgData name="문 동진(KSTD)" userId="3d26c5c2-5d13-41b2-b4a9-bebd91ca5bef" providerId="ADAL" clId="{AC91C77A-115B-4066-B24C-58E72D5C40B6}" dt="2026-08-03T05:25:41.787" v="2074" actId="164"/>
          <ac:picMkLst>
            <pc:docMk/>
            <pc:sldMk cId="2219750596" sldId="269"/>
            <ac:picMk id="46" creationId="{5F81AAD1-6232-644E-A80E-F094FBE0CB5D}"/>
          </ac:picMkLst>
        </pc:picChg>
      </pc:sldChg>
      <pc:sldChg chg="addSp delSp modSp add mod ord setBg">
        <pc:chgData name="문 동진(KSTD)" userId="3d26c5c2-5d13-41b2-b4a9-bebd91ca5bef" providerId="ADAL" clId="{AC91C77A-115B-4066-B24C-58E72D5C40B6}" dt="2026-08-03T05:25:18.090" v="2067" actId="164"/>
        <pc:sldMkLst>
          <pc:docMk/>
          <pc:sldMk cId="372600873" sldId="270"/>
        </pc:sldMkLst>
        <pc:spChg chg="mod">
          <ac:chgData name="문 동진(KSTD)" userId="3d26c5c2-5d13-41b2-b4a9-bebd91ca5bef" providerId="ADAL" clId="{AC91C77A-115B-4066-B24C-58E72D5C40B6}" dt="2026-08-03T01:42:24.833" v="1068" actId="20577"/>
          <ac:spMkLst>
            <pc:docMk/>
            <pc:sldMk cId="372600873" sldId="270"/>
            <ac:spMk id="15" creationId="{521CD10C-D346-7BA8-0C9C-3AB468DCABCF}"/>
          </ac:spMkLst>
        </pc:spChg>
        <pc:spChg chg="add mod">
          <ac:chgData name="문 동진(KSTD)" userId="3d26c5c2-5d13-41b2-b4a9-bebd91ca5bef" providerId="ADAL" clId="{AC91C77A-115B-4066-B24C-58E72D5C40B6}" dt="2026-08-03T05:25:16.042" v="2066" actId="164"/>
          <ac:spMkLst>
            <pc:docMk/>
            <pc:sldMk cId="372600873" sldId="270"/>
            <ac:spMk id="23" creationId="{9A952BDF-0A58-C8B7-D162-49FFCDF93EED}"/>
          </ac:spMkLst>
        </pc:spChg>
        <pc:spChg chg="add mod">
          <ac:chgData name="문 동진(KSTD)" userId="3d26c5c2-5d13-41b2-b4a9-bebd91ca5bef" providerId="ADAL" clId="{AC91C77A-115B-4066-B24C-58E72D5C40B6}" dt="2026-08-03T05:25:16.042" v="2066" actId="164"/>
          <ac:spMkLst>
            <pc:docMk/>
            <pc:sldMk cId="372600873" sldId="270"/>
            <ac:spMk id="27" creationId="{2D36F48D-5BC7-BB06-1F51-9231650CB7B0}"/>
          </ac:spMkLst>
        </pc:spChg>
        <pc:spChg chg="add mod">
          <ac:chgData name="문 동진(KSTD)" userId="3d26c5c2-5d13-41b2-b4a9-bebd91ca5bef" providerId="ADAL" clId="{AC91C77A-115B-4066-B24C-58E72D5C40B6}" dt="2026-08-03T05:25:18.090" v="2067" actId="164"/>
          <ac:spMkLst>
            <pc:docMk/>
            <pc:sldMk cId="372600873" sldId="270"/>
            <ac:spMk id="33" creationId="{EC9F2BA5-C5B6-5F27-E9CE-2599F0DF9CB9}"/>
          </ac:spMkLst>
        </pc:spChg>
        <pc:spChg chg="add mod">
          <ac:chgData name="문 동진(KSTD)" userId="3d26c5c2-5d13-41b2-b4a9-bebd91ca5bef" providerId="ADAL" clId="{AC91C77A-115B-4066-B24C-58E72D5C40B6}" dt="2026-08-03T05:25:18.090" v="2067" actId="164"/>
          <ac:spMkLst>
            <pc:docMk/>
            <pc:sldMk cId="372600873" sldId="270"/>
            <ac:spMk id="35" creationId="{2FE095AA-2D2C-9E7A-81A0-48CEE36C52FD}"/>
          </ac:spMkLst>
        </pc:spChg>
        <pc:grpChg chg="add mod">
          <ac:chgData name="문 동진(KSTD)" userId="3d26c5c2-5d13-41b2-b4a9-bebd91ca5bef" providerId="ADAL" clId="{AC91C77A-115B-4066-B24C-58E72D5C40B6}" dt="2026-08-03T05:25:16.042" v="2066" actId="164"/>
          <ac:grpSpMkLst>
            <pc:docMk/>
            <pc:sldMk cId="372600873" sldId="270"/>
            <ac:grpSpMk id="3" creationId="{27FFF21B-B535-A591-81C6-4A13406F88CF}"/>
          </ac:grpSpMkLst>
        </pc:grpChg>
        <pc:grpChg chg="add mod">
          <ac:chgData name="문 동진(KSTD)" userId="3d26c5c2-5d13-41b2-b4a9-bebd91ca5bef" providerId="ADAL" clId="{AC91C77A-115B-4066-B24C-58E72D5C40B6}" dt="2026-08-03T05:25:18.090" v="2067" actId="164"/>
          <ac:grpSpMkLst>
            <pc:docMk/>
            <pc:sldMk cId="372600873" sldId="270"/>
            <ac:grpSpMk id="4" creationId="{7F720611-C6DE-5E36-E1E2-B85505E273D5}"/>
          </ac:grpSpMkLst>
        </pc:grpChg>
        <pc:grpChg chg="mod">
          <ac:chgData name="문 동진(KSTD)" userId="3d26c5c2-5d13-41b2-b4a9-bebd91ca5bef" providerId="ADAL" clId="{AC91C77A-115B-4066-B24C-58E72D5C40B6}" dt="2026-08-03T05:25:18.090" v="2067" actId="164"/>
          <ac:grpSpMkLst>
            <pc:docMk/>
            <pc:sldMk cId="372600873" sldId="270"/>
            <ac:grpSpMk id="20" creationId="{ECC68F6C-75CE-1B9D-7FE5-783D038880EC}"/>
          </ac:grpSpMkLst>
        </pc:grpChg>
        <pc:picChg chg="mod">
          <ac:chgData name="문 동진(KSTD)" userId="3d26c5c2-5d13-41b2-b4a9-bebd91ca5bef" providerId="ADAL" clId="{AC91C77A-115B-4066-B24C-58E72D5C40B6}" dt="2026-08-03T01:44:20.433" v="1087" actId="1076"/>
          <ac:picMkLst>
            <pc:docMk/>
            <pc:sldMk cId="372600873" sldId="270"/>
            <ac:picMk id="2" creationId="{B7E2E41E-771E-AAC8-0108-BBFC0DEA48CD}"/>
          </ac:picMkLst>
        </pc:picChg>
        <pc:picChg chg="add mod">
          <ac:chgData name="문 동진(KSTD)" userId="3d26c5c2-5d13-41b2-b4a9-bebd91ca5bef" providerId="ADAL" clId="{AC91C77A-115B-4066-B24C-58E72D5C40B6}" dt="2026-08-03T05:25:16.042" v="2066" actId="164"/>
          <ac:picMkLst>
            <pc:docMk/>
            <pc:sldMk cId="372600873" sldId="270"/>
            <ac:picMk id="18" creationId="{FAAE26A8-E82B-4E18-A9CD-9E4D3AF94277}"/>
          </ac:picMkLst>
        </pc:picChg>
        <pc:picChg chg="mod modCrop">
          <ac:chgData name="문 동진(KSTD)" userId="3d26c5c2-5d13-41b2-b4a9-bebd91ca5bef" providerId="ADAL" clId="{AC91C77A-115B-4066-B24C-58E72D5C40B6}" dt="2026-08-03T05:25:18.090" v="2067" actId="164"/>
          <ac:picMkLst>
            <pc:docMk/>
            <pc:sldMk cId="372600873" sldId="270"/>
            <ac:picMk id="24" creationId="{B04081E5-1A8A-6A72-4CA0-E704AFA9F3F5}"/>
          </ac:picMkLst>
        </pc:picChg>
        <pc:picChg chg="mod modCrop">
          <ac:chgData name="문 동진(KSTD)" userId="3d26c5c2-5d13-41b2-b4a9-bebd91ca5bef" providerId="ADAL" clId="{AC91C77A-115B-4066-B24C-58E72D5C40B6}" dt="2026-08-03T05:25:16.042" v="2066" actId="164"/>
          <ac:picMkLst>
            <pc:docMk/>
            <pc:sldMk cId="372600873" sldId="270"/>
            <ac:picMk id="26" creationId="{C4876FEA-CB79-FDB5-C47B-457A973C5088}"/>
          </ac:picMkLst>
        </pc:picChg>
        <pc:picChg chg="add mod">
          <ac:chgData name="문 동진(KSTD)" userId="3d26c5c2-5d13-41b2-b4a9-bebd91ca5bef" providerId="ADAL" clId="{AC91C77A-115B-4066-B24C-58E72D5C40B6}" dt="2026-08-03T05:25:18.090" v="2067" actId="164"/>
          <ac:picMkLst>
            <pc:docMk/>
            <pc:sldMk cId="372600873" sldId="270"/>
            <ac:picMk id="31" creationId="{9CC5B732-0209-76E0-A8C8-7A259EC8E76B}"/>
          </ac:picMkLst>
        </pc:picChg>
      </pc:sldChg>
      <pc:sldChg chg="modSp add mod setBg">
        <pc:chgData name="문 동진(KSTD)" userId="3d26c5c2-5d13-41b2-b4a9-bebd91ca5bef" providerId="ADAL" clId="{AC91C77A-115B-4066-B24C-58E72D5C40B6}" dt="2026-08-03T01:52:43.565" v="1194" actId="1076"/>
        <pc:sldMkLst>
          <pc:docMk/>
          <pc:sldMk cId="1686989315" sldId="271"/>
        </pc:sldMkLst>
        <pc:spChg chg="mod">
          <ac:chgData name="문 동진(KSTD)" userId="3d26c5c2-5d13-41b2-b4a9-bebd91ca5bef" providerId="ADAL" clId="{AC91C77A-115B-4066-B24C-58E72D5C40B6}" dt="2026-08-03T01:52:43.565" v="1194" actId="1076"/>
          <ac:spMkLst>
            <pc:docMk/>
            <pc:sldMk cId="1686989315" sldId="271"/>
            <ac:spMk id="3" creationId="{813B2B7F-71D9-D06F-58E6-C6EC6F3356F0}"/>
          </ac:spMkLst>
        </pc:spChg>
      </pc:sldChg>
      <pc:sldChg chg="addSp delSp modSp add mod setBg">
        <pc:chgData name="문 동진(KSTD)" userId="3d26c5c2-5d13-41b2-b4a9-bebd91ca5bef" providerId="ADAL" clId="{AC91C77A-115B-4066-B24C-58E72D5C40B6}" dt="2026-08-03T05:26:01.566" v="2082" actId="164"/>
        <pc:sldMkLst>
          <pc:docMk/>
          <pc:sldMk cId="456431462" sldId="272"/>
        </pc:sldMkLst>
        <pc:spChg chg="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44" creationId="{53A28AC8-4C4B-4E09-2B66-8056F82C1396}"/>
          </ac:spMkLst>
        </pc:spChg>
        <pc:spChg chg="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46" creationId="{3F7C801D-D3E2-3D12-7992-481C317801A9}"/>
          </ac:spMkLst>
        </pc:spChg>
        <pc:spChg chg="mod">
          <ac:chgData name="문 동진(KSTD)" userId="3d26c5c2-5d13-41b2-b4a9-bebd91ca5bef" providerId="ADAL" clId="{AC91C77A-115B-4066-B24C-58E72D5C40B6}" dt="2026-08-03T05:26:01.566" v="2082" actId="164"/>
          <ac:spMkLst>
            <pc:docMk/>
            <pc:sldMk cId="456431462" sldId="272"/>
            <ac:spMk id="248" creationId="{AC2A4C74-ECE9-BBD1-4356-153F73621F77}"/>
          </ac:spMkLst>
        </pc:spChg>
        <pc:spChg chg="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50" creationId="{FDA60F58-BF78-1A4F-CEBB-F7C6FF60ADFF}"/>
          </ac:spMkLst>
        </pc:spChg>
        <pc:spChg chg="add 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52" creationId="{F5D68663-29B3-14C8-35F6-841B2D092674}"/>
          </ac:spMkLst>
        </pc:spChg>
        <pc:spChg chg="mod">
          <ac:chgData name="문 동진(KSTD)" userId="3d26c5c2-5d13-41b2-b4a9-bebd91ca5bef" providerId="ADAL" clId="{AC91C77A-115B-4066-B24C-58E72D5C40B6}" dt="2026-08-03T05:25:54.326" v="2078" actId="164"/>
          <ac:spMkLst>
            <pc:docMk/>
            <pc:sldMk cId="456431462" sldId="272"/>
            <ac:spMk id="254" creationId="{9B058240-FAE6-7663-59DB-F7B0019229BF}"/>
          </ac:spMkLst>
        </pc:spChg>
        <pc:spChg chg="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56" creationId="{DA5B209C-58A2-4BE2-2DA6-DF487B64F0C1}"/>
          </ac:spMkLst>
        </pc:spChg>
        <pc:spChg chg="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58" creationId="{619C4249-7572-4271-147C-CC5B4F8FF05A}"/>
          </ac:spMkLst>
        </pc:spChg>
        <pc:spChg chg="add mod">
          <ac:chgData name="문 동진(KSTD)" userId="3d26c5c2-5d13-41b2-b4a9-bebd91ca5bef" providerId="ADAL" clId="{AC91C77A-115B-4066-B24C-58E72D5C40B6}" dt="2026-08-03T05:26:01.566" v="2082" actId="164"/>
          <ac:spMkLst>
            <pc:docMk/>
            <pc:sldMk cId="456431462" sldId="272"/>
            <ac:spMk id="260" creationId="{561852A7-1088-4ECF-E2CB-7AA8CDBB80C0}"/>
          </ac:spMkLst>
        </pc:spChg>
        <pc:spChg chg="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62" creationId="{D8FA8C24-CD84-E259-597C-CD6924747754}"/>
          </ac:spMkLst>
        </pc:spChg>
        <pc:spChg chg="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64" creationId="{8EC2384F-3725-1A5B-8232-50FAAD6D07F5}"/>
          </ac:spMkLst>
        </pc:spChg>
        <pc:spChg chg="add mod">
          <ac:chgData name="문 동진(KSTD)" userId="3d26c5c2-5d13-41b2-b4a9-bebd91ca5bef" providerId="ADAL" clId="{AC91C77A-115B-4066-B24C-58E72D5C40B6}" dt="2026-08-03T05:25:54.326" v="2078" actId="164"/>
          <ac:spMkLst>
            <pc:docMk/>
            <pc:sldMk cId="456431462" sldId="272"/>
            <ac:spMk id="266" creationId="{D48332A8-64D0-AE56-E466-0298AAC4D4D5}"/>
          </ac:spMkLst>
        </pc:spChg>
        <pc:spChg chg="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68" creationId="{6214629E-2BF1-0918-EC2F-739C1363677F}"/>
          </ac:spMkLst>
        </pc:spChg>
        <pc:spChg chg="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70" creationId="{43FC1CD5-C0B0-A8B0-AFBF-F703D768089C}"/>
          </ac:spMkLst>
        </pc:spChg>
        <pc:spChg chg="mod">
          <ac:chgData name="문 동진(KSTD)" userId="3d26c5c2-5d13-41b2-b4a9-bebd91ca5bef" providerId="ADAL" clId="{AC91C77A-115B-4066-B24C-58E72D5C40B6}" dt="2026-08-03T05:26:01.566" v="2082" actId="164"/>
          <ac:spMkLst>
            <pc:docMk/>
            <pc:sldMk cId="456431462" sldId="272"/>
            <ac:spMk id="272" creationId="{F7EEC4A6-5537-DB03-9D4E-BD1B836F2CF1}"/>
          </ac:spMkLst>
        </pc:spChg>
        <pc:spChg chg="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74" creationId="{4CFA603B-F8B1-7FB2-A34E-DC8B2611E59A}"/>
          </ac:spMkLst>
        </pc:spChg>
        <pc:spChg chg="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76" creationId="{4D78E4F6-2B3E-7E09-09CE-C924EB64E0F4}"/>
          </ac:spMkLst>
        </pc:spChg>
        <pc:spChg chg="add mod">
          <ac:chgData name="문 동진(KSTD)" userId="3d26c5c2-5d13-41b2-b4a9-bebd91ca5bef" providerId="ADAL" clId="{AC91C77A-115B-4066-B24C-58E72D5C40B6}" dt="2026-08-03T05:25:54.326" v="2078" actId="164"/>
          <ac:spMkLst>
            <pc:docMk/>
            <pc:sldMk cId="456431462" sldId="272"/>
            <ac:spMk id="278" creationId="{BEBE0D11-2A35-EAFE-D52D-046CA812DF6E}"/>
          </ac:spMkLst>
        </pc:spChg>
        <pc:spChg chg="add 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80" creationId="{38B17151-49D0-65B4-8377-5567726A4802}"/>
          </ac:spMkLst>
        </pc:spChg>
        <pc:spChg chg="add 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82" creationId="{826A66B3-A7C0-50DF-7006-F63797928CC3}"/>
          </ac:spMkLst>
        </pc:spChg>
        <pc:spChg chg="add mod">
          <ac:chgData name="문 동진(KSTD)" userId="3d26c5c2-5d13-41b2-b4a9-bebd91ca5bef" providerId="ADAL" clId="{AC91C77A-115B-4066-B24C-58E72D5C40B6}" dt="2026-08-03T05:26:01.566" v="2082" actId="164"/>
          <ac:spMkLst>
            <pc:docMk/>
            <pc:sldMk cId="456431462" sldId="272"/>
            <ac:spMk id="284" creationId="{6694AABE-A381-6ECE-C040-5D8B4663CD07}"/>
          </ac:spMkLst>
        </pc:spChg>
        <pc:spChg chg="add 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86" creationId="{E4789331-134A-D38B-6ADB-7345A91B9C8B}"/>
          </ac:spMkLst>
        </pc:spChg>
        <pc:spChg chg="mod">
          <ac:chgData name="문 동진(KSTD)" userId="3d26c5c2-5d13-41b2-b4a9-bebd91ca5bef" providerId="ADAL" clId="{AC91C77A-115B-4066-B24C-58E72D5C40B6}" dt="2026-08-03T05:25:49.986" v="2075" actId="164"/>
          <ac:spMkLst>
            <pc:docMk/>
            <pc:sldMk cId="456431462" sldId="272"/>
            <ac:spMk id="288" creationId="{ED867E79-123E-1090-86CE-F2696807B0DA}"/>
          </ac:spMkLst>
        </pc:spChg>
        <pc:spChg chg="mod">
          <ac:chgData name="문 동진(KSTD)" userId="3d26c5c2-5d13-41b2-b4a9-bebd91ca5bef" providerId="ADAL" clId="{AC91C77A-115B-4066-B24C-58E72D5C40B6}" dt="2026-08-03T05:25:54.326" v="2078" actId="164"/>
          <ac:spMkLst>
            <pc:docMk/>
            <pc:sldMk cId="456431462" sldId="272"/>
            <ac:spMk id="290" creationId="{81521940-4EC7-6BB4-2C54-BF7336593AD8}"/>
          </ac:spMkLst>
        </pc:spChg>
        <pc:spChg chg="add 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92" creationId="{FCDB65BF-93B7-6D90-BC18-524CB4B69084}"/>
          </ac:spMkLst>
        </pc:spChg>
        <pc:spChg chg="add mod">
          <ac:chgData name="문 동진(KSTD)" userId="3d26c5c2-5d13-41b2-b4a9-bebd91ca5bef" providerId="ADAL" clId="{AC91C77A-115B-4066-B24C-58E72D5C40B6}" dt="2026-08-03T05:25:57.243" v="2079" actId="164"/>
          <ac:spMkLst>
            <pc:docMk/>
            <pc:sldMk cId="456431462" sldId="272"/>
            <ac:spMk id="294" creationId="{C393C480-1E0A-4257-3511-DBC1074BA829}"/>
          </ac:spMkLst>
        </pc:spChg>
        <pc:spChg chg="add mod">
          <ac:chgData name="문 동진(KSTD)" userId="3d26c5c2-5d13-41b2-b4a9-bebd91ca5bef" providerId="ADAL" clId="{AC91C77A-115B-4066-B24C-58E72D5C40B6}" dt="2026-08-03T02:14:49.158" v="1451" actId="1076"/>
          <ac:spMkLst>
            <pc:docMk/>
            <pc:sldMk cId="456431462" sldId="272"/>
            <ac:spMk id="296" creationId="{16415AC6-BC68-6796-B0F0-D6C76C08727C}"/>
          </ac:spMkLst>
        </pc:spChg>
        <pc:grpChg chg="add mod">
          <ac:chgData name="문 동진(KSTD)" userId="3d26c5c2-5d13-41b2-b4a9-bebd91ca5bef" providerId="ADAL" clId="{AC91C77A-115B-4066-B24C-58E72D5C40B6}" dt="2026-08-03T05:25:51.772" v="2077" actId="1076"/>
          <ac:grpSpMkLst>
            <pc:docMk/>
            <pc:sldMk cId="456431462" sldId="272"/>
            <ac:grpSpMk id="2" creationId="{0A7928BC-F292-FAFF-8FC4-3679D3F0BA68}"/>
          </ac:grpSpMkLst>
        </pc:grpChg>
        <pc:grpChg chg="add mod">
          <ac:chgData name="문 동진(KSTD)" userId="3d26c5c2-5d13-41b2-b4a9-bebd91ca5bef" providerId="ADAL" clId="{AC91C77A-115B-4066-B24C-58E72D5C40B6}" dt="2026-08-03T05:25:54.326" v="2078" actId="164"/>
          <ac:grpSpMkLst>
            <pc:docMk/>
            <pc:sldMk cId="456431462" sldId="272"/>
            <ac:grpSpMk id="4" creationId="{32960FBA-411E-E6F5-8F61-F3E44954FF54}"/>
          </ac:grpSpMkLst>
        </pc:grpChg>
        <pc:grpChg chg="add mod">
          <ac:chgData name="문 동진(KSTD)" userId="3d26c5c2-5d13-41b2-b4a9-bebd91ca5bef" providerId="ADAL" clId="{AC91C77A-115B-4066-B24C-58E72D5C40B6}" dt="2026-08-03T05:25:59.547" v="2081" actId="1076"/>
          <ac:grpSpMkLst>
            <pc:docMk/>
            <pc:sldMk cId="456431462" sldId="272"/>
            <ac:grpSpMk id="5" creationId="{20D6C111-B716-DDC2-2BCB-4952F4D099B4}"/>
          </ac:grpSpMkLst>
        </pc:grpChg>
        <pc:grpChg chg="add mod">
          <ac:chgData name="문 동진(KSTD)" userId="3d26c5c2-5d13-41b2-b4a9-bebd91ca5bef" providerId="ADAL" clId="{AC91C77A-115B-4066-B24C-58E72D5C40B6}" dt="2026-08-03T05:26:01.566" v="2082" actId="164"/>
          <ac:grpSpMkLst>
            <pc:docMk/>
            <pc:sldMk cId="456431462" sldId="272"/>
            <ac:grpSpMk id="6" creationId="{20E78B81-C402-F2D2-0237-7A6A4A8C8D12}"/>
          </ac:grpSpMkLst>
        </pc:grpChg>
      </pc:sldChg>
      <pc:sldChg chg="addSp delSp modSp add mod setBg">
        <pc:chgData name="문 동진(KSTD)" userId="3d26c5c2-5d13-41b2-b4a9-bebd91ca5bef" providerId="ADAL" clId="{AC91C77A-115B-4066-B24C-58E72D5C40B6}" dt="2026-08-03T05:24:33.840" v="2062" actId="113"/>
        <pc:sldMkLst>
          <pc:docMk/>
          <pc:sldMk cId="3171303729" sldId="273"/>
        </pc:sldMkLst>
        <pc:spChg chg="mod">
          <ac:chgData name="문 동진(KSTD)" userId="3d26c5c2-5d13-41b2-b4a9-bebd91ca5bef" providerId="ADAL" clId="{AC91C77A-115B-4066-B24C-58E72D5C40B6}" dt="2026-08-03T04:07:24.386" v="1794" actId="2711"/>
          <ac:spMkLst>
            <pc:docMk/>
            <pc:sldMk cId="3171303729" sldId="273"/>
            <ac:spMk id="8" creationId="{6FD267EC-E3D5-2F2C-218E-A1820CC03A64}"/>
          </ac:spMkLst>
        </pc:spChg>
        <pc:spChg chg="add mod">
          <ac:chgData name="문 동진(KSTD)" userId="3d26c5c2-5d13-41b2-b4a9-bebd91ca5bef" providerId="ADAL" clId="{AC91C77A-115B-4066-B24C-58E72D5C40B6}" dt="2026-08-03T04:17:22.592" v="2033" actId="1076"/>
          <ac:spMkLst>
            <pc:docMk/>
            <pc:sldMk cId="3171303729" sldId="273"/>
            <ac:spMk id="16" creationId="{EF4F7BA1-D188-4CB1-F772-6735000DCC2C}"/>
          </ac:spMkLst>
        </pc:spChg>
        <pc:spChg chg="add mod">
          <ac:chgData name="문 동진(KSTD)" userId="3d26c5c2-5d13-41b2-b4a9-bebd91ca5bef" providerId="ADAL" clId="{AC91C77A-115B-4066-B24C-58E72D5C40B6}" dt="2026-08-03T05:24:28.398" v="2061" actId="113"/>
          <ac:spMkLst>
            <pc:docMk/>
            <pc:sldMk cId="3171303729" sldId="273"/>
            <ac:spMk id="17" creationId="{3F1A44BD-551D-5DA1-BBC4-5CC52BB52CB2}"/>
          </ac:spMkLst>
        </pc:spChg>
        <pc:spChg chg="add mod">
          <ac:chgData name="문 동진(KSTD)" userId="3d26c5c2-5d13-41b2-b4a9-bebd91ca5bef" providerId="ADAL" clId="{AC91C77A-115B-4066-B24C-58E72D5C40B6}" dt="2026-08-03T04:17:22.592" v="2033" actId="1076"/>
          <ac:spMkLst>
            <pc:docMk/>
            <pc:sldMk cId="3171303729" sldId="273"/>
            <ac:spMk id="22" creationId="{91AABF88-5382-DA27-8A53-901B6A1B8B45}"/>
          </ac:spMkLst>
        </pc:spChg>
        <pc:spChg chg="add mod">
          <ac:chgData name="문 동진(KSTD)" userId="3d26c5c2-5d13-41b2-b4a9-bebd91ca5bef" providerId="ADAL" clId="{AC91C77A-115B-4066-B24C-58E72D5C40B6}" dt="2026-08-03T04:17:22.592" v="2033" actId="1076"/>
          <ac:spMkLst>
            <pc:docMk/>
            <pc:sldMk cId="3171303729" sldId="273"/>
            <ac:spMk id="23" creationId="{64414161-4E2E-C696-70A1-DF77CD60A229}"/>
          </ac:spMkLst>
        </pc:spChg>
        <pc:spChg chg="add mod">
          <ac:chgData name="문 동진(KSTD)" userId="3d26c5c2-5d13-41b2-b4a9-bebd91ca5bef" providerId="ADAL" clId="{AC91C77A-115B-4066-B24C-58E72D5C40B6}" dt="2026-08-03T04:17:22.592" v="2033" actId="1076"/>
          <ac:spMkLst>
            <pc:docMk/>
            <pc:sldMk cId="3171303729" sldId="273"/>
            <ac:spMk id="24" creationId="{6DC9027E-3EE4-4D6D-35EB-08E0BC42AFCA}"/>
          </ac:spMkLst>
        </pc:spChg>
        <pc:spChg chg="mod">
          <ac:chgData name="문 동진(KSTD)" userId="3d26c5c2-5d13-41b2-b4a9-bebd91ca5bef" providerId="ADAL" clId="{AC91C77A-115B-4066-B24C-58E72D5C40B6}" dt="2026-08-03T04:17:22.592" v="2033" actId="1076"/>
          <ac:spMkLst>
            <pc:docMk/>
            <pc:sldMk cId="3171303729" sldId="273"/>
            <ac:spMk id="84" creationId="{DD74F9ED-C78A-A9AF-13D7-3A83EBEC155E}"/>
          </ac:spMkLst>
        </pc:spChg>
        <pc:graphicFrameChg chg="add del mod">
          <ac:chgData name="문 동진(KSTD)" userId="3d26c5c2-5d13-41b2-b4a9-bebd91ca5bef" providerId="ADAL" clId="{AC91C77A-115B-4066-B24C-58E72D5C40B6}" dt="2026-08-03T05:24:33.840" v="2062" actId="113"/>
          <ac:graphicFrameMkLst>
            <pc:docMk/>
            <pc:sldMk cId="3171303729" sldId="273"/>
            <ac:graphicFrameMk id="7" creationId="{F51B3596-34B0-2394-5BBB-CE2392922430}"/>
          </ac:graphicFrameMkLst>
        </pc:graphicFrameChg>
      </pc:sldChg>
      <pc:sldChg chg="add setBg">
        <pc:chgData name="문 동진(KSTD)" userId="3d26c5c2-5d13-41b2-b4a9-bebd91ca5bef" providerId="ADAL" clId="{AC91C77A-115B-4066-B24C-58E72D5C40B6}" dt="2026-08-10T02:14:36.933" v="2102"/>
        <pc:sldMkLst>
          <pc:docMk/>
          <pc:sldMk cId="0" sldId="274"/>
        </pc:sldMkLst>
      </pc:sldChg>
      <pc:sldChg chg="add">
        <pc:chgData name="문 동진(KSTD)" userId="3d26c5c2-5d13-41b2-b4a9-bebd91ca5bef" providerId="ADAL" clId="{AC91C77A-115B-4066-B24C-58E72D5C40B6}" dt="2026-08-11T02:20:01.578" v="2103"/>
        <pc:sldMkLst>
          <pc:docMk/>
          <pc:sldMk cId="3161678526" sldId="29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737855593353669E-2"/>
          <c:y val="4.084967320261438E-2"/>
          <c:w val="0.45345429005534604"/>
          <c:h val="0.918300653594771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구분</c:v>
                </c:pt>
              </c:strCache>
            </c:strRef>
          </c:tx>
          <c:spPr>
            <a:solidFill>
              <a:srgbClr val="1E3A8A"/>
            </a:solidFill>
          </c:spPr>
          <c:dPt>
            <c:idx val="0"/>
            <c:bubble3D val="0"/>
            <c:spPr>
              <a:solidFill>
                <a:srgbClr val="2563E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870-4E9F-A00F-E925A9C78EC1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870-4E9F-A00F-E925A9C78EC1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292-44D2-8C99-EEF740DB42B4}"/>
              </c:ext>
            </c:extLst>
          </c:dPt>
          <c:cat>
            <c:strRef>
              <c:f>Sheet1!$A$2:$A$4</c:f>
              <c:strCache>
                <c:ptCount val="3"/>
                <c:pt idx="0">
                  <c:v>회계 관련 오류</c:v>
                </c:pt>
                <c:pt idx="1">
                  <c:v>세무 관련 오류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19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70-4E9F-A00F-E925A9C78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</c:legendEntry>
      <c:layout>
        <c:manualLayout>
          <c:xMode val="edge"/>
          <c:yMode val="edge"/>
          <c:x val="0.49494903610626767"/>
          <c:y val="0.27656901343214446"/>
          <c:w val="0.3053535674725612"/>
          <c:h val="0.471371777057279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DCBD8-F5D2-41DD-B764-016F4FF15D5E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BCE9A-BBA9-4DCC-A41C-FEEEF522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81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54608-7835-444B-FE7C-998925A4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0F556-6CBB-5437-CBC5-408D1879B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1CB73-ED94-FD87-3B49-022C05483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E2568-F69B-5E9A-C3A3-323BBD95B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07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08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8.png"/><Relationship Id="rId10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hyperlink" Target="http://127.0.0.1:5500/%EA%B3%BC%EC%A0%9Cpt/2026-07-23_mockup_%ED%9A%8C%EA%B3%84%EC%84%B8%EB%AC%B4Wiki%EC%8B%9C%EC%8A%A4%ED%85%9C_%EC%9B%90%EB%B3%B8.html" TargetMode="External"/><Relationship Id="rId4" Type="http://schemas.openxmlformats.org/officeDocument/2006/relationships/image" Target="../media/image3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8.png"/><Relationship Id="rId7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7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8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2.png"/><Relationship Id="rId7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132448"/>
            <a:ext cx="11049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0277"/>
            <a:ext cx="11049000" cy="228600"/>
          </a:xfrm>
          <a:prstGeom prst="rect">
            <a:avLst/>
          </a:prstGeom>
          <a:noFill/>
        </p:spPr>
        <p:txBody>
          <a:bodyPr wrap="square" lIns="147786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B82F6"/>
                </a:solidFill>
                <a:latin typeface="Noto Sans KR"/>
              </a:rPr>
              <a:t>2026 </a:t>
            </a:r>
            <a:r>
              <a:rPr sz="1350" b="1" i="0" u="none" dirty="0" err="1">
                <a:solidFill>
                  <a:srgbClr val="3B82F6"/>
                </a:solidFill>
                <a:latin typeface="Noto Sans KR"/>
              </a:rPr>
              <a:t>전환형</a:t>
            </a:r>
            <a:r>
              <a:rPr sz="1350" b="1" i="0" u="none" dirty="0">
                <a:solidFill>
                  <a:srgbClr val="3B82F6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3B82F6"/>
                </a:solidFill>
                <a:latin typeface="Noto Sans KR"/>
              </a:rPr>
              <a:t>인턴십</a:t>
            </a:r>
            <a:r>
              <a:rPr sz="1350" b="1" i="0" u="none" dirty="0">
                <a:solidFill>
                  <a:srgbClr val="3B82F6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3B82F6"/>
                </a:solidFill>
                <a:latin typeface="Noto Sans KR"/>
              </a:rPr>
              <a:t>최종과제</a:t>
            </a:r>
            <a:endParaRPr sz="1350" b="1" i="0" u="none" dirty="0">
              <a:solidFill>
                <a:srgbClr val="3B82F6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637532"/>
            <a:ext cx="116014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0" i="0" u="none" dirty="0" err="1">
                <a:solidFill>
                  <a:srgbClr val="FFFFFF"/>
                </a:solidFill>
                <a:latin typeface="Noto Sans KR Black"/>
              </a:rPr>
              <a:t>회계</a:t>
            </a:r>
            <a:r>
              <a:rPr sz="4200" b="0" i="0" u="none" dirty="0">
                <a:solidFill>
                  <a:srgbClr val="FFFFFF"/>
                </a:solidFill>
                <a:latin typeface="Noto Sans KR Black"/>
              </a:rPr>
              <a:t> Wiki </a:t>
            </a:r>
            <a:r>
              <a:rPr sz="4200" b="0" i="0" u="none" dirty="0" err="1">
                <a:solidFill>
                  <a:srgbClr val="FFFFFF"/>
                </a:solidFill>
                <a:latin typeface="Noto Sans KR Black"/>
              </a:rPr>
              <a:t>시스템</a:t>
            </a:r>
            <a:r>
              <a:rPr sz="4200" b="0" i="0" u="none" dirty="0">
                <a:solidFill>
                  <a:srgbClr val="FFFFFF"/>
                </a:solidFill>
                <a:latin typeface="Noto Sans KR Black"/>
              </a:rPr>
              <a:t> </a:t>
            </a:r>
            <a:r>
              <a:rPr sz="4200" b="0" i="0" u="none" dirty="0" err="1">
                <a:solidFill>
                  <a:srgbClr val="FFFFFF"/>
                </a:solidFill>
                <a:latin typeface="Noto Sans KR Black"/>
              </a:rPr>
              <a:t>구축</a:t>
            </a:r>
            <a:endParaRPr sz="4200" b="0" i="0" u="none" dirty="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3467992"/>
            <a:ext cx="80962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사업부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회계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이해도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제고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및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업무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효율화를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위한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실무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중심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웹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매뉴얼</a:t>
            </a:r>
            <a:r>
              <a:rPr sz="165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Noto Sans KR"/>
              </a:rPr>
              <a:t>개발</a:t>
            </a:r>
            <a:endParaRPr sz="1650" b="0" i="0" u="none" dirty="0">
              <a:solidFill>
                <a:srgbClr val="94A3B8"/>
              </a:solidFill>
              <a:latin typeface="Noto Sans KR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8852"/>
            <a:ext cx="147786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6316" y="6251510"/>
            <a:ext cx="4572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 err="1">
                <a:solidFill>
                  <a:srgbClr val="CBD5E1"/>
                </a:solidFill>
                <a:latin typeface="Noto Sans KR"/>
              </a:rPr>
              <a:t>회계팀</a:t>
            </a:r>
            <a:endParaRPr sz="1200" b="0" i="0" u="none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4016" y="6265798"/>
            <a:ext cx="39588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Noto Sans KR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8920" y="6251510"/>
            <a:ext cx="804416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 err="1">
                <a:solidFill>
                  <a:srgbClr val="CBD5E1"/>
                </a:solidFill>
                <a:latin typeface="Noto Sans KR"/>
              </a:rPr>
              <a:t>문동진</a:t>
            </a:r>
            <a:r>
              <a:rPr sz="1200" b="0" i="0" u="none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Noto Sans KR"/>
              </a:rPr>
              <a:t>인턴</a:t>
            </a:r>
            <a:endParaRPr sz="1200" b="0" i="0" u="none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3836" y="6265798"/>
            <a:ext cx="39588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Noto Sans KR"/>
              </a:rP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8740" y="6259190"/>
            <a:ext cx="15037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CBD5E1"/>
                </a:solidFill>
                <a:latin typeface="Noto Sans KR"/>
              </a:rPr>
              <a:t>2026. 07</a:t>
            </a:r>
            <a:r>
              <a:rPr lang="en-US" sz="1200" b="0" i="0" u="none" dirty="0">
                <a:solidFill>
                  <a:srgbClr val="CBD5E1"/>
                </a:solidFill>
                <a:latin typeface="Noto Sans KR"/>
              </a:rPr>
              <a:t>. 28</a:t>
            </a:r>
            <a:endParaRPr sz="1200" b="0" i="0" u="none" dirty="0">
              <a:solidFill>
                <a:srgbClr val="CBD5E1"/>
              </a:solidFill>
              <a:latin typeface="Noto Sans KR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275323"/>
            <a:ext cx="118616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104" y="6275323"/>
            <a:ext cx="118616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924" y="6275323"/>
            <a:ext cx="118616" cy="15240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6B46B2DA-FBBE-4885-26F3-3628ABC0D099}"/>
              </a:ext>
            </a:extLst>
          </p:cNvPr>
          <p:cNvGrpSpPr/>
          <p:nvPr/>
        </p:nvGrpSpPr>
        <p:grpSpPr>
          <a:xfrm>
            <a:off x="9761943" y="6351523"/>
            <a:ext cx="1810538" cy="209363"/>
            <a:chOff x="3396462" y="5633787"/>
            <a:chExt cx="4502939" cy="52070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35E5E1D-1D7B-D295-6629-E638D1E23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8" name="그림 17" descr="COWORKER">
              <a:extLst>
                <a:ext uri="{FF2B5EF4-FFF2-40B4-BE49-F238E27FC236}">
                  <a16:creationId xmlns:a16="http://schemas.microsoft.com/office/drawing/2014/main" id="{06F373AE-06F5-6812-3B77-61D491189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201" y="552450"/>
            <a:ext cx="1200298" cy="28575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60F37CEF-DD0A-E781-1988-9914336601DB}"/>
              </a:ext>
            </a:extLst>
          </p:cNvPr>
          <p:cNvGrpSpPr/>
          <p:nvPr/>
        </p:nvGrpSpPr>
        <p:grpSpPr>
          <a:xfrm>
            <a:off x="571500" y="2008148"/>
            <a:ext cx="5414521" cy="1578483"/>
            <a:chOff x="571500" y="2008148"/>
            <a:chExt cx="5414521" cy="1578483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2008148"/>
              <a:ext cx="5414521" cy="15784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125140" y="2330882"/>
              <a:ext cx="4749343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ko-KR" altLang="en-US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문제</a:t>
              </a:r>
              <a:r>
                <a:rPr sz="1500" b="1" i="0" u="none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500" b="1" i="0" u="none" dirty="0">
                  <a:solidFill>
                    <a:srgbClr val="1E293B"/>
                  </a:solidFill>
                  <a:latin typeface="Noto Sans KR"/>
                </a:rPr>
                <a:t>1. </a:t>
              </a:r>
              <a:r>
                <a:rPr sz="1500" b="1" i="0" u="none" dirty="0" err="1">
                  <a:solidFill>
                    <a:srgbClr val="1E293B"/>
                  </a:solidFill>
                  <a:latin typeface="Noto Sans KR"/>
                </a:rPr>
                <a:t>회계구분</a:t>
              </a:r>
              <a:r>
                <a:rPr sz="1500" b="1" i="0" u="none" dirty="0">
                  <a:solidFill>
                    <a:srgbClr val="1E293B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1E293B"/>
                  </a:solidFill>
                  <a:latin typeface="Noto Sans KR"/>
                </a:rPr>
                <a:t>결재</a:t>
              </a:r>
              <a:r>
                <a:rPr sz="1500" b="1" i="0" u="none" dirty="0">
                  <a:solidFill>
                    <a:srgbClr val="1E293B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1E293B"/>
                  </a:solidFill>
                  <a:latin typeface="Noto Sans KR"/>
                </a:rPr>
                <a:t>반려</a:t>
              </a:r>
              <a:endParaRPr sz="1500" b="1" i="0" u="none" dirty="0">
                <a:solidFill>
                  <a:srgbClr val="1E293B"/>
                </a:solidFill>
                <a:latin typeface="Noto Sans KR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6775" y="2741574"/>
              <a:ext cx="5007708" cy="46006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•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최근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1개월(6/26~7/19)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결재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반려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사유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중 </a:t>
              </a:r>
              <a:r>
                <a:rPr sz="1100" b="1" i="0" u="none" dirty="0" err="1">
                  <a:solidFill>
                    <a:srgbClr val="475569"/>
                  </a:solidFill>
                  <a:latin typeface="Noto Sans KR"/>
                </a:rPr>
                <a:t>회계구분</a:t>
              </a:r>
              <a:r>
                <a:rPr sz="1100" b="1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1" i="0" u="none" dirty="0" err="1">
                  <a:solidFill>
                    <a:srgbClr val="475569"/>
                  </a:solidFill>
                  <a:latin typeface="Noto Sans KR"/>
                </a:rPr>
                <a:t>관련</a:t>
              </a:r>
              <a:r>
                <a:rPr sz="1100" b="1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1" i="0" u="none" dirty="0" err="1">
                  <a:solidFill>
                    <a:srgbClr val="475569"/>
                  </a:solidFill>
                  <a:latin typeface="Noto Sans KR"/>
                </a:rPr>
                <a:t>원인이</a:t>
              </a:r>
              <a:r>
                <a:rPr sz="1100" b="1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1" i="0" u="none" dirty="0" err="1">
                  <a:solidFill>
                    <a:srgbClr val="475569"/>
                  </a:solidFill>
                  <a:latin typeface="Noto Sans KR"/>
                </a:rPr>
                <a:t>전체의</a:t>
              </a:r>
              <a:r>
                <a:rPr sz="1100" b="1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lang="en-US" sz="1400" b="1" dirty="0">
                  <a:solidFill>
                    <a:srgbClr val="475569"/>
                  </a:solidFill>
                  <a:latin typeface="Noto Sans KR"/>
                </a:rPr>
                <a:t>23</a:t>
              </a:r>
              <a:r>
                <a:rPr sz="1400" b="1" i="0" u="none" dirty="0">
                  <a:solidFill>
                    <a:srgbClr val="475569"/>
                  </a:solidFill>
                  <a:latin typeface="Noto Sans KR"/>
                </a:rPr>
                <a:t>%</a:t>
              </a:r>
              <a:r>
                <a:rPr sz="14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차지</a:t>
              </a:r>
              <a:r>
                <a:rPr sz="1100" dirty="0"/>
                <a:t>
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•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거래구조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복잡성에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대한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이해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부족으로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잘못된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전표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작성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및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수정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요청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반복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발생</a:t>
              </a:r>
              <a:endParaRPr sz="1100" b="0" i="0" u="none" dirty="0">
                <a:solidFill>
                  <a:srgbClr val="475569"/>
                </a:solidFill>
                <a:latin typeface="Noto Sans KR"/>
              </a:endParaRP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077" y="2365747"/>
              <a:ext cx="172814" cy="185327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51A891-C40A-5799-54F4-CF1BACD075CF}"/>
              </a:ext>
            </a:extLst>
          </p:cNvPr>
          <p:cNvGrpSpPr/>
          <p:nvPr/>
        </p:nvGrpSpPr>
        <p:grpSpPr>
          <a:xfrm>
            <a:off x="6289423" y="2008149"/>
            <a:ext cx="5414521" cy="1578483"/>
            <a:chOff x="6289423" y="2008149"/>
            <a:chExt cx="5414521" cy="1578483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9423" y="2008149"/>
              <a:ext cx="5414521" cy="1578483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843063" y="2330882"/>
              <a:ext cx="4749343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ko-KR" altLang="en-US" sz="1500" b="1" i="0" u="none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문제</a:t>
              </a:r>
              <a:r>
                <a:rPr sz="1500" b="1" i="0" u="none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500" b="1" i="0" u="none" dirty="0">
                  <a:solidFill>
                    <a:srgbClr val="1E293B"/>
                  </a:solidFill>
                  <a:latin typeface="Noto Sans KR"/>
                </a:rPr>
                <a:t>2. </a:t>
              </a:r>
              <a:r>
                <a:rPr sz="1500" b="1" i="0" u="none" dirty="0" err="1">
                  <a:solidFill>
                    <a:srgbClr val="1E293B"/>
                  </a:solidFill>
                  <a:latin typeface="Noto Sans KR"/>
                </a:rPr>
                <a:t>비효율적</a:t>
              </a:r>
              <a:r>
                <a:rPr sz="1500" b="1" i="0" u="none" dirty="0">
                  <a:solidFill>
                    <a:srgbClr val="1E293B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1E293B"/>
                  </a:solidFill>
                  <a:latin typeface="Noto Sans KR"/>
                </a:rPr>
                <a:t>단순</a:t>
              </a:r>
              <a:r>
                <a:rPr sz="1500" b="1" i="0" u="none" dirty="0">
                  <a:solidFill>
                    <a:srgbClr val="1E293B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1E293B"/>
                  </a:solidFill>
                  <a:latin typeface="Noto Sans KR"/>
                </a:rPr>
                <a:t>문의</a:t>
              </a:r>
              <a:r>
                <a:rPr sz="1500" b="1" i="0" u="none" dirty="0">
                  <a:solidFill>
                    <a:srgbClr val="1E293B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1E293B"/>
                  </a:solidFill>
                  <a:latin typeface="Noto Sans KR"/>
                </a:rPr>
                <a:t>증대</a:t>
              </a:r>
              <a:endParaRPr sz="1500" b="1" i="0" u="none" dirty="0">
                <a:solidFill>
                  <a:srgbClr val="1E293B"/>
                </a:solidFill>
                <a:latin typeface="Noto Sans K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84698" y="2741574"/>
              <a:ext cx="4869008" cy="4692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•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표준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매뉴얼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부재로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개인적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질의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소모시간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과다</a:t>
              </a:r>
              <a:r>
                <a:rPr sz="1100" dirty="0"/>
                <a:t>
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•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반복적인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단순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질의응답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대응으로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회계팀의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핵심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업무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집중</a:t>
              </a:r>
              <a:r>
                <a:rPr sz="1100" b="0" i="0" u="none" dirty="0">
                  <a:solidFill>
                    <a:srgbClr val="475569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475569"/>
                  </a:solidFill>
                  <a:latin typeface="Noto Sans KR"/>
                </a:rPr>
                <a:t>방해</a:t>
              </a:r>
              <a:endParaRPr sz="1100" b="0" i="0" u="none" dirty="0">
                <a:solidFill>
                  <a:srgbClr val="475569"/>
                </a:solidFill>
                <a:latin typeface="Noto Sans KR"/>
              </a:endParaRPr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75000" y="2365747"/>
              <a:ext cx="172814" cy="185327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F172A"/>
                </a:solidFill>
                <a:latin typeface="Noto Sans KR"/>
              </a:rPr>
              <a:t>배경</a:t>
            </a:r>
            <a:r>
              <a:rPr sz="2550" b="1" i="0" u="none" dirty="0">
                <a:solidFill>
                  <a:srgbClr val="0F172A"/>
                </a:solidFill>
                <a:latin typeface="Noto Sans KR"/>
              </a:rPr>
              <a:t> 및 </a:t>
            </a:r>
            <a:r>
              <a:rPr sz="2550" b="1" i="0" u="none" dirty="0" err="1">
                <a:solidFill>
                  <a:srgbClr val="0F172A"/>
                </a:solidFill>
                <a:latin typeface="Noto Sans KR"/>
              </a:rPr>
              <a:t>문제</a:t>
            </a:r>
            <a:r>
              <a:rPr sz="25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Noto Sans KR"/>
              </a:rPr>
              <a:t>정의</a:t>
            </a:r>
            <a:endParaRPr sz="25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663B99A-0476-F4EA-D324-06510DA76567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F9C583CF-DD28-9425-D8B0-3C160C85C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2" name="그림 21" descr="COWORKER">
              <a:extLst>
                <a:ext uri="{FF2B5EF4-FFF2-40B4-BE49-F238E27FC236}">
                  <a16:creationId xmlns:a16="http://schemas.microsoft.com/office/drawing/2014/main" id="{CABBB9B8-5C8E-E43D-6A79-213F9A10C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AA9CB0-C22F-1163-88E6-CFE28FC07FE1}"/>
              </a:ext>
            </a:extLst>
          </p:cNvPr>
          <p:cNvGrpSpPr/>
          <p:nvPr/>
        </p:nvGrpSpPr>
        <p:grpSpPr>
          <a:xfrm>
            <a:off x="3124200" y="4275559"/>
            <a:ext cx="6081113" cy="1098347"/>
            <a:chOff x="3124200" y="4275559"/>
            <a:chExt cx="6081113" cy="1098347"/>
          </a:xfrm>
        </p:grpSpPr>
        <p:pic>
          <p:nvPicPr>
            <p:cNvPr id="19" name="Picture 2" descr="image.png">
              <a:extLst>
                <a:ext uri="{FF2B5EF4-FFF2-40B4-BE49-F238E27FC236}">
                  <a16:creationId xmlns:a16="http://schemas.microsoft.com/office/drawing/2014/main" id="{96EAEB87-C5B9-996C-3B86-66911787C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24200" y="4275559"/>
              <a:ext cx="6081113" cy="109834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78EB7F-AE83-05A4-4E9C-2C6647B05586}"/>
                </a:ext>
              </a:extLst>
            </p:cNvPr>
            <p:cNvSpPr txBox="1"/>
            <p:nvPr/>
          </p:nvSpPr>
          <p:spPr>
            <a:xfrm>
              <a:off x="3301279" y="4644552"/>
              <a:ext cx="1208785" cy="260584"/>
            </a:xfrm>
            <a:prstGeom prst="rect">
              <a:avLst/>
            </a:prstGeom>
            <a:noFill/>
          </p:spPr>
          <p:txBody>
            <a:bodyPr wrap="square" lIns="209698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ko-KR" altLang="en-US" sz="1600" b="1" i="0" u="none" dirty="0">
                  <a:solidFill>
                    <a:srgbClr val="1E3A8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개선 솔루션</a:t>
              </a:r>
              <a:endParaRPr sz="1600" b="1" i="0" u="none" dirty="0">
                <a:solidFill>
                  <a:srgbClr val="1E3A8A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8" name="Picture 11" descr="image.png">
              <a:extLst>
                <a:ext uri="{FF2B5EF4-FFF2-40B4-BE49-F238E27FC236}">
                  <a16:creationId xmlns:a16="http://schemas.microsoft.com/office/drawing/2014/main" id="{1D1E26E3-74C7-08F8-CDBA-42CAD0896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30351" y="4577092"/>
              <a:ext cx="124067" cy="16897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F4A1A8B-C0B9-A5F9-44E0-9A050E789718}"/>
                </a:ext>
              </a:extLst>
            </p:cNvPr>
            <p:cNvSpPr txBox="1"/>
            <p:nvPr/>
          </p:nvSpPr>
          <p:spPr>
            <a:xfrm>
              <a:off x="4861966" y="4432898"/>
              <a:ext cx="3971872" cy="769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altLang="ko-KR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• </a:t>
              </a:r>
              <a:r>
                <a:rPr lang="en-US" altLang="ko-KR" sz="1400" b="1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Google Apps Script </a:t>
              </a:r>
              <a:r>
                <a:rPr lang="ko-KR" altLang="en-US" sz="1400" b="1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기반 회계 </a:t>
              </a:r>
              <a:r>
                <a:rPr lang="en-US" altLang="ko-KR" sz="1400" b="1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Wiki </a:t>
              </a:r>
              <a:r>
                <a:rPr lang="ko-KR" altLang="en-US" sz="1400" b="1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웹앱</a:t>
              </a:r>
              <a:r>
                <a:rPr lang="ko-KR" altLang="en-US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구축</a:t>
              </a:r>
              <a:r>
                <a:rPr lang="ko-KR" altLang="en-US" sz="14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
</a:t>
              </a:r>
              <a:r>
                <a:rPr lang="en-US" altLang="ko-KR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• </a:t>
              </a:r>
              <a:r>
                <a:rPr lang="ko-KR" altLang="en-US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매출 유형별</a:t>
              </a:r>
              <a:r>
                <a:rPr lang="en-US" altLang="ko-KR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세분화 가이드</a:t>
              </a:r>
              <a:r>
                <a:rPr lang="ko-KR" altLang="en-US" sz="14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
</a:t>
              </a:r>
              <a:r>
                <a:rPr lang="en-US" altLang="ko-KR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• </a:t>
              </a:r>
              <a:r>
                <a:rPr lang="ko-KR" altLang="en-US" sz="14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용어 사전 및 실시간 환율 처리 기준 일체화 제공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2358-297F-EA1C-4607-D52289A9C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7E2E41E-771E-AAC8-0108-BBFC0DEA4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8816E33-8006-2237-8193-55D882035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201" y="552450"/>
            <a:ext cx="1200298" cy="2857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1CD10C-D346-7BA8-0C9C-3AB468DCABCF}"/>
              </a:ext>
            </a:extLst>
          </p:cNvPr>
          <p:cNvSpPr txBox="1"/>
          <p:nvPr/>
        </p:nvSpPr>
        <p:spPr>
          <a:xfrm>
            <a:off x="571500" y="508642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550" b="1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발견한 이슈</a:t>
            </a:r>
            <a:endParaRPr sz="2550" b="1" i="0" u="none" dirty="0">
              <a:solidFill>
                <a:srgbClr val="0F172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EB7551-FC3D-DB8B-BAC7-42E370285FB3}"/>
              </a:ext>
            </a:extLst>
          </p:cNvPr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7FFF21B-B535-A591-81C6-4A13406F88CF}"/>
              </a:ext>
            </a:extLst>
          </p:cNvPr>
          <p:cNvGrpSpPr/>
          <p:nvPr/>
        </p:nvGrpSpPr>
        <p:grpSpPr>
          <a:xfrm>
            <a:off x="489768" y="1213494"/>
            <a:ext cx="11242650" cy="2472490"/>
            <a:chOff x="489768" y="1213494"/>
            <a:chExt cx="11242650" cy="247249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4876FEA-CB79-FDB5-C47B-457A973C5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044" b="-1"/>
            <a:stretch>
              <a:fillRect/>
            </a:stretch>
          </p:blipFill>
          <p:spPr>
            <a:xfrm>
              <a:off x="489768" y="1213494"/>
              <a:ext cx="6908775" cy="2472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3" descr="image.png">
              <a:extLst>
                <a:ext uri="{FF2B5EF4-FFF2-40B4-BE49-F238E27FC236}">
                  <a16:creationId xmlns:a16="http://schemas.microsoft.com/office/drawing/2014/main" id="{FAAE26A8-E82B-4E18-A9CD-9E4D3AF94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9993" y="1783084"/>
              <a:ext cx="4162425" cy="148302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952BDF-0A58-C8B7-D162-49FFCDF93EED}"/>
                </a:ext>
              </a:extLst>
            </p:cNvPr>
            <p:cNvSpPr txBox="1"/>
            <p:nvPr/>
          </p:nvSpPr>
          <p:spPr>
            <a:xfrm>
              <a:off x="7865268" y="2115342"/>
              <a:ext cx="2241549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ko-KR" altLang="en-US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사례 </a:t>
              </a:r>
              <a:r>
                <a:rPr lang="en-US" altLang="ko-KR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1. </a:t>
              </a:r>
              <a:r>
                <a:rPr lang="ko-KR" altLang="en-US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계정과목 분류 오류</a:t>
              </a:r>
              <a:endParaRPr sz="1500" b="1" i="0" u="none" dirty="0">
                <a:solidFill>
                  <a:srgbClr val="1E293B"/>
                </a:solidFill>
                <a:latin typeface="Noto Sans KR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36F48D-5BC7-BB06-1F51-9231650CB7B0}"/>
                </a:ext>
              </a:extLst>
            </p:cNvPr>
            <p:cNvSpPr txBox="1"/>
            <p:nvPr/>
          </p:nvSpPr>
          <p:spPr>
            <a:xfrm>
              <a:off x="7865268" y="2516509"/>
              <a:ext cx="3695700" cy="4623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920"/>
                </a:lnSpc>
              </a:pP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정식 연재 원가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서비스매출원가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와 테스트 비용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지급수수료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 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계정과목 혼용 작성 사례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F720611-C6DE-5E36-E1E2-B85505E273D5}"/>
              </a:ext>
            </a:extLst>
          </p:cNvPr>
          <p:cNvGrpSpPr/>
          <p:nvPr/>
        </p:nvGrpSpPr>
        <p:grpSpPr>
          <a:xfrm>
            <a:off x="395342" y="3744374"/>
            <a:ext cx="11588195" cy="2964062"/>
            <a:chOff x="395342" y="3744374"/>
            <a:chExt cx="11588195" cy="296406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CC68F6C-75CE-1B9D-7FE5-783D038880EC}"/>
                </a:ext>
              </a:extLst>
            </p:cNvPr>
            <p:cNvGrpSpPr/>
            <p:nvPr/>
          </p:nvGrpSpPr>
          <p:grpSpPr>
            <a:xfrm>
              <a:off x="5321430" y="6529300"/>
              <a:ext cx="1549140" cy="179136"/>
              <a:chOff x="3396462" y="5633787"/>
              <a:chExt cx="4502939" cy="520700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287C3E54-CD4C-78E4-ECE7-43F53A299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6462" y="5633787"/>
                <a:ext cx="2152891" cy="520699"/>
              </a:xfrm>
              <a:prstGeom prst="rect">
                <a:avLst/>
              </a:prstGeom>
            </p:spPr>
          </p:pic>
          <p:pic>
            <p:nvPicPr>
              <p:cNvPr id="22" name="그림 21" descr="COWORKER">
                <a:extLst>
                  <a:ext uri="{FF2B5EF4-FFF2-40B4-BE49-F238E27FC236}">
                    <a16:creationId xmlns:a16="http://schemas.microsoft.com/office/drawing/2014/main" id="{A080D9B8-2AFF-1F7A-E9BF-1E94FD6D43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6601" y="5633787"/>
                <a:ext cx="2082800" cy="520700"/>
              </a:xfrm>
              <a:prstGeom prst="rect">
                <a:avLst/>
              </a:prstGeom>
            </p:spPr>
          </p:pic>
        </p:grp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04081E5-1A8A-6A72-4CA0-E704AFA9F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402" t="54328" r="7353" b="-1322"/>
            <a:stretch>
              <a:fillRect/>
            </a:stretch>
          </p:blipFill>
          <p:spPr>
            <a:xfrm>
              <a:off x="4681593" y="3744374"/>
              <a:ext cx="7301944" cy="2635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Picture 3" descr="image.png">
              <a:extLst>
                <a:ext uri="{FF2B5EF4-FFF2-40B4-BE49-F238E27FC236}">
                  <a16:creationId xmlns:a16="http://schemas.microsoft.com/office/drawing/2014/main" id="{9CC5B732-0209-76E0-A8C8-7A259EC8E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342" y="4317279"/>
              <a:ext cx="4162425" cy="1483026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C9F2BA5-C5B6-5F27-E9CE-2599F0DF9CB9}"/>
                </a:ext>
              </a:extLst>
            </p:cNvPr>
            <p:cNvSpPr txBox="1"/>
            <p:nvPr/>
          </p:nvSpPr>
          <p:spPr>
            <a:xfrm>
              <a:off x="690617" y="4649537"/>
              <a:ext cx="3670300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ko-KR" altLang="en-US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사례 </a:t>
              </a:r>
              <a:r>
                <a:rPr lang="en-US" altLang="ko-KR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2. </a:t>
              </a:r>
              <a:r>
                <a:rPr lang="ko-KR" altLang="en-US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매출 인식 시기 및 법인 간 귀속 오류</a:t>
              </a:r>
              <a:endParaRPr sz="1500" b="1" i="0" u="none" dirty="0">
                <a:solidFill>
                  <a:srgbClr val="1E293B"/>
                </a:solidFill>
                <a:latin typeface="Noto Sans KR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FE095AA-2D2C-9E7A-81A0-48CEE36C52FD}"/>
                </a:ext>
              </a:extLst>
            </p:cNvPr>
            <p:cNvSpPr txBox="1"/>
            <p:nvPr/>
          </p:nvSpPr>
          <p:spPr>
            <a:xfrm>
              <a:off x="690617" y="5050704"/>
              <a:ext cx="3695700" cy="4623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920"/>
                </a:lnSpc>
              </a:pP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연재 상태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완결 여부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에 따른 매출</a:t>
              </a:r>
              <a: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선수수익 구분 및 </a:t>
              </a:r>
              <a:br>
                <a:rPr lang="en-US" altLang="ko-KR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1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법인별</a:t>
              </a:r>
              <a:r>
                <a:rPr lang="ko-KR" altLang="en-US" sz="11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귀속 주체 판단 오류 사례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60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991" y="552450"/>
            <a:ext cx="970508" cy="285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23950" y="3626600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0733" y="3057525"/>
            <a:ext cx="255219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Noto Sans KR"/>
              </a:rPr>
              <a:t>W1 ~ W4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2530" y="3524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DD01080-839D-DC1D-DF4F-ACD1FB81364A}"/>
              </a:ext>
            </a:extLst>
          </p:cNvPr>
          <p:cNvGrpSpPr/>
          <p:nvPr/>
        </p:nvGrpSpPr>
        <p:grpSpPr>
          <a:xfrm>
            <a:off x="510733" y="3943350"/>
            <a:ext cx="2612959" cy="676275"/>
            <a:chOff x="510733" y="3943350"/>
            <a:chExt cx="2612959" cy="676275"/>
          </a:xfrm>
        </p:grpSpPr>
        <p:sp>
          <p:nvSpPr>
            <p:cNvPr id="7" name="TextBox 6"/>
            <p:cNvSpPr txBox="1"/>
            <p:nvPr/>
          </p:nvSpPr>
          <p:spPr>
            <a:xfrm>
              <a:off x="510733" y="3943350"/>
              <a:ext cx="25521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문제점</a:t>
              </a:r>
              <a:r>
                <a:rPr sz="14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탐색</a:t>
              </a:r>
              <a:endParaRPr sz="1400" b="1" i="0" u="none" dirty="0">
                <a:solidFill>
                  <a:srgbClr val="0F172A"/>
                </a:solidFill>
                <a:latin typeface="Noto Sans KR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1499" y="4219575"/>
              <a:ext cx="2552193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반려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원인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및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계정과목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오류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사례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br>
                <a:rPr lang="en-US" sz="1100" b="0" i="0" u="none" dirty="0">
                  <a:solidFill>
                    <a:srgbClr val="64748B"/>
                  </a:solidFill>
                  <a:latin typeface="Noto Sans KR"/>
                </a:rPr>
              </a:b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데이터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수집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,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과제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방향성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정립</a:t>
              </a:r>
              <a:endParaRPr sz="1100" b="0" i="0" u="none" dirty="0">
                <a:solidFill>
                  <a:srgbClr val="64748B"/>
                </a:solidFill>
                <a:latin typeface="Noto Sans KR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383413" y="3057525"/>
            <a:ext cx="255219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2563EB"/>
                </a:solidFill>
                <a:latin typeface="Noto Sans KR"/>
              </a:rPr>
              <a:t>W4 ~ W6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5210" y="3524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C3801B-E8EF-D6F4-F7E5-8BED00F3E6DF}"/>
              </a:ext>
            </a:extLst>
          </p:cNvPr>
          <p:cNvGrpSpPr/>
          <p:nvPr/>
        </p:nvGrpSpPr>
        <p:grpSpPr>
          <a:xfrm>
            <a:off x="3383413" y="3943350"/>
            <a:ext cx="2552193" cy="676275"/>
            <a:chOff x="3383413" y="3943350"/>
            <a:chExt cx="2552193" cy="676275"/>
          </a:xfrm>
        </p:grpSpPr>
        <p:sp>
          <p:nvSpPr>
            <p:cNvPr id="11" name="TextBox 10"/>
            <p:cNvSpPr txBox="1"/>
            <p:nvPr/>
          </p:nvSpPr>
          <p:spPr>
            <a:xfrm>
              <a:off x="3383413" y="3943350"/>
              <a:ext cx="25521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매뉴얼</a:t>
              </a:r>
              <a:r>
                <a:rPr sz="14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구조화</a:t>
              </a:r>
              <a:endParaRPr sz="1400" b="1" i="0" u="none" dirty="0">
                <a:solidFill>
                  <a:srgbClr val="0F172A"/>
                </a:solidFill>
                <a:latin typeface="Noto Sans KR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44180" y="4219575"/>
              <a:ext cx="2430660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매</a:t>
              </a:r>
              <a:r>
                <a:rPr sz="1100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출</a:t>
              </a:r>
              <a:r>
                <a:rPr lang="en-US" sz="11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1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사업부</a:t>
              </a:r>
              <a:r>
                <a:rPr sz="11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유형별</a:t>
              </a:r>
              <a:r>
                <a:rPr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구조</a:t>
              </a:r>
              <a:r>
                <a:rPr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세분화</a:t>
              </a:r>
              <a:r>
                <a:rPr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br>
                <a:rPr lang="en-US"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sz="11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용어사전</a:t>
              </a:r>
              <a:r>
                <a:rPr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및 </a:t>
              </a:r>
              <a:r>
                <a:rPr sz="1100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환율기준</a:t>
              </a:r>
              <a:r>
                <a:rPr lang="en-US" sz="11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1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내용 작성</a:t>
              </a:r>
              <a:endParaRPr sz="1100" b="0" i="0" u="none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256094" y="3057525"/>
            <a:ext cx="255219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2563EB"/>
                </a:solidFill>
                <a:latin typeface="Noto Sans KR"/>
              </a:rPr>
              <a:t>W5 ~ W8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7891" y="3524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7CF4265-B768-7E6C-5F9F-DC90327D43EF}"/>
              </a:ext>
            </a:extLst>
          </p:cNvPr>
          <p:cNvGrpSpPr/>
          <p:nvPr/>
        </p:nvGrpSpPr>
        <p:grpSpPr>
          <a:xfrm>
            <a:off x="6256094" y="3943350"/>
            <a:ext cx="2612958" cy="667422"/>
            <a:chOff x="6256094" y="3943350"/>
            <a:chExt cx="2612958" cy="667422"/>
          </a:xfrm>
        </p:grpSpPr>
        <p:sp>
          <p:nvSpPr>
            <p:cNvPr id="15" name="TextBox 14"/>
            <p:cNvSpPr txBox="1"/>
            <p:nvPr/>
          </p:nvSpPr>
          <p:spPr>
            <a:xfrm>
              <a:off x="6256094" y="3943350"/>
              <a:ext cx="25521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웹앱</a:t>
              </a:r>
              <a:r>
                <a:rPr sz="14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시스템</a:t>
              </a:r>
              <a:r>
                <a:rPr sz="14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개발</a:t>
              </a:r>
              <a:endParaRPr sz="1400" b="1" i="0" u="none" dirty="0">
                <a:solidFill>
                  <a:srgbClr val="0F172A"/>
                </a:solidFill>
                <a:latin typeface="Noto Sans KR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16859" y="4219575"/>
              <a:ext cx="2552193" cy="39119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HTML</a:t>
              </a:r>
              <a:r>
                <a:rPr lang="en-US"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초안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구현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및 </a:t>
              </a:r>
              <a:br>
                <a:rPr lang="en-US" sz="1100" b="0" i="0" u="none" dirty="0">
                  <a:solidFill>
                    <a:srgbClr val="64748B"/>
                  </a:solidFill>
                  <a:latin typeface="Noto Sans KR"/>
                </a:rPr>
              </a:b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Google Apps Script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인터페이스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구축</a:t>
              </a:r>
              <a:endParaRPr sz="1100" b="0" i="0" u="none" dirty="0">
                <a:solidFill>
                  <a:srgbClr val="64748B"/>
                </a:solidFill>
                <a:latin typeface="Noto Sans KR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128774" y="3057525"/>
            <a:ext cx="255219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2563EB"/>
                </a:solidFill>
                <a:latin typeface="Noto Sans KR"/>
              </a:rPr>
              <a:t>W7 ~ W8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0571" y="3524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7725D94-27DD-3C53-1F91-39A08CFAF9E3}"/>
              </a:ext>
            </a:extLst>
          </p:cNvPr>
          <p:cNvGrpSpPr/>
          <p:nvPr/>
        </p:nvGrpSpPr>
        <p:grpSpPr>
          <a:xfrm>
            <a:off x="9068008" y="3943350"/>
            <a:ext cx="2612959" cy="668961"/>
            <a:chOff x="9068008" y="3943350"/>
            <a:chExt cx="2612959" cy="668961"/>
          </a:xfrm>
        </p:grpSpPr>
        <p:sp>
          <p:nvSpPr>
            <p:cNvPr id="19" name="TextBox 18"/>
            <p:cNvSpPr txBox="1"/>
            <p:nvPr/>
          </p:nvSpPr>
          <p:spPr>
            <a:xfrm>
              <a:off x="9128774" y="3943350"/>
              <a:ext cx="25521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검증</a:t>
              </a:r>
              <a:r>
                <a:rPr sz="1400" b="1" i="0" u="none" dirty="0">
                  <a:solidFill>
                    <a:srgbClr val="0F172A"/>
                  </a:solidFill>
                  <a:latin typeface="Noto Sans KR"/>
                </a:rPr>
                <a:t> 및 final </a:t>
              </a:r>
              <a:r>
                <a:rPr sz="1400" b="1" i="0" u="none" dirty="0" err="1">
                  <a:solidFill>
                    <a:srgbClr val="0F172A"/>
                  </a:solidFill>
                  <a:latin typeface="Noto Sans KR"/>
                </a:rPr>
                <a:t>배포</a:t>
              </a:r>
              <a:endParaRPr sz="1400" b="1" i="0" u="none" dirty="0">
                <a:solidFill>
                  <a:srgbClr val="0F172A"/>
                </a:solidFill>
                <a:latin typeface="Noto Sans KR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068008" y="4219575"/>
              <a:ext cx="2552193" cy="3927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세무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파트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연동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, </a:t>
              </a:r>
              <a:br>
                <a:rPr lang="en-US" sz="1100" b="0" i="0" u="none" dirty="0">
                  <a:solidFill>
                    <a:srgbClr val="64748B"/>
                  </a:solidFill>
                  <a:latin typeface="Noto Sans KR"/>
                </a:rPr>
              </a:br>
              <a:r>
                <a:rPr sz="11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최종</a:t>
              </a:r>
              <a:r>
                <a:rPr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발표</a:t>
              </a:r>
              <a:r>
                <a:rPr lang="en-US"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및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배포</a:t>
              </a:r>
              <a:r>
                <a:rPr sz="11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프로세스</a:t>
              </a:r>
              <a:r>
                <a:rPr sz="11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100" b="0" i="0" u="none" dirty="0" err="1">
                  <a:solidFill>
                    <a:srgbClr val="64748B"/>
                  </a:solidFill>
                  <a:latin typeface="Noto Sans KR"/>
                </a:rPr>
                <a:t>수립</a:t>
              </a:r>
              <a:endParaRPr sz="1100" b="0" i="0" u="none" dirty="0">
                <a:solidFill>
                  <a:srgbClr val="64748B"/>
                </a:solidFill>
                <a:latin typeface="Noto Sans KR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설계 과정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AFFC51F-0628-F179-BA75-3DAE1CC85FE7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E6C0C572-F7FF-8E52-9FEB-6ED4AA882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5" name="그림 24" descr="COWORKER">
              <a:extLst>
                <a:ext uri="{FF2B5EF4-FFF2-40B4-BE49-F238E27FC236}">
                  <a16:creationId xmlns:a16="http://schemas.microsoft.com/office/drawing/2014/main" id="{E9609417-50B7-BC31-20C9-535D5BB77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825" y="552450"/>
            <a:ext cx="1444674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08642"/>
            <a:ext cx="9032824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반려사유 분석 및 전망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4651466-615A-358B-A917-3003CEF9DDC4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D09125C-11ED-8B12-2432-0D2B36DA9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2" name="그림 11" descr="COWORKER">
              <a:extLst>
                <a:ext uri="{FF2B5EF4-FFF2-40B4-BE49-F238E27FC236}">
                  <a16:creationId xmlns:a16="http://schemas.microsoft.com/office/drawing/2014/main" id="{31DC40D6-FBAA-C209-6A4A-CB929C1FA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84" name="Text 1">
            <a:extLst>
              <a:ext uri="{FF2B5EF4-FFF2-40B4-BE49-F238E27FC236}">
                <a16:creationId xmlns:a16="http://schemas.microsoft.com/office/drawing/2014/main" id="{07CD5101-196A-280D-3F92-6EBC139E6DC0}"/>
              </a:ext>
            </a:extLst>
          </p:cNvPr>
          <p:cNvSpPr/>
          <p:nvPr/>
        </p:nvSpPr>
        <p:spPr>
          <a:xfrm>
            <a:off x="640080" y="11247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/>
              </a:rPr>
              <a:t>결재 반려 사유 회계·세무 구분  ·  2026.6.26~7.19 집계, 150건 </a:t>
            </a:r>
            <a:r>
              <a:rPr lang="en-US" sz="1100" dirty="0" err="1">
                <a:solidFill>
                  <a:srgbClr val="475569"/>
                </a:solidFill>
                <a:latin typeface="Noto Sans KR"/>
              </a:rPr>
              <a:t>기준</a:t>
            </a:r>
            <a:endParaRPr lang="en-US" sz="1100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88" name="Text 3">
            <a:extLst>
              <a:ext uri="{FF2B5EF4-FFF2-40B4-BE49-F238E27FC236}">
                <a16:creationId xmlns:a16="http://schemas.microsoft.com/office/drawing/2014/main" id="{BAE6E674-917E-CDD7-7180-53716290BB77}"/>
              </a:ext>
            </a:extLst>
          </p:cNvPr>
          <p:cNvSpPr/>
          <p:nvPr/>
        </p:nvSpPr>
        <p:spPr>
          <a:xfrm>
            <a:off x="1435100" y="2359152"/>
            <a:ext cx="29540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6000" b="1" dirty="0">
                <a:solidFill>
                  <a:srgbClr val="2563EB"/>
                </a:solidFill>
                <a:latin typeface="Noto Sans KR"/>
              </a:rPr>
              <a:t>약 </a:t>
            </a:r>
            <a:r>
              <a:rPr lang="en-US" sz="6000" b="1" dirty="0">
                <a:solidFill>
                  <a:srgbClr val="2563EB"/>
                </a:solidFill>
                <a:latin typeface="Noto Sans KR"/>
              </a:rPr>
              <a:t>23%</a:t>
            </a:r>
          </a:p>
        </p:txBody>
      </p:sp>
      <p:sp>
        <p:nvSpPr>
          <p:cNvPr id="90" name="Text 4">
            <a:extLst>
              <a:ext uri="{FF2B5EF4-FFF2-40B4-BE49-F238E27FC236}">
                <a16:creationId xmlns:a16="http://schemas.microsoft.com/office/drawing/2014/main" id="{F33E0B1A-13CB-A2B7-4F27-AB3C02F3F4ED}"/>
              </a:ext>
            </a:extLst>
          </p:cNvPr>
          <p:cNvSpPr/>
          <p:nvPr/>
        </p:nvSpPr>
        <p:spPr>
          <a:xfrm>
            <a:off x="1480820" y="3502152"/>
            <a:ext cx="2954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회계 관련 오류</a:t>
            </a:r>
          </a:p>
        </p:txBody>
      </p:sp>
      <p:sp>
        <p:nvSpPr>
          <p:cNvPr id="92" name="Text 5">
            <a:extLst>
              <a:ext uri="{FF2B5EF4-FFF2-40B4-BE49-F238E27FC236}">
                <a16:creationId xmlns:a16="http://schemas.microsoft.com/office/drawing/2014/main" id="{8C1E46EB-2404-96DE-7445-7D1E270C2C73}"/>
              </a:ext>
            </a:extLst>
          </p:cNvPr>
          <p:cNvSpPr/>
          <p:nvPr/>
        </p:nvSpPr>
        <p:spPr>
          <a:xfrm>
            <a:off x="1480820" y="3867912"/>
            <a:ext cx="2954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oto Sans KR"/>
              </a:rPr>
              <a:t>35건 / 150건 · 확정 반려 </a:t>
            </a:r>
            <a:r>
              <a:rPr lang="en-US" sz="1100" dirty="0" err="1">
                <a:solidFill>
                  <a:srgbClr val="475569"/>
                </a:solidFill>
                <a:latin typeface="Noto Sans KR"/>
              </a:rPr>
              <a:t>데이터</a:t>
            </a:r>
            <a:r>
              <a:rPr lang="en-US" sz="1100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Noto Sans KR"/>
              </a:rPr>
              <a:t>기준</a:t>
            </a:r>
            <a:endParaRPr lang="en-US" sz="1100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94" name="Shape 6">
            <a:extLst>
              <a:ext uri="{FF2B5EF4-FFF2-40B4-BE49-F238E27FC236}">
                <a16:creationId xmlns:a16="http://schemas.microsoft.com/office/drawing/2014/main" id="{70465D53-857A-312E-3E55-43890B4A53F0}"/>
              </a:ext>
            </a:extLst>
          </p:cNvPr>
          <p:cNvSpPr/>
          <p:nvPr/>
        </p:nvSpPr>
        <p:spPr>
          <a:xfrm>
            <a:off x="4526280" y="2155565"/>
            <a:ext cx="10973" cy="2743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Text 7">
            <a:extLst>
              <a:ext uri="{FF2B5EF4-FFF2-40B4-BE49-F238E27FC236}">
                <a16:creationId xmlns:a16="http://schemas.microsoft.com/office/drawing/2014/main" id="{EDE7CB73-903F-2072-24EB-D2BD0D21035B}"/>
              </a:ext>
            </a:extLst>
          </p:cNvPr>
          <p:cNvSpPr/>
          <p:nvPr/>
        </p:nvSpPr>
        <p:spPr>
          <a:xfrm>
            <a:off x="4892040" y="20848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회계 관련 오류</a:t>
            </a:r>
            <a:endParaRPr lang="en-US" sz="1400" b="1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Shape 8">
            <a:extLst>
              <a:ext uri="{FF2B5EF4-FFF2-40B4-BE49-F238E27FC236}">
                <a16:creationId xmlns:a16="http://schemas.microsoft.com/office/drawing/2014/main" id="{1AF8D03F-BEC4-E8EE-302E-AE0752AFE303}"/>
              </a:ext>
            </a:extLst>
          </p:cNvPr>
          <p:cNvSpPr/>
          <p:nvPr/>
        </p:nvSpPr>
        <p:spPr>
          <a:xfrm>
            <a:off x="4892040" y="2432304"/>
            <a:ext cx="2450135" cy="384532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3C8757E1-1867-627F-EA07-AD39311F1E49}"/>
              </a:ext>
            </a:extLst>
          </p:cNvPr>
          <p:cNvSpPr/>
          <p:nvPr/>
        </p:nvSpPr>
        <p:spPr>
          <a:xfrm>
            <a:off x="5061814" y="2510401"/>
            <a:ext cx="21758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23%</a:t>
            </a:r>
            <a:endParaRPr lang="en-US" sz="1300" dirty="0"/>
          </a:p>
        </p:txBody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032CB8F2-85EE-A4EC-EE91-4AEC2B335595}"/>
              </a:ext>
            </a:extLst>
          </p:cNvPr>
          <p:cNvSpPr/>
          <p:nvPr/>
        </p:nvSpPr>
        <p:spPr>
          <a:xfrm>
            <a:off x="4892040" y="31363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세무</a:t>
            </a:r>
            <a:r>
              <a:rPr lang="en-US" sz="1400" b="1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관련</a:t>
            </a:r>
            <a:r>
              <a:rPr lang="en-US" sz="1400" b="1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오류</a:t>
            </a:r>
            <a:endParaRPr lang="en-US" sz="1400" b="1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F4058EDB-1E64-BF3D-30F8-9DEAB214425D}"/>
              </a:ext>
            </a:extLst>
          </p:cNvPr>
          <p:cNvSpPr/>
          <p:nvPr/>
        </p:nvSpPr>
        <p:spPr>
          <a:xfrm>
            <a:off x="4892040" y="3483864"/>
            <a:ext cx="1997964" cy="384532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6" name="Text 12">
            <a:extLst>
              <a:ext uri="{FF2B5EF4-FFF2-40B4-BE49-F238E27FC236}">
                <a16:creationId xmlns:a16="http://schemas.microsoft.com/office/drawing/2014/main" id="{0E133A48-1F6F-8CC8-181D-80393EF6BDCC}"/>
              </a:ext>
            </a:extLst>
          </p:cNvPr>
          <p:cNvSpPr/>
          <p:nvPr/>
        </p:nvSpPr>
        <p:spPr>
          <a:xfrm>
            <a:off x="5061814" y="3561588"/>
            <a:ext cx="17236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2A1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solidFill>
                  <a:srgbClr val="2A1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19.0%</a:t>
            </a:r>
            <a:endParaRPr lang="en-US" sz="1300" dirty="0"/>
          </a:p>
        </p:txBody>
      </p:sp>
      <p:sp>
        <p:nvSpPr>
          <p:cNvPr id="108" name="Text 13">
            <a:extLst>
              <a:ext uri="{FF2B5EF4-FFF2-40B4-BE49-F238E27FC236}">
                <a16:creationId xmlns:a16="http://schemas.microsoft.com/office/drawing/2014/main" id="{8AAF4C57-2655-8D51-61A8-D5E0E8DE73E5}"/>
              </a:ext>
            </a:extLst>
          </p:cNvPr>
          <p:cNvSpPr/>
          <p:nvPr/>
        </p:nvSpPr>
        <p:spPr>
          <a:xfrm>
            <a:off x="4892040" y="4187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기타</a:t>
            </a:r>
            <a:r>
              <a:rPr 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결재 라인</a:t>
            </a:r>
            <a:r>
              <a:rPr lang="en-US" altLang="ko-KR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기타 작성 오류</a:t>
            </a:r>
            <a:r>
              <a:rPr lang="en-US" altLang="ko-KR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400" b="1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Shape 14">
            <a:extLst>
              <a:ext uri="{FF2B5EF4-FFF2-40B4-BE49-F238E27FC236}">
                <a16:creationId xmlns:a16="http://schemas.microsoft.com/office/drawing/2014/main" id="{7685531B-3F7C-3919-7F6E-DF10BE4CDEE4}"/>
              </a:ext>
            </a:extLst>
          </p:cNvPr>
          <p:cNvSpPr/>
          <p:nvPr/>
        </p:nvSpPr>
        <p:spPr>
          <a:xfrm>
            <a:off x="4892040" y="4535424"/>
            <a:ext cx="6067501" cy="384532"/>
          </a:xfrm>
          <a:prstGeom prst="roundRect">
            <a:avLst>
              <a:gd name="adj" fmla="val 14545"/>
            </a:avLst>
          </a:prstGeom>
          <a:solidFill>
            <a:schemeClr val="bg1">
              <a:lumMod val="95000"/>
            </a:schemeClr>
          </a:solidFill>
          <a:ln>
            <a:solidFill>
              <a:srgbClr val="F1F5F9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BA0E363C-F564-048D-770F-061F22AC9507}"/>
              </a:ext>
            </a:extLst>
          </p:cNvPr>
          <p:cNvSpPr/>
          <p:nvPr/>
        </p:nvSpPr>
        <p:spPr>
          <a:xfrm>
            <a:off x="5061814" y="4615656"/>
            <a:ext cx="57931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2DD6-DF54-1ACB-A5DF-14F5AF53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4ABFB66-A399-6DE4-55B6-93DDC8DE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AC7C72F-294E-4E75-6BFE-61BCEACBF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825" y="552450"/>
            <a:ext cx="1444674" cy="285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D267EC-E3D5-2F2C-218E-A1820CC03A64}"/>
              </a:ext>
            </a:extLst>
          </p:cNvPr>
          <p:cNvSpPr txBox="1"/>
          <p:nvPr/>
        </p:nvSpPr>
        <p:spPr>
          <a:xfrm>
            <a:off x="571500" y="508642"/>
            <a:ext cx="9032824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55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결재 </a:t>
            </a:r>
            <a:r>
              <a:rPr sz="2550" b="1" i="0" u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반려사</a:t>
            </a:r>
            <a:r>
              <a:rPr lang="ko-KR" altLang="en-US" sz="255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 분석</a:t>
            </a:r>
            <a:endParaRPr sz="2550" b="1" i="0" u="none" dirty="0">
              <a:solidFill>
                <a:srgbClr val="0F172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405E4-0148-B597-03F5-D8D5669324CC}"/>
              </a:ext>
            </a:extLst>
          </p:cNvPr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0A9EB33-03EF-8BF6-C255-9E03FA0C1B1A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CDA37AA-8D48-DA54-515B-970D47368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2" name="그림 11" descr="COWORKER">
              <a:extLst>
                <a:ext uri="{FF2B5EF4-FFF2-40B4-BE49-F238E27FC236}">
                  <a16:creationId xmlns:a16="http://schemas.microsoft.com/office/drawing/2014/main" id="{9334CF87-99B0-8A3A-BFF9-5FB1C04E3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84" name="Text 1">
            <a:extLst>
              <a:ext uri="{FF2B5EF4-FFF2-40B4-BE49-F238E27FC236}">
                <a16:creationId xmlns:a16="http://schemas.microsoft.com/office/drawing/2014/main" id="{DD74F9ED-C78A-A9AF-13D7-3A83EBEC155E}"/>
              </a:ext>
            </a:extLst>
          </p:cNvPr>
          <p:cNvSpPr/>
          <p:nvPr/>
        </p:nvSpPr>
        <p:spPr>
          <a:xfrm>
            <a:off x="1524000" y="49355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Noto Sans KR"/>
              </a:rPr>
              <a:t>결재 반려 사유 회계·세무 구분  ·  2026.6.26~7.19 집계, 150건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Noto Sans KR"/>
              </a:rPr>
              <a:t>기준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Noto Sans KR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F51B3596-34B0-2394-5BBB-CE23929224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0776592"/>
              </p:ext>
            </p:extLst>
          </p:nvPr>
        </p:nvGraphicFramePr>
        <p:xfrm>
          <a:off x="1364343" y="1926965"/>
          <a:ext cx="575297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F4F7BA1-D188-4CB1-F772-6735000DCC2C}"/>
              </a:ext>
            </a:extLst>
          </p:cNvPr>
          <p:cNvSpPr txBox="1"/>
          <p:nvPr/>
        </p:nvSpPr>
        <p:spPr>
          <a:xfrm>
            <a:off x="2356435" y="3073666"/>
            <a:ext cx="927785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255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150</a:t>
            </a:r>
            <a:r>
              <a:rPr lang="ko-KR" altLang="en-US" sz="255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sz="2550" b="1" i="0" u="none" dirty="0">
              <a:solidFill>
                <a:srgbClr val="0F172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1A44BD-551D-5DA1-BBC4-5CC52BB52CB2}"/>
              </a:ext>
            </a:extLst>
          </p:cNvPr>
          <p:cNvSpPr txBox="1"/>
          <p:nvPr/>
        </p:nvSpPr>
        <p:spPr>
          <a:xfrm>
            <a:off x="9695543" y="2821647"/>
            <a:ext cx="79683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약 </a:t>
            </a:r>
            <a:r>
              <a:rPr lang="en-US" altLang="ko-KR" sz="1400" b="1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23%</a:t>
            </a:r>
            <a:endParaRPr sz="1400" b="1" i="0" u="none" dirty="0">
              <a:solidFill>
                <a:srgbClr val="2563E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AABF88-5382-DA27-8A53-901B6A1B8B45}"/>
              </a:ext>
            </a:extLst>
          </p:cNvPr>
          <p:cNvSpPr txBox="1"/>
          <p:nvPr/>
        </p:nvSpPr>
        <p:spPr>
          <a:xfrm>
            <a:off x="9695543" y="3266131"/>
            <a:ext cx="79683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약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19%</a:t>
            </a:r>
            <a:endParaRPr sz="1400" i="0" u="none" dirty="0">
              <a:solidFill>
                <a:schemeClr val="accent6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414161-4E2E-C696-70A1-DF77CD60A229}"/>
              </a:ext>
            </a:extLst>
          </p:cNvPr>
          <p:cNvSpPr txBox="1"/>
          <p:nvPr/>
        </p:nvSpPr>
        <p:spPr>
          <a:xfrm>
            <a:off x="9695543" y="3712280"/>
            <a:ext cx="79683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약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58%</a:t>
            </a:r>
            <a:endParaRPr sz="1400" i="0" u="none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C9027E-3EE4-4D6D-35EB-08E0BC42AFCA}"/>
              </a:ext>
            </a:extLst>
          </p:cNvPr>
          <p:cNvSpPr txBox="1"/>
          <p:nvPr/>
        </p:nvSpPr>
        <p:spPr>
          <a:xfrm>
            <a:off x="2248263" y="3496836"/>
            <a:ext cx="1161143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4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확정 반려 기준</a:t>
            </a:r>
            <a:endParaRPr sz="1400" i="0" u="none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1303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18650CBD-3D43-0CCF-CEDE-57994DD8A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· 원인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문의구조 및 반려율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반복되는가 — 문의구조와 반려율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사업부가</a:t>
            </a: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매번 회계팀에 확인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2320" y="2848429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82320" y="3808549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임직원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2560" y="2848429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59760" y="2848429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559760" y="3808549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회계팀 인원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663440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D+5 기준으로만 쌓여도 회계팀 처리 역량을 초과하는 문의량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반려 사유 분석  ·  2026.6.26~7.19, 150건 기준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606040"/>
            <a:ext cx="1129193" cy="4572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529993" y="2606040"/>
            <a:ext cx="920801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450793" y="2606040"/>
            <a:ext cx="2796327" cy="457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201168" cy="20116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93408" y="32369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 관련 오류  23.3%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3675888"/>
            <a:ext cx="201168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693408" y="36210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관련 오류  19%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059936"/>
            <a:ext cx="201168" cy="2011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693408" y="40050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(결재라인 등)  57.7%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4680131"/>
            <a:ext cx="4846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0" y="4754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회계구분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오류만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23%(반려 150건 중 확정 반려 기준) 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70A6F5F-8015-FF92-7EF6-C23CC61975D6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304207D7-9D1D-AABD-560A-E0E1E4221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37C30C63-270F-4DD3-326A-8A5495417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EAC1-498C-D8CE-447B-56BBC34D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7E1D7C6-39B0-A329-D868-07C33844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2E70A22-1934-CA2A-96B4-E4592C14B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825" y="552450"/>
            <a:ext cx="1444674" cy="285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1DB554-C549-2823-63FC-78BABFB653BB}"/>
              </a:ext>
            </a:extLst>
          </p:cNvPr>
          <p:cNvSpPr txBox="1"/>
          <p:nvPr/>
        </p:nvSpPr>
        <p:spPr>
          <a:xfrm>
            <a:off x="571500" y="508642"/>
            <a:ext cx="9032824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55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개선 시 </a:t>
            </a:r>
            <a:r>
              <a:rPr sz="2550" b="1" i="0" u="none" dirty="0" err="1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전망</a:t>
            </a:r>
            <a:endParaRPr sz="2550" b="1" i="0" u="none" dirty="0">
              <a:solidFill>
                <a:srgbClr val="0F172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7A18A4-F6BD-CA85-065B-BB109F903949}"/>
              </a:ext>
            </a:extLst>
          </p:cNvPr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657B046-9691-492A-E63A-D06672A5A9A3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0C80F59-986B-82C9-7FAE-BF05D96FC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2" name="그림 11" descr="COWORKER">
              <a:extLst>
                <a:ext uri="{FF2B5EF4-FFF2-40B4-BE49-F238E27FC236}">
                  <a16:creationId xmlns:a16="http://schemas.microsoft.com/office/drawing/2014/main" id="{ACC8CC8A-D4EF-8F99-A10C-8327C01F3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DAB554F-393B-4877-6648-07F97B3F8EA0}"/>
              </a:ext>
            </a:extLst>
          </p:cNvPr>
          <p:cNvGrpSpPr/>
          <p:nvPr/>
        </p:nvGrpSpPr>
        <p:grpSpPr>
          <a:xfrm>
            <a:off x="571500" y="2840188"/>
            <a:ext cx="3530649" cy="1912938"/>
            <a:chOff x="571500" y="2840188"/>
            <a:chExt cx="3530649" cy="1912938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957E7E81-709D-63F1-0FEC-18D91B85C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500" y="2840188"/>
              <a:ext cx="3530649" cy="1912938"/>
            </a:xfrm>
            <a:prstGeom prst="rect">
              <a:avLst/>
            </a:prstGeom>
          </p:spPr>
        </p:pic>
        <p:pic>
          <p:nvPicPr>
            <p:cNvPr id="32" name="Picture 6" descr="image.png">
              <a:extLst>
                <a:ext uri="{FF2B5EF4-FFF2-40B4-BE49-F238E27FC236}">
                  <a16:creationId xmlns:a16="http://schemas.microsoft.com/office/drawing/2014/main" id="{AB750C53-B057-1C76-C391-17FD648A5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7725" y="3144988"/>
              <a:ext cx="514350" cy="51435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4CE31C1-A3F6-77A2-F8CF-4B7A019759E8}"/>
                </a:ext>
              </a:extLst>
            </p:cNvPr>
            <p:cNvSpPr txBox="1"/>
            <p:nvPr/>
          </p:nvSpPr>
          <p:spPr>
            <a:xfrm>
              <a:off x="1507805" y="3305042"/>
              <a:ext cx="1942290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sz="1500" b="1" i="0" u="none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1. </a:t>
              </a:r>
              <a:r>
                <a:rPr lang="ko-KR" altLang="en-US" sz="1500" b="1" i="0" u="none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반려 재발 방지</a:t>
              </a:r>
              <a:endParaRPr sz="150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F8D0567-8277-4BC3-EA81-2151E1F8C27B}"/>
                </a:ext>
              </a:extLst>
            </p:cNvPr>
            <p:cNvSpPr txBox="1"/>
            <p:nvPr/>
          </p:nvSpPr>
          <p:spPr>
            <a:xfrm>
              <a:off x="898988" y="3893675"/>
              <a:ext cx="2978199" cy="4398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매출인식·MG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판단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기준을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매뉴얼로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사전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안내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→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신규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거래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등록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전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자가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점검</a:t>
              </a:r>
              <a:r>
                <a:rPr lang="en-US" altLang="ko-KR" sz="1200" dirty="0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solidFill>
                    <a:srgbClr val="33383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" pitchFamily="34" charset="-120"/>
                </a:rPr>
                <a:t>유도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42" name="Picture 15" descr="image.png">
              <a:extLst>
                <a:ext uri="{FF2B5EF4-FFF2-40B4-BE49-F238E27FC236}">
                  <a16:creationId xmlns:a16="http://schemas.microsoft.com/office/drawing/2014/main" id="{050FA3DC-B275-DECA-1004-B191FC53B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5880" y="3261221"/>
              <a:ext cx="226175" cy="21142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79CF153-CEC9-B57B-E114-A09BF238FF65}"/>
              </a:ext>
            </a:extLst>
          </p:cNvPr>
          <p:cNvGrpSpPr/>
          <p:nvPr/>
        </p:nvGrpSpPr>
        <p:grpSpPr>
          <a:xfrm>
            <a:off x="4330749" y="2840188"/>
            <a:ext cx="3530649" cy="1912938"/>
            <a:chOff x="4330749" y="2840188"/>
            <a:chExt cx="3530649" cy="1912938"/>
          </a:xfrm>
        </p:grpSpPr>
        <p:pic>
          <p:nvPicPr>
            <p:cNvPr id="28" name="Picture 3" descr="image.png">
              <a:extLst>
                <a:ext uri="{FF2B5EF4-FFF2-40B4-BE49-F238E27FC236}">
                  <a16:creationId xmlns:a16="http://schemas.microsoft.com/office/drawing/2014/main" id="{D5237DBF-08DA-A73C-341B-63616EAB2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30749" y="2840188"/>
              <a:ext cx="3530649" cy="1912938"/>
            </a:xfrm>
            <a:prstGeom prst="rect">
              <a:avLst/>
            </a:prstGeom>
          </p:spPr>
        </p:pic>
        <p:pic>
          <p:nvPicPr>
            <p:cNvPr id="34" name="Picture 9" descr="image.png">
              <a:extLst>
                <a:ext uri="{FF2B5EF4-FFF2-40B4-BE49-F238E27FC236}">
                  <a16:creationId xmlns:a16="http://schemas.microsoft.com/office/drawing/2014/main" id="{94A3EFB7-969C-52D3-86DF-9E7162A67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06974" y="3144988"/>
              <a:ext cx="514350" cy="514350"/>
            </a:xfrm>
            <a:prstGeom prst="rect">
              <a:avLst/>
            </a:prstGeom>
          </p:spPr>
        </p:pic>
        <p:pic>
          <p:nvPicPr>
            <p:cNvPr id="44" name="Picture 16" descr="image.png">
              <a:extLst>
                <a:ext uri="{FF2B5EF4-FFF2-40B4-BE49-F238E27FC236}">
                  <a16:creationId xmlns:a16="http://schemas.microsoft.com/office/drawing/2014/main" id="{CC3AD19B-B893-0EAA-F508-EAE7C1379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64973" y="3305042"/>
              <a:ext cx="226175" cy="21142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CC3E8F8-31AB-FA91-51F3-53292708207F}"/>
                </a:ext>
              </a:extLst>
            </p:cNvPr>
            <p:cNvSpPr txBox="1"/>
            <p:nvPr/>
          </p:nvSpPr>
          <p:spPr>
            <a:xfrm>
              <a:off x="5215791" y="3305042"/>
              <a:ext cx="2230038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sz="1500" b="1" i="0" u="none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2. </a:t>
              </a:r>
              <a:r>
                <a:rPr lang="ko-KR" altLang="en-US" sz="1500" b="1" i="0" u="none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판단 오류 유형 축적</a:t>
              </a:r>
              <a:endParaRPr sz="150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634CA0C-F05B-1640-6EF9-4A5875F596FC}"/>
              </a:ext>
            </a:extLst>
          </p:cNvPr>
          <p:cNvSpPr txBox="1"/>
          <p:nvPr/>
        </p:nvSpPr>
        <p:spPr>
          <a:xfrm>
            <a:off x="4606974" y="3893675"/>
            <a:ext cx="2978199" cy="439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실제 반려 사유를 유형별로 축적하면</a:t>
            </a:r>
            <a:r>
              <a:rPr lang="en-US" altLang="ko-KR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매뉴얼의 </a:t>
            </a:r>
            <a:r>
              <a:rPr lang="en-US" altLang="ko-KR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FAQ·</a:t>
            </a: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유의사항 항목을 지속 보강 가능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8EC58AE-D7A4-2EDE-33E6-01ACD5F21ED5}"/>
              </a:ext>
            </a:extLst>
          </p:cNvPr>
          <p:cNvGrpSpPr/>
          <p:nvPr/>
        </p:nvGrpSpPr>
        <p:grpSpPr>
          <a:xfrm>
            <a:off x="8089999" y="2840188"/>
            <a:ext cx="3530649" cy="1912938"/>
            <a:chOff x="8089999" y="2840188"/>
            <a:chExt cx="3530649" cy="1912938"/>
          </a:xfrm>
        </p:grpSpPr>
        <p:pic>
          <p:nvPicPr>
            <p:cNvPr id="30" name="Picture 4" descr="image.png">
              <a:extLst>
                <a:ext uri="{FF2B5EF4-FFF2-40B4-BE49-F238E27FC236}">
                  <a16:creationId xmlns:a16="http://schemas.microsoft.com/office/drawing/2014/main" id="{55A885B2-3F28-4404-6C0C-1A8D25DA4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89999" y="2840188"/>
              <a:ext cx="3530649" cy="1912938"/>
            </a:xfrm>
            <a:prstGeom prst="rect">
              <a:avLst/>
            </a:prstGeom>
          </p:spPr>
        </p:pic>
        <p:pic>
          <p:nvPicPr>
            <p:cNvPr id="36" name="Picture 12" descr="image.png">
              <a:extLst>
                <a:ext uri="{FF2B5EF4-FFF2-40B4-BE49-F238E27FC236}">
                  <a16:creationId xmlns:a16="http://schemas.microsoft.com/office/drawing/2014/main" id="{DA28A964-2F17-B035-28C6-A5057F4DD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66224" y="3144988"/>
              <a:ext cx="514350" cy="514350"/>
            </a:xfrm>
            <a:prstGeom prst="rect">
              <a:avLst/>
            </a:prstGeom>
          </p:spPr>
        </p:pic>
        <p:pic>
          <p:nvPicPr>
            <p:cNvPr id="46" name="Picture 17" descr="image.png">
              <a:extLst>
                <a:ext uri="{FF2B5EF4-FFF2-40B4-BE49-F238E27FC236}">
                  <a16:creationId xmlns:a16="http://schemas.microsoft.com/office/drawing/2014/main" id="{5F81AAD1-6232-644E-A80E-F094FBE0C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510311" y="3296452"/>
              <a:ext cx="226175" cy="211421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E97D929-EDE5-58AF-EDFC-FAF8C7436AF4}"/>
                </a:ext>
              </a:extLst>
            </p:cNvPr>
            <p:cNvSpPr txBox="1"/>
            <p:nvPr/>
          </p:nvSpPr>
          <p:spPr>
            <a:xfrm>
              <a:off x="9006875" y="3305042"/>
              <a:ext cx="1844005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altLang="ko-KR" sz="1500" b="1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3. </a:t>
              </a:r>
              <a:r>
                <a:rPr lang="ko-KR" altLang="en-US" sz="1500" b="1" i="0" u="none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정기 </a:t>
              </a:r>
              <a:r>
                <a:rPr lang="ko-KR" altLang="en-US" sz="1500" b="1" i="0" u="none" dirty="0" err="1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재측정</a:t>
              </a:r>
              <a:endParaRPr sz="150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DB9789A-1E3B-44CB-6724-BF78A5FCE1E6}"/>
              </a:ext>
            </a:extLst>
          </p:cNvPr>
          <p:cNvSpPr txBox="1"/>
          <p:nvPr/>
        </p:nvSpPr>
        <p:spPr>
          <a:xfrm>
            <a:off x="8398058" y="3893675"/>
            <a:ext cx="2978199" cy="439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배포 후에도 반려 비중을 분기별로 </a:t>
            </a:r>
            <a:r>
              <a:rPr lang="ko-KR" altLang="en-US" sz="1200" dirty="0" err="1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재집계하여</a:t>
            </a:r>
            <a:r>
              <a:rPr lang="en-US" altLang="ko-KR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목표</a:t>
            </a:r>
            <a:r>
              <a:rPr lang="en-US" altLang="ko-KR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(30% </a:t>
            </a: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감소</a:t>
            </a:r>
            <a:r>
              <a:rPr lang="en-US" altLang="ko-KR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 </a:t>
            </a: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달성 여부를 추적</a:t>
            </a:r>
            <a:r>
              <a:rPr lang="en-US" altLang="ko-KR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</a:t>
            </a:r>
            <a:r>
              <a:rPr lang="ko-KR" altLang="en-US" sz="1200" dirty="0">
                <a:solidFill>
                  <a:srgbClr val="33383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검증</a:t>
            </a:r>
          </a:p>
        </p:txBody>
      </p:sp>
    </p:spTree>
    <p:extLst>
      <p:ext uri="{BB962C8B-B14F-4D97-AF65-F5344CB8AC3E}">
        <p14:creationId xmlns:p14="http://schemas.microsoft.com/office/powerpoint/2010/main" val="221975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44492-BFC7-0538-1692-096B4235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A283863B-F9AC-AF66-45AE-43BB09C8B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0489F211-E00D-BC6B-FD32-3D6AE8E41DBA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문의구조 및 반려율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04164C-4CF5-8AEA-2DAD-5666D968FC8F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문의는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응답은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endParaRPr lang="en-US" sz="26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589A052-EE47-10D2-B8C0-B57C9EA2FFB9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F8B67C28-06D1-C154-9A28-9964739F04EE}"/>
              </a:ext>
            </a:extLst>
          </p:cNvPr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41BB104-2945-6736-C21A-E4A8C30EC115}"/>
              </a:ext>
            </a:extLst>
          </p:cNvPr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E51E24C-9812-C02F-BAF4-9BC85E1D463B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C7B60EC-2274-51CA-7AE7-F01CF145F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4A079358-79F6-20D3-11D4-86B338665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CFCA980-D3DB-16EE-69C6-A8C2BB616685}"/>
              </a:ext>
            </a:extLst>
          </p:cNvPr>
          <p:cNvGrpSpPr/>
          <p:nvPr/>
        </p:nvGrpSpPr>
        <p:grpSpPr>
          <a:xfrm>
            <a:off x="2369474" y="1936427"/>
            <a:ext cx="7151189" cy="3646182"/>
            <a:chOff x="635924" y="2322934"/>
            <a:chExt cx="5586802" cy="2848547"/>
          </a:xfrm>
        </p:grpSpPr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97A40BFA-9D98-56BF-9704-AB259C3D09DF}"/>
                </a:ext>
              </a:extLst>
            </p:cNvPr>
            <p:cNvSpPr/>
            <p:nvPr/>
          </p:nvSpPr>
          <p:spPr>
            <a:xfrm>
              <a:off x="635924" y="2322934"/>
              <a:ext cx="5586802" cy="2848547"/>
            </a:xfrm>
            <a:prstGeom prst="roundRect">
              <a:avLst>
                <a:gd name="adj" fmla="val 1758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23B8F512-8BB1-2608-1345-BFACDBAC9CEB}"/>
                </a:ext>
              </a:extLst>
            </p:cNvPr>
            <p:cNvSpPr/>
            <p:nvPr/>
          </p:nvSpPr>
          <p:spPr>
            <a:xfrm>
              <a:off x="776378" y="2605379"/>
              <a:ext cx="5305853" cy="19210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전사 직원 </a:t>
              </a:r>
              <a:r>
                <a:rPr lang="en-US" altLang="ko-KR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500</a:t>
              </a:r>
              <a:r>
                <a:rPr lang="ko-KR" alt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명이 회계팀 </a:t>
              </a:r>
              <a:r>
                <a:rPr lang="en-US" altLang="ko-KR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8</a:t>
              </a:r>
              <a:r>
                <a:rPr lang="ko-KR" alt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명에게 문의한다면</a:t>
              </a:r>
              <a:endParaRPr lang="en-US" sz="1600" dirty="0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4E4CE623-01EA-B7BE-4CAC-AF79C8869D07}"/>
                </a:ext>
              </a:extLst>
            </p:cNvPr>
            <p:cNvSpPr/>
            <p:nvPr/>
          </p:nvSpPr>
          <p:spPr>
            <a:xfrm>
              <a:off x="1933022" y="3091152"/>
              <a:ext cx="1746169" cy="5282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0" b="1" dirty="0">
                  <a:solidFill>
                    <a:srgbClr val="1E3A8A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Noto Sans KR" pitchFamily="34" charset="-120"/>
                </a:rPr>
                <a:t>500</a:t>
              </a:r>
              <a:endParaRPr lang="en-US" sz="7000" dirty="0"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23152A33-1286-0450-8AF2-F38A5CCD2E2F}"/>
                </a:ext>
              </a:extLst>
            </p:cNvPr>
            <p:cNvSpPr/>
            <p:nvPr/>
          </p:nvSpPr>
          <p:spPr>
            <a:xfrm>
              <a:off x="2372641" y="3662408"/>
              <a:ext cx="1177954" cy="20139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전사 임직원</a:t>
              </a:r>
              <a:endParaRPr lang="en-US" sz="15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5FE1DC0F-F7A1-0D53-DACD-2BBF74A938FE}"/>
                </a:ext>
              </a:extLst>
            </p:cNvPr>
            <p:cNvSpPr/>
            <p:nvPr/>
          </p:nvSpPr>
          <p:spPr>
            <a:xfrm>
              <a:off x="3472866" y="3091152"/>
              <a:ext cx="234090" cy="5282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400" b="1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</a:t>
              </a:r>
              <a:endParaRPr lang="en-US" sz="4400" dirty="0"/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A2F32453-F9BC-BFC2-F876-29FA0F315750}"/>
                </a:ext>
              </a:extLst>
            </p:cNvPr>
            <p:cNvSpPr/>
            <p:nvPr/>
          </p:nvSpPr>
          <p:spPr>
            <a:xfrm>
              <a:off x="3487827" y="3091152"/>
              <a:ext cx="1362192" cy="5282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0" b="1" dirty="0">
                  <a:solidFill>
                    <a:srgbClr val="1E293B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Noto Sans KR" pitchFamily="34" charset="-120"/>
                </a:rPr>
                <a:t>8</a:t>
              </a:r>
              <a:endParaRPr lang="en-US" sz="7000" dirty="0"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06FE7780-BEB7-4284-CE2A-7FFE8113CFD4}"/>
                </a:ext>
              </a:extLst>
            </p:cNvPr>
            <p:cNvSpPr/>
            <p:nvPr/>
          </p:nvSpPr>
          <p:spPr>
            <a:xfrm>
              <a:off x="3589912" y="3662408"/>
              <a:ext cx="1177954" cy="20139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회계팀 인원</a:t>
              </a:r>
              <a:endParaRPr lang="en-US" sz="1500" dirty="0"/>
            </a:p>
          </p:txBody>
        </p:sp>
        <p:sp>
          <p:nvSpPr>
            <p:cNvPr id="51" name="Shape 10">
              <a:extLst>
                <a:ext uri="{FF2B5EF4-FFF2-40B4-BE49-F238E27FC236}">
                  <a16:creationId xmlns:a16="http://schemas.microsoft.com/office/drawing/2014/main" id="{54E94F60-2B18-157C-1084-7D0868AB3845}"/>
                </a:ext>
              </a:extLst>
            </p:cNvPr>
            <p:cNvSpPr/>
            <p:nvPr/>
          </p:nvSpPr>
          <p:spPr>
            <a:xfrm>
              <a:off x="776378" y="4187363"/>
              <a:ext cx="5305853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Metric BG 1">
              <a:extLst>
                <a:ext uri="{FF2B5EF4-FFF2-40B4-BE49-F238E27FC236}">
                  <a16:creationId xmlns:a16="http://schemas.microsoft.com/office/drawing/2014/main" id="{38AA237C-4008-80CF-E652-34D0F932AA79}"/>
                </a:ext>
              </a:extLst>
            </p:cNvPr>
            <p:cNvSpPr/>
            <p:nvPr/>
          </p:nvSpPr>
          <p:spPr>
            <a:xfrm>
              <a:off x="776378" y="4298089"/>
              <a:ext cx="2594404" cy="751968"/>
            </a:xfrm>
            <a:prstGeom prst="roundRect">
              <a:avLst>
                <a:gd name="adj" fmla="val 6000"/>
              </a:avLst>
            </a:prstGeom>
            <a:solidFill>
              <a:srgbClr val="F1F5F9"/>
            </a:solidFill>
            <a:ln/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Metric Label 1">
              <a:extLst>
                <a:ext uri="{FF2B5EF4-FFF2-40B4-BE49-F238E27FC236}">
                  <a16:creationId xmlns:a16="http://schemas.microsoft.com/office/drawing/2014/main" id="{17053F2D-8AAD-EB81-7B03-0685DB6B9DBE}"/>
                </a:ext>
              </a:extLst>
            </p:cNvPr>
            <p:cNvSpPr/>
            <p:nvPr/>
          </p:nvSpPr>
          <p:spPr>
            <a:xfrm>
              <a:off x="776378" y="4441398"/>
              <a:ext cx="2594404" cy="1440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회계팀 1인당 담당 임직원</a:t>
              </a:r>
              <a:endParaRPr lang="en-US" sz="1600" dirty="0"/>
            </a:p>
          </p:txBody>
        </p:sp>
        <p:sp>
          <p:nvSpPr>
            <p:cNvPr id="57" name="Metric Num 1">
              <a:extLst>
                <a:ext uri="{FF2B5EF4-FFF2-40B4-BE49-F238E27FC236}">
                  <a16:creationId xmlns:a16="http://schemas.microsoft.com/office/drawing/2014/main" id="{1EB12DBB-5B50-7BE3-8718-94738A5B736C}"/>
                </a:ext>
              </a:extLst>
            </p:cNvPr>
            <p:cNvSpPr/>
            <p:nvPr/>
          </p:nvSpPr>
          <p:spPr>
            <a:xfrm>
              <a:off x="776378" y="4664582"/>
              <a:ext cx="2594404" cy="26414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62.5명</a:t>
              </a:r>
              <a:endParaRPr lang="en-US" sz="2200" dirty="0"/>
            </a:p>
          </p:txBody>
        </p:sp>
        <p:sp>
          <p:nvSpPr>
            <p:cNvPr id="59" name="Metric BG 2">
              <a:extLst>
                <a:ext uri="{FF2B5EF4-FFF2-40B4-BE49-F238E27FC236}">
                  <a16:creationId xmlns:a16="http://schemas.microsoft.com/office/drawing/2014/main" id="{1D010496-E940-8FD0-F781-38F5FECABDD8}"/>
                </a:ext>
              </a:extLst>
            </p:cNvPr>
            <p:cNvSpPr/>
            <p:nvPr/>
          </p:nvSpPr>
          <p:spPr>
            <a:xfrm>
              <a:off x="3487827" y="4298089"/>
              <a:ext cx="2594404" cy="751968"/>
            </a:xfrm>
            <a:prstGeom prst="roundRect">
              <a:avLst>
                <a:gd name="adj" fmla="val 6000"/>
              </a:avLst>
            </a:prstGeom>
            <a:solidFill>
              <a:srgbClr val="F1F5F9"/>
            </a:solidFill>
            <a:ln/>
            <a:effectLst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1" name="Metric Label 2">
              <a:extLst>
                <a:ext uri="{FF2B5EF4-FFF2-40B4-BE49-F238E27FC236}">
                  <a16:creationId xmlns:a16="http://schemas.microsoft.com/office/drawing/2014/main" id="{4DF3BC34-5F42-D894-F373-831EE343FBBE}"/>
                </a:ext>
              </a:extLst>
            </p:cNvPr>
            <p:cNvSpPr/>
            <p:nvPr/>
          </p:nvSpPr>
          <p:spPr>
            <a:xfrm>
              <a:off x="3487827" y="4441398"/>
              <a:ext cx="2594404" cy="14407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D+5 누적 시 1인당 하루 처리량</a:t>
              </a:r>
              <a:endParaRPr lang="en-US" sz="1600" dirty="0"/>
            </a:p>
          </p:txBody>
        </p:sp>
        <p:sp>
          <p:nvSpPr>
            <p:cNvPr id="63" name="Metric Num 2">
              <a:extLst>
                <a:ext uri="{FF2B5EF4-FFF2-40B4-BE49-F238E27FC236}">
                  <a16:creationId xmlns:a16="http://schemas.microsoft.com/office/drawing/2014/main" id="{F46F8A54-C542-F7E2-BAAB-C4362BEE1D28}"/>
                </a:ext>
              </a:extLst>
            </p:cNvPr>
            <p:cNvSpPr/>
            <p:nvPr/>
          </p:nvSpPr>
          <p:spPr>
            <a:xfrm>
              <a:off x="3487827" y="4664582"/>
              <a:ext cx="2594404" cy="26414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12.5건</a:t>
              </a:r>
              <a:endParaRPr lang="en-US" sz="2200" dirty="0"/>
            </a:p>
          </p:txBody>
        </p:sp>
      </p:grpSp>
      <p:sp>
        <p:nvSpPr>
          <p:cNvPr id="8" name="Text 0">
            <a:extLst>
              <a:ext uri="{FF2B5EF4-FFF2-40B4-BE49-F238E27FC236}">
                <a16:creationId xmlns:a16="http://schemas.microsoft.com/office/drawing/2014/main" id="{8801E4CF-9C1E-ABAD-46B5-753D9255DA10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· </a:t>
            </a:r>
            <a:r>
              <a:rPr lang="ko-KR" alt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</a:t>
            </a:r>
            <a:endParaRPr lang="en-US" sz="12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AA9DBCD-A77A-180D-EBE9-819AAC44A284}"/>
              </a:ext>
            </a:extLst>
          </p:cNvPr>
          <p:cNvGrpSpPr/>
          <p:nvPr/>
        </p:nvGrpSpPr>
        <p:grpSpPr>
          <a:xfrm>
            <a:off x="12371783" y="1841824"/>
            <a:ext cx="6967771" cy="3876080"/>
            <a:chOff x="6400800" y="2322935"/>
            <a:chExt cx="5120640" cy="2848545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D6F6AC4-009E-0C02-796F-A5773DB0A293}"/>
                </a:ext>
              </a:extLst>
            </p:cNvPr>
            <p:cNvGrpSpPr/>
            <p:nvPr/>
          </p:nvGrpSpPr>
          <p:grpSpPr>
            <a:xfrm>
              <a:off x="6400800" y="2322935"/>
              <a:ext cx="5120640" cy="2848545"/>
              <a:chOff x="6400800" y="2390775"/>
              <a:chExt cx="5120640" cy="2449318"/>
            </a:xfrm>
          </p:grpSpPr>
          <p:sp>
            <p:nvSpPr>
              <p:cNvPr id="22" name="Shape 18">
                <a:extLst>
                  <a:ext uri="{FF2B5EF4-FFF2-40B4-BE49-F238E27FC236}">
                    <a16:creationId xmlns:a16="http://schemas.microsoft.com/office/drawing/2014/main" id="{725AFD32-11B1-9C42-27EE-4E0D3D50C729}"/>
                  </a:ext>
                </a:extLst>
              </p:cNvPr>
              <p:cNvSpPr/>
              <p:nvPr/>
            </p:nvSpPr>
            <p:spPr>
              <a:xfrm>
                <a:off x="6400800" y="2390775"/>
                <a:ext cx="5120640" cy="2449318"/>
              </a:xfrm>
              <a:prstGeom prst="roundRect">
                <a:avLst>
                  <a:gd name="adj" fmla="val 1758"/>
                </a:avLst>
              </a:prstGeom>
              <a:solidFill>
                <a:srgbClr val="1E293B"/>
              </a:solidFill>
              <a:ln/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26A0A0-F4B6-9CC7-CA56-155A21FF16CB}"/>
                  </a:ext>
                </a:extLst>
              </p:cNvPr>
              <p:cNvSpPr txBox="1"/>
              <p:nvPr/>
            </p:nvSpPr>
            <p:spPr>
              <a:xfrm>
                <a:off x="6667845" y="2586775"/>
                <a:ext cx="4609450" cy="2693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건당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10분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소요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시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시간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영향</a:t>
                </a:r>
                <a:endParaRPr sz="2500" b="1" i="0" u="none" dirty="0">
                  <a:solidFill>
                    <a:srgbClr val="F8FAFC"/>
                  </a:solidFill>
                  <a:latin typeface="Noto Sans K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6B7540-47A1-9597-1E2B-5A8DF57CF226}"/>
                  </a:ext>
                </a:extLst>
              </p:cNvPr>
              <p:cNvSpPr txBox="1"/>
              <p:nvPr/>
            </p:nvSpPr>
            <p:spPr>
              <a:xfrm>
                <a:off x="6667845" y="3181013"/>
                <a:ext cx="4200525" cy="58178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5400" b="0" i="0" u="none" dirty="0">
                    <a:solidFill>
                      <a:srgbClr val="60A5FA"/>
                    </a:solidFill>
                    <a:latin typeface="Noto Sans KR Black"/>
                  </a:rPr>
                  <a:t>125분</a:t>
                </a:r>
                <a:r>
                  <a:rPr sz="5400" b="0" i="0" u="none" dirty="0">
                    <a:solidFill>
                      <a:srgbClr val="FFFFFF"/>
                    </a:solidFill>
                    <a:latin typeface="Noto Sans KR"/>
                  </a:rPr>
                  <a:t> </a:t>
                </a:r>
                <a:r>
                  <a:rPr sz="2000" b="1" i="0" u="none" dirty="0">
                    <a:solidFill>
                      <a:srgbClr val="CBD5E1"/>
                    </a:solidFill>
                    <a:latin typeface="Noto Sans KR"/>
                  </a:rPr>
                  <a:t>/ 1인당 </a:t>
                </a:r>
                <a:r>
                  <a:rPr sz="2000" b="1" i="0" u="none" dirty="0" err="1">
                    <a:solidFill>
                      <a:srgbClr val="CBD5E1"/>
                    </a:solidFill>
                    <a:latin typeface="Noto Sans KR"/>
                  </a:rPr>
                  <a:t>하루</a:t>
                </a:r>
                <a:r>
                  <a:rPr sz="2000" b="1" i="0" u="none" dirty="0">
                    <a:solidFill>
                      <a:srgbClr val="CBD5E1"/>
                    </a:solidFill>
                    <a:latin typeface="Noto Sans KR"/>
                  </a:rPr>
                  <a:t> </a:t>
                </a:r>
                <a:r>
                  <a:rPr sz="2000" b="1" i="0" u="none" dirty="0" err="1">
                    <a:solidFill>
                      <a:srgbClr val="CBD5E1"/>
                    </a:solidFill>
                    <a:latin typeface="Noto Sans KR"/>
                  </a:rPr>
                  <a:t>소요시간</a:t>
                </a:r>
                <a:endParaRPr sz="2000" b="1" i="0" u="none" dirty="0">
                  <a:solidFill>
                    <a:srgbClr val="CBD5E1"/>
                  </a:solidFill>
                  <a:latin typeface="Noto Sans KR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628F1D-A92C-090A-87BF-5AF2163BCB28}"/>
                  </a:ext>
                </a:extLst>
              </p:cNvPr>
              <p:cNvSpPr txBox="1"/>
              <p:nvPr/>
            </p:nvSpPr>
            <p:spPr>
              <a:xfrm>
                <a:off x="6667844" y="3778548"/>
                <a:ext cx="4200525" cy="7928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u="none" dirty="0">
                    <a:solidFill>
                      <a:srgbClr val="94A3B8"/>
                    </a:solidFill>
                    <a:latin typeface="Noto Sans KR"/>
                  </a:rPr>
                  <a:t>• 1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인당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처리량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12.5건 ×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건당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10분 =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2시간 5분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소모</a:t>
                </a:r>
                <a:r>
                  <a:rPr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
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•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회계팀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전체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(8명)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기준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일일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총 1,000분 (16.7시간)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질의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응대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발생</a:t>
                </a:r>
                <a:r>
                  <a:rPr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
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•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매일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전담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인력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2명분의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풀타임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리소스가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손실</a:t>
                </a:r>
                <a:endParaRPr lang="en-US" sz="14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• </a:t>
                </a: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 업무의 </a:t>
                </a:r>
                <a:r>
                  <a:rPr lang="en-US" altLang="ko-KR" sz="1400" b="1" dirty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26%</a:t>
                </a:r>
                <a:r>
                  <a:rPr lang="ko-KR" altLang="en-US" sz="1400" b="1" dirty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소모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(16.7 ÷ 64 = 0.261 → </a:t>
                </a: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약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26%)</a:t>
                </a:r>
                <a:endParaRPr sz="1400" b="0" i="0" u="none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7136517E-37DC-2E1D-C16E-38348EC9A381}"/>
                </a:ext>
              </a:extLst>
            </p:cNvPr>
            <p:cNvSpPr/>
            <p:nvPr/>
          </p:nvSpPr>
          <p:spPr>
            <a:xfrm>
              <a:off x="6457950" y="3181754"/>
              <a:ext cx="5010150" cy="9525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61678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E57F-D912-FAD1-A6DC-F76FAD9C8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7DCEE3B-8D11-5B21-D571-8D519564E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788" y="552450"/>
            <a:ext cx="1071711" cy="2857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5C00633-C2A1-47CA-0B52-C97E470B9F36}"/>
              </a:ext>
            </a:extLst>
          </p:cNvPr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개선 내용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6F1807-84B8-A94F-B00C-B028ED887465}"/>
              </a:ext>
            </a:extLst>
          </p:cNvPr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18F7A32-B579-B4DF-356D-0BFC14EE5518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96E29B6-FD73-31B5-49AE-9A91025F7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9" name="그림 28" descr="COWORKER">
              <a:extLst>
                <a:ext uri="{FF2B5EF4-FFF2-40B4-BE49-F238E27FC236}">
                  <a16:creationId xmlns:a16="http://schemas.microsoft.com/office/drawing/2014/main" id="{9BEAC13D-BA8E-8CDE-0234-6966BC3E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E78B81-C402-F2D2-0237-7A6A4A8C8D12}"/>
              </a:ext>
            </a:extLst>
          </p:cNvPr>
          <p:cNvGrpSpPr/>
          <p:nvPr/>
        </p:nvGrpSpPr>
        <p:grpSpPr>
          <a:xfrm>
            <a:off x="862330" y="2193725"/>
            <a:ext cx="1377950" cy="3487222"/>
            <a:chOff x="862330" y="2193725"/>
            <a:chExt cx="1377950" cy="3487222"/>
          </a:xfrm>
        </p:grpSpPr>
        <p:sp>
          <p:nvSpPr>
            <p:cNvPr id="248" name="Text 4">
              <a:extLst>
                <a:ext uri="{FF2B5EF4-FFF2-40B4-BE49-F238E27FC236}">
                  <a16:creationId xmlns:a16="http://schemas.microsoft.com/office/drawing/2014/main" id="{AC2A4C74-ECE9-BBD1-4356-153F73621F77}"/>
                </a:ext>
              </a:extLst>
            </p:cNvPr>
            <p:cNvSpPr/>
            <p:nvPr/>
          </p:nvSpPr>
          <p:spPr>
            <a:xfrm>
              <a:off x="862330" y="2193725"/>
              <a:ext cx="137795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매뉴얼</a:t>
              </a:r>
              <a:r>
                <a:rPr lang="en-US" sz="1400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접근성</a:t>
              </a:r>
              <a:endParaRPr lang="en-US" sz="14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0" name="Text 10">
              <a:extLst>
                <a:ext uri="{FF2B5EF4-FFF2-40B4-BE49-F238E27FC236}">
                  <a16:creationId xmlns:a16="http://schemas.microsoft.com/office/drawing/2014/main" id="{561852A7-1088-4ECF-E2CB-7AA8CDBB80C0}"/>
                </a:ext>
              </a:extLst>
            </p:cNvPr>
            <p:cNvSpPr/>
            <p:nvPr/>
          </p:nvSpPr>
          <p:spPr>
            <a:xfrm>
              <a:off x="862330" y="3139301"/>
              <a:ext cx="137795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거래구조</a:t>
              </a:r>
              <a:r>
                <a:rPr lang="en-US" sz="1400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설명</a:t>
              </a:r>
              <a:endParaRPr lang="en-US" sz="14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2" name="Text 16">
              <a:extLst>
                <a:ext uri="{FF2B5EF4-FFF2-40B4-BE49-F238E27FC236}">
                  <a16:creationId xmlns:a16="http://schemas.microsoft.com/office/drawing/2014/main" id="{F7EEC4A6-5537-DB03-9D4E-BD1B836F2CF1}"/>
                </a:ext>
              </a:extLst>
            </p:cNvPr>
            <p:cNvSpPr/>
            <p:nvPr/>
          </p:nvSpPr>
          <p:spPr>
            <a:xfrm>
              <a:off x="862330" y="4084877"/>
              <a:ext cx="137795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실무</a:t>
              </a:r>
              <a:r>
                <a:rPr lang="en-US" sz="1400" b="1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 </a:t>
              </a: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보조</a:t>
              </a:r>
              <a:r>
                <a:rPr lang="en-US" sz="1400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도구</a:t>
              </a:r>
              <a:endParaRPr lang="en-US" sz="14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4" name="Text 22">
              <a:extLst>
                <a:ext uri="{FF2B5EF4-FFF2-40B4-BE49-F238E27FC236}">
                  <a16:creationId xmlns:a16="http://schemas.microsoft.com/office/drawing/2014/main" id="{6694AABE-A381-6ECE-C040-5D8B4663CD07}"/>
                </a:ext>
              </a:extLst>
            </p:cNvPr>
            <p:cNvSpPr/>
            <p:nvPr/>
          </p:nvSpPr>
          <p:spPr>
            <a:xfrm>
              <a:off x="862330" y="5030453"/>
              <a:ext cx="137795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최신성</a:t>
              </a:r>
              <a:r>
                <a:rPr lang="en-US" sz="1400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sz="1400" b="1" dirty="0" err="1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KR" pitchFamily="34" charset="-120"/>
                </a:rPr>
                <a:t>유지</a:t>
              </a:r>
              <a:endParaRPr lang="en-US" sz="1400" dirty="0">
                <a:solidFill>
                  <a:srgbClr val="2563E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7928BC-F292-FAFF-8FC4-3679D3F0BA68}"/>
              </a:ext>
            </a:extLst>
          </p:cNvPr>
          <p:cNvGrpSpPr/>
          <p:nvPr/>
        </p:nvGrpSpPr>
        <p:grpSpPr>
          <a:xfrm>
            <a:off x="2680970" y="1848649"/>
            <a:ext cx="3453150" cy="3832298"/>
            <a:chOff x="2680970" y="1848649"/>
            <a:chExt cx="3453150" cy="3832298"/>
          </a:xfrm>
        </p:grpSpPr>
        <p:sp>
          <p:nvSpPr>
            <p:cNvPr id="244" name="Text 2">
              <a:extLst>
                <a:ext uri="{FF2B5EF4-FFF2-40B4-BE49-F238E27FC236}">
                  <a16:creationId xmlns:a16="http://schemas.microsoft.com/office/drawing/2014/main" id="{53A28AC8-4C4B-4E09-2B66-8056F82C1396}"/>
                </a:ext>
              </a:extLst>
            </p:cNvPr>
            <p:cNvSpPr/>
            <p:nvPr/>
          </p:nvSpPr>
          <p:spPr>
            <a:xfrm>
              <a:off x="2680970" y="1848649"/>
              <a:ext cx="3453150" cy="179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기존 방식 (As-Is)</a:t>
              </a:r>
              <a:endParaRPr lang="en-US" sz="1200" dirty="0"/>
            </a:p>
          </p:txBody>
        </p:sp>
        <p:sp>
          <p:nvSpPr>
            <p:cNvPr id="250" name="Shape 5">
              <a:extLst>
                <a:ext uri="{FF2B5EF4-FFF2-40B4-BE49-F238E27FC236}">
                  <a16:creationId xmlns:a16="http://schemas.microsoft.com/office/drawing/2014/main" id="{FDA60F58-BF78-1A4F-CEBB-F7C6FF60ADFF}"/>
                </a:ext>
              </a:extLst>
            </p:cNvPr>
            <p:cNvSpPr/>
            <p:nvPr/>
          </p:nvSpPr>
          <p:spPr>
            <a:xfrm>
              <a:off x="2680970" y="2193725"/>
              <a:ext cx="3354070" cy="650494"/>
            </a:xfrm>
            <a:prstGeom prst="roundRect">
              <a:avLst>
                <a:gd name="adj" fmla="val 7619"/>
              </a:avLst>
            </a:prstGeom>
            <a:solidFill>
              <a:srgbClr val="F3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" name="Text 6">
              <a:extLst>
                <a:ext uri="{FF2B5EF4-FFF2-40B4-BE49-F238E27FC236}">
                  <a16:creationId xmlns:a16="http://schemas.microsoft.com/office/drawing/2014/main" id="{F5D68663-29B3-14C8-35F6-841B2D092674}"/>
                </a:ext>
              </a:extLst>
            </p:cNvPr>
            <p:cNvSpPr/>
            <p:nvPr/>
          </p:nvSpPr>
          <p:spPr>
            <a:xfrm>
              <a:off x="2846070" y="2193725"/>
              <a:ext cx="318897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파편화된 메일/메신저 문의에 의존</a:t>
              </a:r>
              <a:endParaRPr lang="en-US" sz="1250" dirty="0"/>
            </a:p>
          </p:txBody>
        </p:sp>
        <p:sp>
          <p:nvSpPr>
            <p:cNvPr id="262" name="Shape 11">
              <a:extLst>
                <a:ext uri="{FF2B5EF4-FFF2-40B4-BE49-F238E27FC236}">
                  <a16:creationId xmlns:a16="http://schemas.microsoft.com/office/drawing/2014/main" id="{D8FA8C24-CD84-E259-597C-CD6924747754}"/>
                </a:ext>
              </a:extLst>
            </p:cNvPr>
            <p:cNvSpPr/>
            <p:nvPr/>
          </p:nvSpPr>
          <p:spPr>
            <a:xfrm>
              <a:off x="2680970" y="3139301"/>
              <a:ext cx="3354070" cy="650494"/>
            </a:xfrm>
            <a:prstGeom prst="roundRect">
              <a:avLst>
                <a:gd name="adj" fmla="val 7619"/>
              </a:avLst>
            </a:prstGeom>
            <a:solidFill>
              <a:srgbClr val="F3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" name="Text 12">
              <a:extLst>
                <a:ext uri="{FF2B5EF4-FFF2-40B4-BE49-F238E27FC236}">
                  <a16:creationId xmlns:a16="http://schemas.microsoft.com/office/drawing/2014/main" id="{8EC2384F-3725-1A5B-8232-50FAAD6D07F5}"/>
                </a:ext>
              </a:extLst>
            </p:cNvPr>
            <p:cNvSpPr/>
            <p:nvPr/>
          </p:nvSpPr>
          <p:spPr>
            <a:xfrm>
              <a:off x="2846070" y="3139301"/>
              <a:ext cx="318897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단순화되어 세부 사업부별 특수성 미반영</a:t>
              </a:r>
              <a:endParaRPr lang="en-US" sz="1250" dirty="0"/>
            </a:p>
          </p:txBody>
        </p:sp>
        <p:sp>
          <p:nvSpPr>
            <p:cNvPr id="274" name="Shape 17">
              <a:extLst>
                <a:ext uri="{FF2B5EF4-FFF2-40B4-BE49-F238E27FC236}">
                  <a16:creationId xmlns:a16="http://schemas.microsoft.com/office/drawing/2014/main" id="{4CFA603B-F8B1-7FB2-A34E-DC8B2611E59A}"/>
                </a:ext>
              </a:extLst>
            </p:cNvPr>
            <p:cNvSpPr/>
            <p:nvPr/>
          </p:nvSpPr>
          <p:spPr>
            <a:xfrm>
              <a:off x="2680970" y="4084877"/>
              <a:ext cx="3354070" cy="650494"/>
            </a:xfrm>
            <a:prstGeom prst="roundRect">
              <a:avLst>
                <a:gd name="adj" fmla="val 7619"/>
              </a:avLst>
            </a:prstGeom>
            <a:solidFill>
              <a:srgbClr val="F3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" name="Text 18">
              <a:extLst>
                <a:ext uri="{FF2B5EF4-FFF2-40B4-BE49-F238E27FC236}">
                  <a16:creationId xmlns:a16="http://schemas.microsoft.com/office/drawing/2014/main" id="{4D78E4F6-2B3E-7E09-09CE-C924EB64E0F4}"/>
                </a:ext>
              </a:extLst>
            </p:cNvPr>
            <p:cNvSpPr/>
            <p:nvPr/>
          </p:nvSpPr>
          <p:spPr>
            <a:xfrm>
              <a:off x="2846070" y="4084877"/>
              <a:ext cx="318897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담당자별 개인 판단으로 작성 오류 빈번</a:t>
              </a:r>
              <a:endParaRPr lang="en-US" sz="1250" dirty="0"/>
            </a:p>
          </p:txBody>
        </p:sp>
        <p:sp>
          <p:nvSpPr>
            <p:cNvPr id="286" name="Shape 23">
              <a:extLst>
                <a:ext uri="{FF2B5EF4-FFF2-40B4-BE49-F238E27FC236}">
                  <a16:creationId xmlns:a16="http://schemas.microsoft.com/office/drawing/2014/main" id="{E4789331-134A-D38B-6ADB-7345A91B9C8B}"/>
                </a:ext>
              </a:extLst>
            </p:cNvPr>
            <p:cNvSpPr/>
            <p:nvPr/>
          </p:nvSpPr>
          <p:spPr>
            <a:xfrm>
              <a:off x="2680970" y="5030453"/>
              <a:ext cx="3354070" cy="650494"/>
            </a:xfrm>
            <a:prstGeom prst="roundRect">
              <a:avLst>
                <a:gd name="adj" fmla="val 7619"/>
              </a:avLst>
            </a:prstGeom>
            <a:solidFill>
              <a:srgbClr val="F3F5F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8" name="Text 24">
              <a:extLst>
                <a:ext uri="{FF2B5EF4-FFF2-40B4-BE49-F238E27FC236}">
                  <a16:creationId xmlns:a16="http://schemas.microsoft.com/office/drawing/2014/main" id="{ED867E79-123E-1090-86CE-F2696807B0DA}"/>
                </a:ext>
              </a:extLst>
            </p:cNvPr>
            <p:cNvSpPr/>
            <p:nvPr/>
          </p:nvSpPr>
          <p:spPr>
            <a:xfrm>
              <a:off x="2846070" y="5030453"/>
              <a:ext cx="318897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지연된 개정 사항 공유 누락, 구버전 사용</a:t>
              </a:r>
              <a:endParaRPr lang="en-US" sz="1250" dirty="0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960FBA-411E-E6F5-8F61-F3E44954FF54}"/>
              </a:ext>
            </a:extLst>
          </p:cNvPr>
          <p:cNvGrpSpPr/>
          <p:nvPr/>
        </p:nvGrpSpPr>
        <p:grpSpPr>
          <a:xfrm>
            <a:off x="6496685" y="2193725"/>
            <a:ext cx="393700" cy="3487222"/>
            <a:chOff x="6496685" y="2193725"/>
            <a:chExt cx="393700" cy="3487222"/>
          </a:xfrm>
        </p:grpSpPr>
        <p:sp>
          <p:nvSpPr>
            <p:cNvPr id="254" name="Text 7">
              <a:extLst>
                <a:ext uri="{FF2B5EF4-FFF2-40B4-BE49-F238E27FC236}">
                  <a16:creationId xmlns:a16="http://schemas.microsoft.com/office/drawing/2014/main" id="{9B058240-FAE6-7663-59DB-F7B0019229BF}"/>
                </a:ext>
              </a:extLst>
            </p:cNvPr>
            <p:cNvSpPr/>
            <p:nvPr/>
          </p:nvSpPr>
          <p:spPr>
            <a:xfrm>
              <a:off x="6496685" y="2193725"/>
              <a:ext cx="39370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2000" dirty="0">
                <a:solidFill>
                  <a:srgbClr val="2563EB"/>
                </a:solidFill>
              </a:endParaRPr>
            </a:p>
          </p:txBody>
        </p:sp>
        <p:sp>
          <p:nvSpPr>
            <p:cNvPr id="266" name="Text 13">
              <a:extLst>
                <a:ext uri="{FF2B5EF4-FFF2-40B4-BE49-F238E27FC236}">
                  <a16:creationId xmlns:a16="http://schemas.microsoft.com/office/drawing/2014/main" id="{D48332A8-64D0-AE56-E466-0298AAC4D4D5}"/>
                </a:ext>
              </a:extLst>
            </p:cNvPr>
            <p:cNvSpPr/>
            <p:nvPr/>
          </p:nvSpPr>
          <p:spPr>
            <a:xfrm>
              <a:off x="6496685" y="3139301"/>
              <a:ext cx="39370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2000" dirty="0">
                <a:solidFill>
                  <a:srgbClr val="2563EB"/>
                </a:solidFill>
              </a:endParaRPr>
            </a:p>
          </p:txBody>
        </p:sp>
        <p:sp>
          <p:nvSpPr>
            <p:cNvPr id="278" name="Text 19">
              <a:extLst>
                <a:ext uri="{FF2B5EF4-FFF2-40B4-BE49-F238E27FC236}">
                  <a16:creationId xmlns:a16="http://schemas.microsoft.com/office/drawing/2014/main" id="{BEBE0D11-2A35-EAFE-D52D-046CA812DF6E}"/>
                </a:ext>
              </a:extLst>
            </p:cNvPr>
            <p:cNvSpPr/>
            <p:nvPr/>
          </p:nvSpPr>
          <p:spPr>
            <a:xfrm>
              <a:off x="6496685" y="4084877"/>
              <a:ext cx="39370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2000" dirty="0">
                <a:solidFill>
                  <a:srgbClr val="2563EB"/>
                </a:solidFill>
              </a:endParaRPr>
            </a:p>
          </p:txBody>
        </p:sp>
        <p:sp>
          <p:nvSpPr>
            <p:cNvPr id="290" name="Text 25">
              <a:extLst>
                <a:ext uri="{FF2B5EF4-FFF2-40B4-BE49-F238E27FC236}">
                  <a16:creationId xmlns:a16="http://schemas.microsoft.com/office/drawing/2014/main" id="{81521940-4EC7-6BB4-2C54-BF7336593AD8}"/>
                </a:ext>
              </a:extLst>
            </p:cNvPr>
            <p:cNvSpPr/>
            <p:nvPr/>
          </p:nvSpPr>
          <p:spPr>
            <a:xfrm>
              <a:off x="6496685" y="5030453"/>
              <a:ext cx="39370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2000" dirty="0">
                <a:solidFill>
                  <a:srgbClr val="2563EB"/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0D6C111-B716-DDC2-2BCB-4952F4D099B4}"/>
              </a:ext>
            </a:extLst>
          </p:cNvPr>
          <p:cNvGrpSpPr/>
          <p:nvPr/>
        </p:nvGrpSpPr>
        <p:grpSpPr>
          <a:xfrm>
            <a:off x="7365364" y="1848648"/>
            <a:ext cx="3999864" cy="3832299"/>
            <a:chOff x="7365364" y="1848648"/>
            <a:chExt cx="3999864" cy="3832299"/>
          </a:xfrm>
        </p:grpSpPr>
        <p:sp>
          <p:nvSpPr>
            <p:cNvPr id="246" name="Text 3">
              <a:extLst>
                <a:ext uri="{FF2B5EF4-FFF2-40B4-BE49-F238E27FC236}">
                  <a16:creationId xmlns:a16="http://schemas.microsoft.com/office/drawing/2014/main" id="{3F7C801D-D3E2-3D12-7992-481C317801A9}"/>
                </a:ext>
              </a:extLst>
            </p:cNvPr>
            <p:cNvSpPr/>
            <p:nvPr/>
          </p:nvSpPr>
          <p:spPr>
            <a:xfrm>
              <a:off x="7479665" y="1848648"/>
              <a:ext cx="3582670" cy="185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개선 방식 (To-Be Wiki 시스템)</a:t>
              </a:r>
              <a:endParaRPr lang="en-US" sz="1200" dirty="0">
                <a:solidFill>
                  <a:srgbClr val="2563EB"/>
                </a:solidFill>
              </a:endParaRPr>
            </a:p>
          </p:txBody>
        </p:sp>
        <p:sp>
          <p:nvSpPr>
            <p:cNvPr id="256" name="Shape 8">
              <a:extLst>
                <a:ext uri="{FF2B5EF4-FFF2-40B4-BE49-F238E27FC236}">
                  <a16:creationId xmlns:a16="http://schemas.microsoft.com/office/drawing/2014/main" id="{DA5B209C-58A2-4BE2-2DA6-DF487B64F0C1}"/>
                </a:ext>
              </a:extLst>
            </p:cNvPr>
            <p:cNvSpPr/>
            <p:nvPr/>
          </p:nvSpPr>
          <p:spPr>
            <a:xfrm>
              <a:off x="7365364" y="2193725"/>
              <a:ext cx="3999863" cy="650494"/>
            </a:xfrm>
            <a:prstGeom prst="roundRect">
              <a:avLst>
                <a:gd name="adj" fmla="val 7619"/>
              </a:avLst>
            </a:prstGeom>
            <a:solidFill>
              <a:srgbClr val="EAF0FB"/>
            </a:solidFill>
            <a:ln w="9525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" name="Text 9">
              <a:extLst>
                <a:ext uri="{FF2B5EF4-FFF2-40B4-BE49-F238E27FC236}">
                  <a16:creationId xmlns:a16="http://schemas.microsoft.com/office/drawing/2014/main" id="{619C4249-7572-4271-147C-CC5B4F8FF05A}"/>
                </a:ext>
              </a:extLst>
            </p:cNvPr>
            <p:cNvSpPr/>
            <p:nvPr/>
          </p:nvSpPr>
          <p:spPr>
            <a:xfrm>
              <a:off x="7592060" y="2193725"/>
              <a:ext cx="335407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표준화된 단일 웹 매뉴얼, URL 접속으로 즉시 확인</a:t>
              </a:r>
              <a:endParaRPr lang="en-US" sz="1250" dirty="0">
                <a:solidFill>
                  <a:srgbClr val="2563EB"/>
                </a:solidFill>
              </a:endParaRPr>
            </a:p>
          </p:txBody>
        </p:sp>
        <p:sp>
          <p:nvSpPr>
            <p:cNvPr id="268" name="Shape 14">
              <a:extLst>
                <a:ext uri="{FF2B5EF4-FFF2-40B4-BE49-F238E27FC236}">
                  <a16:creationId xmlns:a16="http://schemas.microsoft.com/office/drawing/2014/main" id="{6214629E-2BF1-0918-EC2F-739C1363677F}"/>
                </a:ext>
              </a:extLst>
            </p:cNvPr>
            <p:cNvSpPr/>
            <p:nvPr/>
          </p:nvSpPr>
          <p:spPr>
            <a:xfrm>
              <a:off x="7365364" y="3139301"/>
              <a:ext cx="3999863" cy="650494"/>
            </a:xfrm>
            <a:prstGeom prst="roundRect">
              <a:avLst>
                <a:gd name="adj" fmla="val 7619"/>
              </a:avLst>
            </a:prstGeom>
            <a:solidFill>
              <a:srgbClr val="EAF0FB"/>
            </a:solidFill>
            <a:ln w="9525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43FC1CD5-C0B0-A8B0-AFBF-F703D768089C}"/>
                </a:ext>
              </a:extLst>
            </p:cNvPr>
            <p:cNvSpPr/>
            <p:nvPr/>
          </p:nvSpPr>
          <p:spPr>
            <a:xfrm>
              <a:off x="7592060" y="3139301"/>
              <a:ext cx="335407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6개 매출유형별 거래구조 표준화</a:t>
              </a:r>
              <a:endParaRPr lang="en-US" sz="1250" dirty="0">
                <a:solidFill>
                  <a:srgbClr val="2563EB"/>
                </a:solidFill>
              </a:endParaRPr>
            </a:p>
          </p:txBody>
        </p:sp>
        <p:sp>
          <p:nvSpPr>
            <p:cNvPr id="280" name="Shape 20">
              <a:extLst>
                <a:ext uri="{FF2B5EF4-FFF2-40B4-BE49-F238E27FC236}">
                  <a16:creationId xmlns:a16="http://schemas.microsoft.com/office/drawing/2014/main" id="{38B17151-49D0-65B4-8377-5567726A4802}"/>
                </a:ext>
              </a:extLst>
            </p:cNvPr>
            <p:cNvSpPr/>
            <p:nvPr/>
          </p:nvSpPr>
          <p:spPr>
            <a:xfrm>
              <a:off x="7365364" y="4084877"/>
              <a:ext cx="3999863" cy="650494"/>
            </a:xfrm>
            <a:prstGeom prst="roundRect">
              <a:avLst>
                <a:gd name="adj" fmla="val 7619"/>
              </a:avLst>
            </a:prstGeom>
            <a:solidFill>
              <a:srgbClr val="EAF0FB"/>
            </a:solidFill>
            <a:ln w="9525">
              <a:noFill/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2563EB"/>
                </a:solidFill>
              </a:endParaRPr>
            </a:p>
          </p:txBody>
        </p:sp>
        <p:sp>
          <p:nvSpPr>
            <p:cNvPr id="282" name="Text 21">
              <a:extLst>
                <a:ext uri="{FF2B5EF4-FFF2-40B4-BE49-F238E27FC236}">
                  <a16:creationId xmlns:a16="http://schemas.microsoft.com/office/drawing/2014/main" id="{826A66B3-A7C0-50DF-7006-F63797928CC3}"/>
                </a:ext>
              </a:extLst>
            </p:cNvPr>
            <p:cNvSpPr/>
            <p:nvPr/>
          </p:nvSpPr>
          <p:spPr>
            <a:xfrm>
              <a:off x="7592060" y="4084877"/>
              <a:ext cx="3354070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계정과목 가이드 및 용어사전 통합</a:t>
              </a:r>
              <a:endParaRPr lang="en-US" sz="1250" dirty="0">
                <a:solidFill>
                  <a:srgbClr val="2563EB"/>
                </a:solidFill>
              </a:endParaRPr>
            </a:p>
          </p:txBody>
        </p:sp>
        <p:sp>
          <p:nvSpPr>
            <p:cNvPr id="292" name="Shape 26">
              <a:extLst>
                <a:ext uri="{FF2B5EF4-FFF2-40B4-BE49-F238E27FC236}">
                  <a16:creationId xmlns:a16="http://schemas.microsoft.com/office/drawing/2014/main" id="{FCDB65BF-93B7-6D90-BC18-524CB4B69084}"/>
                </a:ext>
              </a:extLst>
            </p:cNvPr>
            <p:cNvSpPr/>
            <p:nvPr/>
          </p:nvSpPr>
          <p:spPr>
            <a:xfrm>
              <a:off x="7365364" y="5030453"/>
              <a:ext cx="3999863" cy="650494"/>
            </a:xfrm>
            <a:prstGeom prst="roundRect">
              <a:avLst>
                <a:gd name="adj" fmla="val 7619"/>
              </a:avLst>
            </a:prstGeom>
            <a:solidFill>
              <a:srgbClr val="EAF0FB"/>
            </a:solidFill>
            <a:ln w="9525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4" name="Text 27">
              <a:extLst>
                <a:ext uri="{FF2B5EF4-FFF2-40B4-BE49-F238E27FC236}">
                  <a16:creationId xmlns:a16="http://schemas.microsoft.com/office/drawing/2014/main" id="{C393C480-1E0A-4257-3511-DBC1074BA829}"/>
                </a:ext>
              </a:extLst>
            </p:cNvPr>
            <p:cNvSpPr/>
            <p:nvPr/>
          </p:nvSpPr>
          <p:spPr>
            <a:xfrm>
              <a:off x="7592059" y="5030453"/>
              <a:ext cx="3773169" cy="6504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5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 웹앱 기반으로 회계기준·세법 변경 시 즉시 반영</a:t>
              </a:r>
              <a:endParaRPr lang="en-US" sz="1250" dirty="0">
                <a:solidFill>
                  <a:srgbClr val="2563EB"/>
                </a:solidFill>
              </a:endParaRPr>
            </a:p>
          </p:txBody>
        </p:sp>
      </p:grpSp>
      <p:sp>
        <p:nvSpPr>
          <p:cNvPr id="296" name="Text 1">
            <a:extLst>
              <a:ext uri="{FF2B5EF4-FFF2-40B4-BE49-F238E27FC236}">
                <a16:creationId xmlns:a16="http://schemas.microsoft.com/office/drawing/2014/main" id="{16415AC6-BC68-6796-B0F0-D6C76C08727C}"/>
              </a:ext>
            </a:extLst>
          </p:cNvPr>
          <p:cNvSpPr/>
          <p:nvPr/>
        </p:nvSpPr>
        <p:spPr>
          <a:xfrm>
            <a:off x="640080" y="1087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방식과 Wiki 시스템 도입 후 개선 방식 비교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5643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399" y="2028824"/>
            <a:ext cx="5612431" cy="3781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2491" y="552450"/>
            <a:ext cx="1688008" cy="28575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4B15DCE-AE96-318F-0A7F-FFE03C24753E}"/>
              </a:ext>
            </a:extLst>
          </p:cNvPr>
          <p:cNvGrpSpPr/>
          <p:nvPr/>
        </p:nvGrpSpPr>
        <p:grpSpPr>
          <a:xfrm>
            <a:off x="571500" y="2491504"/>
            <a:ext cx="5372100" cy="487826"/>
            <a:chOff x="571500" y="2491504"/>
            <a:chExt cx="5372100" cy="487826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2491504"/>
              <a:ext cx="5029200" cy="4878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1275" b="1" i="0" u="none" dirty="0">
                  <a:solidFill>
                    <a:srgbClr val="334155"/>
                  </a:solidFill>
                  <a:latin typeface="Noto Sans KR"/>
                </a:rPr>
                <a:t>웹 </a:t>
              </a:r>
              <a:r>
                <a:rPr sz="1275" b="1" i="0" u="none" dirty="0" err="1">
                  <a:solidFill>
                    <a:srgbClr val="334155"/>
                  </a:solidFill>
                  <a:latin typeface="Noto Sans KR"/>
                </a:rPr>
                <a:t>기반</a:t>
              </a:r>
              <a:r>
                <a:rPr sz="1275" b="1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1" i="0" u="none" dirty="0" err="1">
                  <a:solidFill>
                    <a:srgbClr val="334155"/>
                  </a:solidFill>
                  <a:latin typeface="Noto Sans KR"/>
                </a:rPr>
                <a:t>접근성</a:t>
              </a:r>
              <a:br>
                <a:rPr lang="en-US" sz="1275" b="0" i="0" u="none" dirty="0">
                  <a:solidFill>
                    <a:srgbClr val="334155"/>
                  </a:solidFill>
                  <a:latin typeface="Noto Sans KR"/>
                </a:rPr>
              </a:b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별도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프로그램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설치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없이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브라우저를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통해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사내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직원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누구나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즉시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접근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가능</a:t>
              </a:r>
              <a:endParaRPr sz="1275" b="0" i="0" u="none" dirty="0">
                <a:solidFill>
                  <a:srgbClr val="334155"/>
                </a:solidFill>
                <a:latin typeface="Noto Sans KR"/>
              </a:endParaRPr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" y="2542592"/>
              <a:ext cx="209930" cy="222864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390F1EC-D669-1EC1-8B8D-BBDDAF8C08B6}"/>
              </a:ext>
            </a:extLst>
          </p:cNvPr>
          <p:cNvGrpSpPr/>
          <p:nvPr/>
        </p:nvGrpSpPr>
        <p:grpSpPr>
          <a:xfrm>
            <a:off x="573732" y="3368206"/>
            <a:ext cx="5369868" cy="487826"/>
            <a:chOff x="573732" y="3368206"/>
            <a:chExt cx="5369868" cy="487826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3368206"/>
              <a:ext cx="5029200" cy="4878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1275" b="1" i="0" u="none" dirty="0" err="1">
                  <a:solidFill>
                    <a:srgbClr val="334155"/>
                  </a:solidFill>
                  <a:latin typeface="Noto Sans KR"/>
                </a:rPr>
                <a:t>카테고리</a:t>
              </a:r>
              <a:r>
                <a:rPr sz="1275" b="1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1" i="0" u="none" dirty="0" err="1">
                  <a:solidFill>
                    <a:srgbClr val="334155"/>
                  </a:solidFill>
                  <a:latin typeface="Noto Sans KR"/>
                </a:rPr>
                <a:t>네비게이션</a:t>
              </a:r>
              <a:br>
                <a:rPr lang="en-US" sz="1275" b="0" i="0" u="none" dirty="0">
                  <a:solidFill>
                    <a:srgbClr val="334155"/>
                  </a:solidFill>
                  <a:latin typeface="Noto Sans KR"/>
                </a:rPr>
              </a:b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매출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유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형</a:t>
              </a:r>
              <a:r>
                <a:rPr lang="ko-KR" altLang="en-US" sz="1275" b="0" i="0" u="none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별</a:t>
              </a:r>
              <a:r>
                <a:rPr lang="en-US" sz="1275" b="0" i="0" u="none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사업부별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가이드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,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용어사전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탭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분류</a:t>
              </a:r>
              <a:endParaRPr sz="1275" b="0" i="0" u="none" dirty="0">
                <a:solidFill>
                  <a:srgbClr val="334155"/>
                </a:solidFill>
                <a:latin typeface="Noto Sans KR"/>
              </a:endParaRPr>
            </a:p>
          </p:txBody>
        </p: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3732" y="3419295"/>
              <a:ext cx="207698" cy="22286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7B331DF-8F17-D6B2-429C-057006BC37AA}"/>
              </a:ext>
            </a:extLst>
          </p:cNvPr>
          <p:cNvGrpSpPr/>
          <p:nvPr/>
        </p:nvGrpSpPr>
        <p:grpSpPr>
          <a:xfrm>
            <a:off x="573732" y="4250062"/>
            <a:ext cx="5369868" cy="487826"/>
            <a:chOff x="573732" y="4250062"/>
            <a:chExt cx="5369868" cy="487826"/>
          </a:xfrm>
        </p:grpSpPr>
        <p:sp>
          <p:nvSpPr>
            <p:cNvPr id="7" name="TextBox 6"/>
            <p:cNvSpPr txBox="1"/>
            <p:nvPr/>
          </p:nvSpPr>
          <p:spPr>
            <a:xfrm>
              <a:off x="914400" y="4250062"/>
              <a:ext cx="5029200" cy="4878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1275" b="1" i="0" u="none" dirty="0" err="1">
                  <a:solidFill>
                    <a:srgbClr val="334155"/>
                  </a:solidFill>
                  <a:latin typeface="Noto Sans KR"/>
                </a:rPr>
                <a:t>직관적인</a:t>
              </a:r>
              <a:r>
                <a:rPr sz="1275" b="1" i="0" u="none" dirty="0">
                  <a:solidFill>
                    <a:srgbClr val="334155"/>
                  </a:solidFill>
                  <a:latin typeface="Noto Sans KR"/>
                </a:rPr>
                <a:t> UI/UX</a:t>
              </a:r>
              <a:br>
                <a:rPr lang="en-US" sz="1275" b="0" i="0" u="none" dirty="0">
                  <a:solidFill>
                    <a:srgbClr val="334155"/>
                  </a:solidFill>
                  <a:latin typeface="Noto Sans KR"/>
                </a:rPr>
              </a:b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검색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및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필터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기능을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통해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모르는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회계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기준을</a:t>
              </a:r>
              <a:r>
                <a:rPr sz="1275" b="0" i="0" u="none" dirty="0">
                  <a:solidFill>
                    <a:srgbClr val="334155"/>
                  </a:solidFill>
                  <a:latin typeface="Noto Sans KR"/>
                </a:rPr>
                <a:t> 10초 내 </a:t>
              </a:r>
              <a:r>
                <a:rPr sz="1275" b="0" i="0" u="none" dirty="0" err="1">
                  <a:solidFill>
                    <a:srgbClr val="334155"/>
                  </a:solidFill>
                  <a:latin typeface="Noto Sans KR"/>
                </a:rPr>
                <a:t>확인</a:t>
              </a:r>
              <a:endParaRPr sz="1275" b="0" i="0" u="none" dirty="0">
                <a:solidFill>
                  <a:srgbClr val="334155"/>
                </a:solidFill>
                <a:latin typeface="Noto Sans KR"/>
              </a:endParaRPr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3732" y="4301151"/>
              <a:ext cx="207698" cy="222864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결과물 시연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E9B4198-0C40-1D02-5962-9628E6C6E60C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1B6A4B2-0737-9A1A-CD02-71A02F253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8" name="그림 17" descr="COWORKER">
              <a:extLst>
                <a:ext uri="{FF2B5EF4-FFF2-40B4-BE49-F238E27FC236}">
                  <a16:creationId xmlns:a16="http://schemas.microsoft.com/office/drawing/2014/main" id="{DCA9F2BA-A0D5-2709-3998-19608A577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20" name="그림 19">
            <a:hlinkClick r:id="rId10"/>
            <a:extLst>
              <a:ext uri="{FF2B5EF4-FFF2-40B4-BE49-F238E27FC236}">
                <a16:creationId xmlns:a16="http://schemas.microsoft.com/office/drawing/2014/main" id="{93D3DBB3-6B1F-EE9B-EB2B-50C55EC521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225" y="2114049"/>
            <a:ext cx="5372099" cy="36109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912" y="552450"/>
            <a:ext cx="1506587" cy="28575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6F05112A-2D06-AEA6-794C-9AAE62A8B778}"/>
              </a:ext>
            </a:extLst>
          </p:cNvPr>
          <p:cNvGrpSpPr/>
          <p:nvPr/>
        </p:nvGrpSpPr>
        <p:grpSpPr>
          <a:xfrm>
            <a:off x="571500" y="2867025"/>
            <a:ext cx="3530500" cy="1943100"/>
            <a:chOff x="571500" y="2867025"/>
            <a:chExt cx="3530500" cy="1943100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2867025"/>
              <a:ext cx="3530500" cy="19431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809625" y="3181350"/>
              <a:ext cx="3054250" cy="495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sz="3900" b="1" i="0" u="none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30%↓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9625" y="3790950"/>
              <a:ext cx="305425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50" b="1" i="0" u="none">
                  <a:solidFill>
                    <a:srgbClr val="0F172A"/>
                  </a:solidFill>
                  <a:latin typeface="Noto Sans KR"/>
                </a:rPr>
                <a:t>결재 반려건 감소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9625" y="4095750"/>
              <a:ext cx="3054250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회계기준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판단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오류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사전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예방으로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br>
                <a:rPr lang="en-US" sz="1050" b="0" i="0" u="none" dirty="0">
                  <a:solidFill>
                    <a:srgbClr val="64748B"/>
                  </a:solidFill>
                  <a:latin typeface="Noto Sans KR"/>
                </a:rPr>
              </a:b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반려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및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수정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재처리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절감</a:t>
              </a:r>
              <a:endParaRPr sz="1050" b="0" i="0" u="none" dirty="0">
                <a:solidFill>
                  <a:srgbClr val="64748B"/>
                </a:solidFill>
                <a:latin typeface="Noto Sans KR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0C95CE4-D841-F533-F2C8-45F17B8011D0}"/>
              </a:ext>
            </a:extLst>
          </p:cNvPr>
          <p:cNvGrpSpPr/>
          <p:nvPr/>
        </p:nvGrpSpPr>
        <p:grpSpPr>
          <a:xfrm>
            <a:off x="4330600" y="2867025"/>
            <a:ext cx="3530649" cy="1943100"/>
            <a:chOff x="4330600" y="2867025"/>
            <a:chExt cx="3530649" cy="1943100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0600" y="2867025"/>
              <a:ext cx="3530649" cy="19431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568725" y="3181350"/>
              <a:ext cx="3054399" cy="495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sz="3900" b="1" i="0" u="none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30%↓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68725" y="3790950"/>
              <a:ext cx="3054399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50" b="1" i="0" u="none" dirty="0" err="1">
                  <a:solidFill>
                    <a:srgbClr val="0F172A"/>
                  </a:solidFill>
                  <a:latin typeface="Noto Sans KR"/>
                </a:rPr>
                <a:t>단순</a:t>
              </a:r>
              <a:r>
                <a:rPr sz="135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350" b="1" i="0" u="none" dirty="0" err="1">
                  <a:solidFill>
                    <a:srgbClr val="0F172A"/>
                  </a:solidFill>
                  <a:latin typeface="Noto Sans KR"/>
                </a:rPr>
                <a:t>문의</a:t>
              </a:r>
              <a:r>
                <a:rPr sz="135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350" b="1" i="0" u="none" dirty="0" err="1">
                  <a:solidFill>
                    <a:srgbClr val="0F172A"/>
                  </a:solidFill>
                  <a:latin typeface="Noto Sans KR"/>
                </a:rPr>
                <a:t>감소</a:t>
              </a:r>
              <a:endParaRPr sz="1350" b="1" i="0" u="none" dirty="0">
                <a:solidFill>
                  <a:srgbClr val="0F172A"/>
                </a:solidFill>
                <a:latin typeface="Noto Sans KR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68725" y="4095750"/>
              <a:ext cx="3054399" cy="200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반복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질의응답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최소화로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회계팀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업무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집중도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향상</a:t>
              </a:r>
              <a:endParaRPr sz="1050" b="0" i="0" u="none" dirty="0">
                <a:solidFill>
                  <a:srgbClr val="64748B"/>
                </a:solidFill>
                <a:latin typeface="Noto Sans KR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18F4F79-DCA2-C7F2-7330-4351F806D16C}"/>
              </a:ext>
            </a:extLst>
          </p:cNvPr>
          <p:cNvGrpSpPr/>
          <p:nvPr/>
        </p:nvGrpSpPr>
        <p:grpSpPr>
          <a:xfrm>
            <a:off x="8089850" y="2867025"/>
            <a:ext cx="3530500" cy="1943100"/>
            <a:chOff x="8089850" y="2867025"/>
            <a:chExt cx="3530500" cy="1943100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9850" y="2867025"/>
              <a:ext cx="3530500" cy="19431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8327975" y="3181350"/>
              <a:ext cx="3054250" cy="5104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sz="3900" b="1" i="0" u="none" dirty="0">
                  <a:solidFill>
                    <a:srgbClr val="2563E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40h/연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27975" y="3790950"/>
              <a:ext cx="305425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50" b="1" i="0" u="none">
                  <a:solidFill>
                    <a:srgbClr val="0F172A"/>
                  </a:solidFill>
                  <a:latin typeface="Noto Sans KR"/>
                </a:rPr>
                <a:t>업무 시간 절감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27975" y="4095750"/>
              <a:ext cx="3054250" cy="4000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문의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1건당 10분, </a:t>
              </a:r>
              <a:br>
                <a:rPr lang="en-US" sz="1050" b="0" i="0" u="none" dirty="0">
                  <a:solidFill>
                    <a:srgbClr val="64748B"/>
                  </a:solidFill>
                  <a:latin typeface="Noto Sans KR"/>
                </a:rPr>
              </a:b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월 20건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기준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연간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40시간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소모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절감</a:t>
              </a:r>
              <a:r>
                <a:rPr sz="105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Noto Sans KR"/>
                </a:rPr>
                <a:t>효과</a:t>
              </a:r>
              <a:endParaRPr sz="1050" b="0" i="0" u="none" dirty="0">
                <a:solidFill>
                  <a:srgbClr val="64748B"/>
                </a:solidFill>
                <a:latin typeface="Noto Sans KR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정량적 성과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CE1B788-673F-B86D-FBE2-25777C286B79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653A2E6-B15C-A3BE-752F-BE74E9EF7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0" name="그림 19" descr="COWORKER">
              <a:extLst>
                <a:ext uri="{FF2B5EF4-FFF2-40B4-BE49-F238E27FC236}">
                  <a16:creationId xmlns:a16="http://schemas.microsoft.com/office/drawing/2014/main" id="{AE3E438B-A8F5-471D-16F7-CC9988FC1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08642"/>
            <a:ext cx="9658350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F172A"/>
                </a:solidFill>
                <a:latin typeface="Noto Sans KR"/>
              </a:rPr>
              <a:t>후속</a:t>
            </a:r>
            <a:r>
              <a:rPr sz="25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Noto Sans KR"/>
              </a:rPr>
              <a:t>필요</a:t>
            </a:r>
            <a:r>
              <a:rPr sz="25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Noto Sans KR"/>
              </a:rPr>
              <a:t>사항</a:t>
            </a:r>
            <a:r>
              <a:rPr lang="en-US" sz="25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lang="ko-KR" altLang="en-US" sz="2550" b="1" i="0" u="none" dirty="0">
                <a:solidFill>
                  <a:srgbClr val="0F172A"/>
                </a:solidFill>
                <a:latin typeface="Noto Sans KR"/>
              </a:rPr>
              <a:t>및 향후 계획</a:t>
            </a:r>
            <a:endParaRPr sz="25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9D07B7F-0A25-D0FE-169D-74E5C8F59520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C595BBE-BBD1-F9B6-2AAE-EB4B9A5F8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6" name="그림 15" descr="COWORKER">
              <a:extLst>
                <a:ext uri="{FF2B5EF4-FFF2-40B4-BE49-F238E27FC236}">
                  <a16:creationId xmlns:a16="http://schemas.microsoft.com/office/drawing/2014/main" id="{26A8D2D8-6442-AD9B-FDAA-F8ACF6EC3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C591EDD-2439-15BE-91BA-8FDA505E463E}"/>
              </a:ext>
            </a:extLst>
          </p:cNvPr>
          <p:cNvGrpSpPr/>
          <p:nvPr/>
        </p:nvGrpSpPr>
        <p:grpSpPr>
          <a:xfrm>
            <a:off x="2265408" y="1362075"/>
            <a:ext cx="4090057" cy="2085975"/>
            <a:chOff x="2265408" y="1362075"/>
            <a:chExt cx="4090057" cy="2085975"/>
          </a:xfrm>
        </p:grpSpPr>
        <p:pic>
          <p:nvPicPr>
            <p:cNvPr id="18" name="Picture 2" descr="image.png">
              <a:extLst>
                <a:ext uri="{FF2B5EF4-FFF2-40B4-BE49-F238E27FC236}">
                  <a16:creationId xmlns:a16="http://schemas.microsoft.com/office/drawing/2014/main" id="{11D072D7-1151-4004-32D7-84055B47D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5408" y="1362075"/>
              <a:ext cx="3760011" cy="2085975"/>
            </a:xfrm>
            <a:prstGeom prst="rect">
              <a:avLst/>
            </a:prstGeom>
          </p:spPr>
        </p:pic>
        <p:pic>
          <p:nvPicPr>
            <p:cNvPr id="24" name="Picture 6" descr="image.png">
              <a:extLst>
                <a:ext uri="{FF2B5EF4-FFF2-40B4-BE49-F238E27FC236}">
                  <a16:creationId xmlns:a16="http://schemas.microsoft.com/office/drawing/2014/main" id="{94F77384-CC86-81EC-2B3D-CD61165B2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41633" y="1638300"/>
              <a:ext cx="514350" cy="5143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5317D3-148A-46BA-565D-02634BBC70F8}"/>
                </a:ext>
              </a:extLst>
            </p:cNvPr>
            <p:cNvSpPr txBox="1"/>
            <p:nvPr/>
          </p:nvSpPr>
          <p:spPr>
            <a:xfrm>
              <a:off x="3228356" y="1776412"/>
              <a:ext cx="3127109" cy="2571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1. </a:t>
              </a:r>
              <a:r>
                <a:rPr sz="1500" b="1" i="0" u="none" dirty="0" err="1">
                  <a:solidFill>
                    <a:srgbClr val="0F172A"/>
                  </a:solidFill>
                  <a:latin typeface="Noto Sans KR"/>
                </a:rPr>
                <a:t>세무</a:t>
              </a:r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0F172A"/>
                  </a:solidFill>
                  <a:latin typeface="Noto Sans KR"/>
                </a:rPr>
                <a:t>파트</a:t>
              </a:r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0F172A"/>
                  </a:solidFill>
                  <a:latin typeface="Noto Sans KR"/>
                </a:rPr>
                <a:t>최종</a:t>
              </a:r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0F172A"/>
                  </a:solidFill>
                  <a:latin typeface="Noto Sans KR"/>
                </a:rPr>
                <a:t>결합</a:t>
              </a:r>
              <a:endParaRPr sz="1500" b="1" i="0" u="none" dirty="0">
                <a:solidFill>
                  <a:srgbClr val="0F172A"/>
                </a:solidFill>
                <a:latin typeface="Noto Sans KR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8695F8-E110-12B4-83BC-738C6EA76D31}"/>
                </a:ext>
              </a:extLst>
            </p:cNvPr>
            <p:cNvSpPr txBox="1"/>
            <p:nvPr/>
          </p:nvSpPr>
          <p:spPr>
            <a:xfrm>
              <a:off x="2467104" y="2263764"/>
              <a:ext cx="3127109" cy="4406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indent="-171450" algn="l">
                <a:lnSpc>
                  <a:spcPts val="1800"/>
                </a:lnSpc>
                <a:buFont typeface="Arial" panose="020B0604020202020204" pitchFamily="34" charset="0"/>
                <a:buChar char="•"/>
              </a:pPr>
              <a:r>
                <a:rPr sz="1200" b="0" i="0" u="none" dirty="0" err="1">
                  <a:solidFill>
                    <a:srgbClr val="64748B"/>
                  </a:solidFill>
                  <a:latin typeface="Noto Sans KR"/>
                </a:rPr>
                <a:t>세무</a:t>
              </a:r>
              <a:r>
                <a:rPr sz="12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/>
                </a:rPr>
                <a:t>매뉴얼</a:t>
              </a:r>
              <a:r>
                <a:rPr sz="12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/>
                </a:rPr>
                <a:t>연동</a:t>
              </a:r>
              <a:r>
                <a:rPr sz="12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/>
                </a:rPr>
                <a:t>완료</a:t>
              </a:r>
              <a:r>
                <a:rPr sz="1200" b="0" i="0" u="none" dirty="0">
                  <a:solidFill>
                    <a:srgbClr val="64748B"/>
                  </a:solidFill>
                  <a:latin typeface="Noto Sans KR"/>
                </a:rPr>
                <a:t> 및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/>
                </a:rPr>
                <a:t>링크</a:t>
              </a:r>
              <a:r>
                <a:rPr sz="12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/>
                </a:rPr>
                <a:t>통합</a:t>
              </a:r>
              <a:r>
                <a:rPr sz="1200" b="0" i="0" u="none" dirty="0">
                  <a:solidFill>
                    <a:srgbClr val="64748B"/>
                  </a:solidFill>
                  <a:latin typeface="Noto Sans KR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/>
                </a:rPr>
                <a:t>테스</a:t>
              </a:r>
              <a:r>
                <a:rPr lang="ko-KR" altLang="en-US" sz="1200" b="0" i="0" u="none" dirty="0" err="1">
                  <a:solidFill>
                    <a:srgbClr val="64748B"/>
                  </a:solidFill>
                  <a:latin typeface="Noto Sans KR"/>
                </a:rPr>
                <a:t>트</a:t>
              </a:r>
              <a:endParaRPr lang="en-US" altLang="ko-KR" sz="1200" b="0" i="0" u="none" dirty="0">
                <a:solidFill>
                  <a:srgbClr val="64748B"/>
                </a:solidFill>
                <a:latin typeface="Noto Sans KR"/>
              </a:endParaRPr>
            </a:p>
            <a:p>
              <a:pPr marL="171450" indent="-171450" algn="l">
                <a:lnSpc>
                  <a:spcPts val="18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미확인 항목 보완</a:t>
              </a:r>
              <a:endParaRPr sz="1200" b="0" i="0" u="none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42" name="Picture 15" descr="image.png">
              <a:extLst>
                <a:ext uri="{FF2B5EF4-FFF2-40B4-BE49-F238E27FC236}">
                  <a16:creationId xmlns:a16="http://schemas.microsoft.com/office/drawing/2014/main" id="{A5AE0225-64C7-0017-52D3-EE7E02A79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09808" y="1794898"/>
              <a:ext cx="230039" cy="197162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CE70914-9816-8242-819D-E14544D07423}"/>
              </a:ext>
            </a:extLst>
          </p:cNvPr>
          <p:cNvGrpSpPr/>
          <p:nvPr/>
        </p:nvGrpSpPr>
        <p:grpSpPr>
          <a:xfrm>
            <a:off x="6355539" y="1362075"/>
            <a:ext cx="4090057" cy="2085975"/>
            <a:chOff x="6355539" y="1362075"/>
            <a:chExt cx="4090057" cy="2085975"/>
          </a:xfrm>
        </p:grpSpPr>
        <p:pic>
          <p:nvPicPr>
            <p:cNvPr id="20" name="Picture 3" descr="image.png">
              <a:extLst>
                <a:ext uri="{FF2B5EF4-FFF2-40B4-BE49-F238E27FC236}">
                  <a16:creationId xmlns:a16="http://schemas.microsoft.com/office/drawing/2014/main" id="{26991F6D-799D-3B96-D4E1-DBF48CBDB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55539" y="1362075"/>
              <a:ext cx="3760011" cy="2085975"/>
            </a:xfrm>
            <a:prstGeom prst="rect">
              <a:avLst/>
            </a:prstGeom>
          </p:spPr>
        </p:pic>
        <p:pic>
          <p:nvPicPr>
            <p:cNvPr id="30" name="Picture 9" descr="image.png">
              <a:extLst>
                <a:ext uri="{FF2B5EF4-FFF2-40B4-BE49-F238E27FC236}">
                  <a16:creationId xmlns:a16="http://schemas.microsoft.com/office/drawing/2014/main" id="{CB9CC3B9-EF36-5849-6C53-027D2F5FF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31764" y="1638300"/>
              <a:ext cx="514350" cy="51435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388F1C-92A1-03CF-B1D4-1C57FBC4E435}"/>
                </a:ext>
              </a:extLst>
            </p:cNvPr>
            <p:cNvSpPr txBox="1"/>
            <p:nvPr/>
          </p:nvSpPr>
          <p:spPr>
            <a:xfrm>
              <a:off x="7318487" y="1776412"/>
              <a:ext cx="3127109" cy="2571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2. </a:t>
              </a:r>
              <a:r>
                <a:rPr sz="1500" b="1" i="0" u="none" dirty="0" err="1">
                  <a:solidFill>
                    <a:srgbClr val="0F172A"/>
                  </a:solidFill>
                  <a:latin typeface="Noto Sans KR"/>
                </a:rPr>
                <a:t>전사</a:t>
              </a:r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 </a:t>
              </a:r>
              <a:r>
                <a:rPr sz="1500" b="1" i="0" u="none" dirty="0" err="1">
                  <a:solidFill>
                    <a:srgbClr val="0F172A"/>
                  </a:solidFill>
                  <a:latin typeface="Noto Sans KR"/>
                </a:rPr>
                <a:t>안내</a:t>
              </a:r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 및 </a:t>
              </a:r>
              <a:r>
                <a:rPr sz="1500" b="1" i="0" u="none" dirty="0" err="1">
                  <a:solidFill>
                    <a:srgbClr val="0F172A"/>
                  </a:solidFill>
                  <a:latin typeface="Noto Sans KR"/>
                </a:rPr>
                <a:t>교육</a:t>
              </a:r>
              <a:endParaRPr sz="1500" b="1" i="0" u="none" dirty="0">
                <a:solidFill>
                  <a:srgbClr val="0F172A"/>
                </a:solidFill>
                <a:latin typeface="Noto Sans KR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18F3F6-58F8-DB24-6F73-7AC0E51F1990}"/>
                </a:ext>
              </a:extLst>
            </p:cNvPr>
            <p:cNvSpPr txBox="1"/>
            <p:nvPr/>
          </p:nvSpPr>
          <p:spPr>
            <a:xfrm>
              <a:off x="6557235" y="2263764"/>
              <a:ext cx="3272565" cy="4383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indent="-171450" algn="l">
                <a:lnSpc>
                  <a:spcPts val="1800"/>
                </a:lnSpc>
                <a:buFont typeface="Arial" panose="020B0604020202020204" pitchFamily="34" charset="0"/>
                <a:buChar char="•"/>
              </a:pP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사업부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대상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회계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Wiki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활용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가이드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공유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및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신규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입사자</a:t>
              </a:r>
              <a:r>
                <a:rPr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온보딩</a:t>
              </a: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필수 모듈로 등록</a:t>
              </a:r>
              <a:endParaRPr sz="1200" b="0" i="0" u="none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44" name="Picture 16" descr="image.png">
              <a:extLst>
                <a:ext uri="{FF2B5EF4-FFF2-40B4-BE49-F238E27FC236}">
                  <a16:creationId xmlns:a16="http://schemas.microsoft.com/office/drawing/2014/main" id="{A1DDC418-0EC5-6501-50E2-103A3789E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799940" y="1794898"/>
              <a:ext cx="230039" cy="197162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94E0B87-2601-BDA8-A1E6-4030329EF2C1}"/>
              </a:ext>
            </a:extLst>
          </p:cNvPr>
          <p:cNvGrpSpPr/>
          <p:nvPr/>
        </p:nvGrpSpPr>
        <p:grpSpPr>
          <a:xfrm>
            <a:off x="2265408" y="3833812"/>
            <a:ext cx="4090057" cy="2085975"/>
            <a:chOff x="2265408" y="3833812"/>
            <a:chExt cx="4090057" cy="2085975"/>
          </a:xfrm>
        </p:grpSpPr>
        <p:pic>
          <p:nvPicPr>
            <p:cNvPr id="22" name="Picture 4" descr="image.png">
              <a:extLst>
                <a:ext uri="{FF2B5EF4-FFF2-40B4-BE49-F238E27FC236}">
                  <a16:creationId xmlns:a16="http://schemas.microsoft.com/office/drawing/2014/main" id="{CFA4904C-E4C2-98AE-07A8-0B04CCF04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65408" y="3833812"/>
              <a:ext cx="3760011" cy="2085975"/>
            </a:xfrm>
            <a:prstGeom prst="rect">
              <a:avLst/>
            </a:prstGeom>
          </p:spPr>
        </p:pic>
        <p:pic>
          <p:nvPicPr>
            <p:cNvPr id="36" name="Picture 12" descr="image.png">
              <a:extLst>
                <a:ext uri="{FF2B5EF4-FFF2-40B4-BE49-F238E27FC236}">
                  <a16:creationId xmlns:a16="http://schemas.microsoft.com/office/drawing/2014/main" id="{C063869C-355E-D65E-E5D0-B68E6BA62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41633" y="4110037"/>
              <a:ext cx="514350" cy="51435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7EC02A1-C02B-35E8-29E0-B0979D4280DA}"/>
                </a:ext>
              </a:extLst>
            </p:cNvPr>
            <p:cNvSpPr txBox="1"/>
            <p:nvPr/>
          </p:nvSpPr>
          <p:spPr>
            <a:xfrm>
              <a:off x="3228356" y="4248149"/>
              <a:ext cx="3127109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3. </a:t>
              </a:r>
              <a:r>
                <a:rPr lang="ko-KR" altLang="en-US" sz="1500" b="1" dirty="0">
                  <a:solidFill>
                    <a:srgbClr val="0F172A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사용성 모니터링</a:t>
              </a:r>
              <a:endParaRPr sz="1500" b="1" i="0" u="none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5EA086-B1E6-8A9B-5DBF-17C5F8B93F9B}"/>
                </a:ext>
              </a:extLst>
            </p:cNvPr>
            <p:cNvSpPr txBox="1"/>
            <p:nvPr/>
          </p:nvSpPr>
          <p:spPr>
            <a:xfrm>
              <a:off x="2467104" y="4735501"/>
              <a:ext cx="3371721" cy="4406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indent="-171450" algn="l">
                <a:lnSpc>
                  <a:spcPts val="18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배포 후 실제 문의</a:t>
              </a:r>
              <a:r>
                <a:rPr lang="en-US" altLang="ko-KR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반려 건수 변화를 분기별 </a:t>
              </a:r>
              <a:r>
                <a:rPr lang="ko-KR" altLang="en-US" sz="1200" b="0" i="0" u="none" dirty="0" err="1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재집계</a:t>
              </a:r>
              <a:endParaRPr lang="en-US" altLang="ko-KR" sz="1200" b="0" i="0" u="none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 algn="l">
                <a:lnSpc>
                  <a:spcPts val="18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목표</a:t>
              </a:r>
              <a:r>
                <a:rPr lang="en-US" altLang="ko-KR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반려</a:t>
              </a:r>
              <a:r>
                <a:rPr lang="en-US" altLang="ko-KR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문의 </a:t>
              </a:r>
              <a:r>
                <a:rPr lang="en-US" altLang="ko-KR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30% </a:t>
              </a: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감소</a:t>
              </a:r>
              <a:r>
                <a:rPr lang="en-US" altLang="ko-KR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 </a:t>
              </a:r>
              <a:r>
                <a:rPr lang="ko-KR" altLang="en-US" sz="1200" b="0" i="0" u="none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달성 여부 점검</a:t>
              </a:r>
            </a:p>
          </p:txBody>
        </p:sp>
        <p:pic>
          <p:nvPicPr>
            <p:cNvPr id="46" name="Picture 17" descr="image.png">
              <a:extLst>
                <a:ext uri="{FF2B5EF4-FFF2-40B4-BE49-F238E27FC236}">
                  <a16:creationId xmlns:a16="http://schemas.microsoft.com/office/drawing/2014/main" id="{B664282F-29CD-90DD-0EA6-C718BCED7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09809" y="4266635"/>
              <a:ext cx="230039" cy="197162"/>
            </a:xfrm>
            <a:prstGeom prst="rect">
              <a:avLst/>
            </a:prstGeom>
          </p:spPr>
        </p:pic>
      </p:grpSp>
      <p:pic>
        <p:nvPicPr>
          <p:cNvPr id="50" name="Picture 5" descr="image.png">
            <a:extLst>
              <a:ext uri="{FF2B5EF4-FFF2-40B4-BE49-F238E27FC236}">
                <a16:creationId xmlns:a16="http://schemas.microsoft.com/office/drawing/2014/main" id="{ADC8B830-841C-0741-9083-A76467F279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38693" y="561975"/>
            <a:ext cx="881806" cy="2667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6CC3C693-B173-1A08-5372-7542FED27D69}"/>
              </a:ext>
            </a:extLst>
          </p:cNvPr>
          <p:cNvGrpSpPr/>
          <p:nvPr/>
        </p:nvGrpSpPr>
        <p:grpSpPr>
          <a:xfrm>
            <a:off x="6355465" y="3833812"/>
            <a:ext cx="4090057" cy="2085975"/>
            <a:chOff x="6355465" y="3833812"/>
            <a:chExt cx="4090057" cy="2085975"/>
          </a:xfrm>
        </p:grpSpPr>
        <p:pic>
          <p:nvPicPr>
            <p:cNvPr id="51" name="Picture 4" descr="image.png">
              <a:extLst>
                <a:ext uri="{FF2B5EF4-FFF2-40B4-BE49-F238E27FC236}">
                  <a16:creationId xmlns:a16="http://schemas.microsoft.com/office/drawing/2014/main" id="{D2F80E03-0840-DBBD-AF3C-310BB1BA5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55465" y="3833812"/>
              <a:ext cx="3760011" cy="2085975"/>
            </a:xfrm>
            <a:prstGeom prst="rect">
              <a:avLst/>
            </a:prstGeom>
          </p:spPr>
        </p:pic>
        <p:pic>
          <p:nvPicPr>
            <p:cNvPr id="52" name="Picture 12" descr="image.png">
              <a:extLst>
                <a:ext uri="{FF2B5EF4-FFF2-40B4-BE49-F238E27FC236}">
                  <a16:creationId xmlns:a16="http://schemas.microsoft.com/office/drawing/2014/main" id="{7812AE1D-2869-378E-8070-1E3C16450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31690" y="4110037"/>
              <a:ext cx="514350" cy="5143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A3B9AEE-D17C-408F-E045-C5B9510EDD28}"/>
                </a:ext>
              </a:extLst>
            </p:cNvPr>
            <p:cNvSpPr txBox="1"/>
            <p:nvPr/>
          </p:nvSpPr>
          <p:spPr>
            <a:xfrm>
              <a:off x="7318413" y="4248149"/>
              <a:ext cx="3127109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500" b="1" dirty="0">
                  <a:solidFill>
                    <a:srgbClr val="0F172A"/>
                  </a:solidFill>
                  <a:latin typeface="Noto Sans KR"/>
                </a:rPr>
                <a:t>4</a:t>
              </a:r>
              <a:r>
                <a:rPr sz="1500" b="1" i="0" u="none" dirty="0">
                  <a:solidFill>
                    <a:srgbClr val="0F172A"/>
                  </a:solidFill>
                  <a:latin typeface="Noto Sans KR"/>
                </a:rPr>
                <a:t>. </a:t>
              </a:r>
              <a:r>
                <a:rPr lang="ko-KR" altLang="en-US" sz="1500" b="1" dirty="0">
                  <a:solidFill>
                    <a:srgbClr val="1E293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주기적 최신화 프로세스 정립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550E965-7D11-BE50-1797-2E41B7826619}"/>
                </a:ext>
              </a:extLst>
            </p:cNvPr>
            <p:cNvSpPr txBox="1"/>
            <p:nvPr/>
          </p:nvSpPr>
          <p:spPr>
            <a:xfrm>
              <a:off x="6557161" y="4735501"/>
              <a:ext cx="3369431" cy="9023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indent="-171450" algn="l">
                <a:lnSpc>
                  <a:spcPts val="18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회계기준</a:t>
              </a:r>
              <a:r>
                <a:rPr lang="en-US" altLang="ko-KR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lang="ko-KR" altLang="en-US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세법 개정 시 갱신 담당 및 주기를 지정해 최신성을 유지</a:t>
              </a:r>
              <a:endParaRPr lang="en-US" altLang="ko-KR" sz="1200" dirty="0">
                <a:solidFill>
                  <a:srgbClr val="64748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 algn="l">
                <a:lnSpc>
                  <a:spcPts val="18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현업 </a:t>
              </a:r>
              <a:r>
                <a:rPr lang="en-US" altLang="ko-KR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FAQ </a:t>
              </a:r>
              <a:r>
                <a:rPr lang="ko-KR" altLang="en-US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채널을 신설하여 자주 묻는 질문을 </a:t>
              </a:r>
              <a:r>
                <a:rPr lang="en-US" altLang="ko-KR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Wiki </a:t>
              </a:r>
              <a:r>
                <a:rPr lang="ko-KR" altLang="en-US" sz="1200" dirty="0">
                  <a:solidFill>
                    <a:srgbClr val="64748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매뉴얼에 지속 반영</a:t>
              </a:r>
            </a:p>
          </p:txBody>
        </p:sp>
        <p:pic>
          <p:nvPicPr>
            <p:cNvPr id="55" name="Picture 17" descr="image.png">
              <a:extLst>
                <a:ext uri="{FF2B5EF4-FFF2-40B4-BE49-F238E27FC236}">
                  <a16:creationId xmlns:a16="http://schemas.microsoft.com/office/drawing/2014/main" id="{57078469-F9E2-D5BC-61D5-2F1E24528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99866" y="4266635"/>
              <a:ext cx="230039" cy="1971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991" y="552450"/>
            <a:ext cx="970508" cy="28575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2D249C1C-A93A-F230-33CC-D67012C84256}"/>
              </a:ext>
            </a:extLst>
          </p:cNvPr>
          <p:cNvGrpSpPr/>
          <p:nvPr/>
        </p:nvGrpSpPr>
        <p:grpSpPr>
          <a:xfrm>
            <a:off x="2301712" y="2350530"/>
            <a:ext cx="8270494" cy="487826"/>
            <a:chOff x="2301712" y="2350530"/>
            <a:chExt cx="8270494" cy="487826"/>
          </a:xfrm>
        </p:grpSpPr>
        <p:sp>
          <p:nvSpPr>
            <p:cNvPr id="5" name="TextBox 4"/>
            <p:cNvSpPr txBox="1"/>
            <p:nvPr/>
          </p:nvSpPr>
          <p:spPr>
            <a:xfrm>
              <a:off x="2743200" y="2350530"/>
              <a:ext cx="7829006" cy="4878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1400" b="1" i="0" u="none" dirty="0" err="1">
                  <a:solidFill>
                    <a:srgbClr val="334155"/>
                  </a:solidFill>
                  <a:latin typeface="Noto Sans KR"/>
                </a:rPr>
                <a:t>현업</a:t>
              </a:r>
              <a:r>
                <a:rPr sz="1400" b="1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334155"/>
                  </a:solidFill>
                  <a:latin typeface="Noto Sans KR"/>
                </a:rPr>
                <a:t>관점의</a:t>
              </a:r>
              <a:r>
                <a:rPr sz="1400" b="1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334155"/>
                  </a:solidFill>
                  <a:latin typeface="Noto Sans KR"/>
                </a:rPr>
                <a:t>커뮤니케이션</a:t>
              </a:r>
              <a:br>
                <a:rPr lang="en-US" sz="1400" b="1" dirty="0">
                  <a:solidFill>
                    <a:srgbClr val="334155"/>
                  </a:solidFill>
                  <a:latin typeface="Noto Sans KR"/>
                </a:rPr>
              </a:b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회계팀의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언어가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아닌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타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사업부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실무자가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이해하기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쉬운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언어로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기준을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재정의하는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법을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배웠습니다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.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1712" y="2369580"/>
              <a:ext cx="246820" cy="319881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643177-ED14-6250-77E6-2EBA6C22F551}"/>
              </a:ext>
            </a:extLst>
          </p:cNvPr>
          <p:cNvGrpSpPr/>
          <p:nvPr/>
        </p:nvGrpSpPr>
        <p:grpSpPr>
          <a:xfrm>
            <a:off x="2301712" y="3270882"/>
            <a:ext cx="8270494" cy="491673"/>
            <a:chOff x="2301712" y="3270882"/>
            <a:chExt cx="8270494" cy="491673"/>
          </a:xfrm>
        </p:grpSpPr>
        <p:sp>
          <p:nvSpPr>
            <p:cNvPr id="6" name="TextBox 5"/>
            <p:cNvSpPr txBox="1"/>
            <p:nvPr/>
          </p:nvSpPr>
          <p:spPr>
            <a:xfrm>
              <a:off x="2743200" y="3270882"/>
              <a:ext cx="7829006" cy="4916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1400" b="1" i="0" u="none" dirty="0" err="1">
                  <a:solidFill>
                    <a:srgbClr val="334155"/>
                  </a:solidFill>
                  <a:latin typeface="Noto Sans KR"/>
                </a:rPr>
                <a:t>시스템을</a:t>
              </a:r>
              <a:r>
                <a:rPr sz="1400" b="1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334155"/>
                  </a:solidFill>
                  <a:latin typeface="Noto Sans KR"/>
                </a:rPr>
                <a:t>통한</a:t>
              </a:r>
              <a:r>
                <a:rPr sz="1400" b="1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334155"/>
                  </a:solidFill>
                  <a:latin typeface="Noto Sans KR"/>
                </a:rPr>
                <a:t>문제</a:t>
              </a:r>
              <a:r>
                <a:rPr sz="1400" b="1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1" i="0" u="none" dirty="0" err="1">
                  <a:solidFill>
                    <a:srgbClr val="334155"/>
                  </a:solidFill>
                  <a:latin typeface="Noto Sans KR"/>
                </a:rPr>
                <a:t>해결</a:t>
              </a:r>
              <a:br>
                <a:rPr lang="en-US" sz="1400" dirty="0">
                  <a:solidFill>
                    <a:srgbClr val="334155"/>
                  </a:solidFill>
                  <a:latin typeface="Noto Sans KR"/>
                </a:rPr>
              </a:b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일회성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안내에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그치지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않고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Google Apps Script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기반의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지속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가능한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시스템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구축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가치를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Noto Sans KR"/>
                </a:rPr>
                <a:t>체득했습니다</a:t>
              </a:r>
              <a:r>
                <a:rPr sz="1400" b="0" i="0" u="none" dirty="0">
                  <a:solidFill>
                    <a:srgbClr val="334155"/>
                  </a:solidFill>
                  <a:latin typeface="Noto Sans KR"/>
                </a:rPr>
                <a:t>.</a:t>
              </a:r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01712" y="3289933"/>
              <a:ext cx="246820" cy="319881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0C2A0B1-C6C0-812C-8BA9-0DBBA0F6E3BD}"/>
              </a:ext>
            </a:extLst>
          </p:cNvPr>
          <p:cNvGrpSpPr/>
          <p:nvPr/>
        </p:nvGrpSpPr>
        <p:grpSpPr>
          <a:xfrm>
            <a:off x="2301712" y="4191234"/>
            <a:ext cx="8270494" cy="491673"/>
            <a:chOff x="2301712" y="4191234"/>
            <a:chExt cx="8270494" cy="491673"/>
          </a:xfrm>
        </p:grpSpPr>
        <p:sp>
          <p:nvSpPr>
            <p:cNvPr id="7" name="TextBox 6"/>
            <p:cNvSpPr txBox="1"/>
            <p:nvPr/>
          </p:nvSpPr>
          <p:spPr>
            <a:xfrm>
              <a:off x="2743200" y="4191234"/>
              <a:ext cx="7829006" cy="4916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2039"/>
                </a:lnSpc>
              </a:pPr>
              <a:r>
                <a:rPr lang="ko-KR" altLang="en-US" sz="1400" b="1" i="0" u="none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회계 기초 개념의 실전 체득</a:t>
              </a:r>
              <a:br>
                <a:rPr lang="en-US" sz="1400" b="1" dirty="0">
                  <a:solidFill>
                    <a:srgbClr val="334155"/>
                  </a:solidFill>
                  <a:latin typeface="Noto Sans KR"/>
                </a:rPr>
              </a:b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MG·RS·상각·상계처럼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문서로만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보던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개념을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실제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원장·전표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데이터로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직접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대조하며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400" dirty="0" err="1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체득했습니다</a:t>
              </a:r>
              <a:r>
                <a:rPr lang="en-US" altLang="ko-KR" sz="1400" dirty="0">
                  <a:solidFill>
                    <a:srgbClr val="334155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</p:txBody>
        </p: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1712" y="4210285"/>
              <a:ext cx="246820" cy="319881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Noto Sans KR"/>
              </a:rPr>
              <a:t>배운 점 / 느낀 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373356C-5AF1-B939-C367-B9F5F1C8F449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650CC58-DF79-87CC-6A07-E0A08B20F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6" name="그림 15" descr="COWORKER">
              <a:extLst>
                <a:ext uri="{FF2B5EF4-FFF2-40B4-BE49-F238E27FC236}">
                  <a16:creationId xmlns:a16="http://schemas.microsoft.com/office/drawing/2014/main" id="{F4BF4085-C7C4-0E4C-3DCE-05E57AC86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8859" y="2328862"/>
            <a:ext cx="1754281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>
                <a:solidFill>
                  <a:srgbClr val="0F172A"/>
                </a:solidFill>
                <a:latin typeface="Noto Sans KR Black"/>
              </a:rPr>
              <a:t>Q &amp; A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E4A785-6FCB-6126-1A37-AADA6DBCF99F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CBAB48E-39BB-B478-6843-EC05A5A75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4" name="그림 13" descr="COWORKER">
              <a:extLst>
                <a:ext uri="{FF2B5EF4-FFF2-40B4-BE49-F238E27FC236}">
                  <a16:creationId xmlns:a16="http://schemas.microsoft.com/office/drawing/2014/main" id="{F0B64A8F-6E22-A69F-97C3-D8A4F7224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2DE1FA85-D465-7E26-0602-3D1A1B0F3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66459" y="2828571"/>
            <a:ext cx="2467319" cy="25340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5313-9E46-173C-FEE1-3591CE33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735AC43-5B22-EB9D-1DDC-2CD30377A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3B2B7F-71D9-D06F-58E6-C6EC6F3356F0}"/>
              </a:ext>
            </a:extLst>
          </p:cNvPr>
          <p:cNvSpPr txBox="1"/>
          <p:nvPr/>
        </p:nvSpPr>
        <p:spPr>
          <a:xfrm>
            <a:off x="3631779" y="2328862"/>
            <a:ext cx="4928441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endParaRPr sz="4800" b="1" i="0" u="none" dirty="0">
              <a:solidFill>
                <a:srgbClr val="0F172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6CEC148-70D4-A7E1-4439-8E7F76A9E477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83A0443-74C6-9DD9-53CD-57BA2BE6B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4" name="그림 13" descr="COWORKER">
              <a:extLst>
                <a:ext uri="{FF2B5EF4-FFF2-40B4-BE49-F238E27FC236}">
                  <a16:creationId xmlns:a16="http://schemas.microsoft.com/office/drawing/2014/main" id="{01018767-5F14-B0DC-8195-6FDDA8F57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98966F7F-3FAD-BF22-3302-2254BD041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66459" y="2828571"/>
            <a:ext cx="2467319" cy="253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8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978</Words>
  <Application>Microsoft Office PowerPoint</Application>
  <PresentationFormat>와이드스크린</PresentationFormat>
  <Paragraphs>146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Noto Sans KR</vt:lpstr>
      <vt:lpstr>Noto Sans KR Black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문 동진(KSTD)</cp:lastModifiedBy>
  <cp:revision>1</cp:revision>
  <dcterms:created xsi:type="dcterms:W3CDTF">2013-01-27T09:14:16Z</dcterms:created>
  <dcterms:modified xsi:type="dcterms:W3CDTF">2026-08-11T02:20:02Z</dcterms:modified>
  <cp:category/>
</cp:coreProperties>
</file>